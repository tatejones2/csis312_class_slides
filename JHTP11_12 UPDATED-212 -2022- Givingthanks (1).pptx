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9" r:id="rId3"/>
    <p:sldMasterId id="2147483692" r:id="rId4"/>
  </p:sldMasterIdLst>
  <p:notesMasterIdLst>
    <p:notesMasterId r:id="rId66"/>
  </p:notesMasterIdLst>
  <p:sldIdLst>
    <p:sldId id="384" r:id="rId5"/>
    <p:sldId id="294" r:id="rId6"/>
    <p:sldId id="855" r:id="rId7"/>
    <p:sldId id="857" r:id="rId8"/>
    <p:sldId id="472" r:id="rId9"/>
    <p:sldId id="860" r:id="rId10"/>
    <p:sldId id="859" r:id="rId11"/>
    <p:sldId id="258" r:id="rId12"/>
    <p:sldId id="259" r:id="rId13"/>
    <p:sldId id="260" r:id="rId14"/>
    <p:sldId id="261" r:id="rId15"/>
    <p:sldId id="262" r:id="rId16"/>
    <p:sldId id="305" r:id="rId17"/>
    <p:sldId id="731" r:id="rId18"/>
    <p:sldId id="295" r:id="rId19"/>
    <p:sldId id="296" r:id="rId20"/>
    <p:sldId id="297" r:id="rId21"/>
    <p:sldId id="298" r:id="rId22"/>
    <p:sldId id="264" r:id="rId23"/>
    <p:sldId id="263" r:id="rId24"/>
    <p:sldId id="265" r:id="rId25"/>
    <p:sldId id="380" r:id="rId26"/>
    <p:sldId id="382" r:id="rId27"/>
    <p:sldId id="378" r:id="rId28"/>
    <p:sldId id="383" r:id="rId29"/>
    <p:sldId id="267" r:id="rId30"/>
    <p:sldId id="299" r:id="rId31"/>
    <p:sldId id="300" r:id="rId32"/>
    <p:sldId id="301" r:id="rId33"/>
    <p:sldId id="304" r:id="rId34"/>
    <p:sldId id="266" r:id="rId35"/>
    <p:sldId id="268" r:id="rId36"/>
    <p:sldId id="269" r:id="rId37"/>
    <p:sldId id="270" r:id="rId38"/>
    <p:sldId id="271" r:id="rId39"/>
    <p:sldId id="302" r:id="rId40"/>
    <p:sldId id="861" r:id="rId41"/>
    <p:sldId id="862" r:id="rId42"/>
    <p:sldId id="303" r:id="rId43"/>
    <p:sldId id="272" r:id="rId44"/>
    <p:sldId id="273" r:id="rId45"/>
    <p:sldId id="274" r:id="rId46"/>
    <p:sldId id="275" r:id="rId47"/>
    <p:sldId id="276" r:id="rId48"/>
    <p:sldId id="277" r:id="rId49"/>
    <p:sldId id="278" r:id="rId50"/>
    <p:sldId id="279" r:id="rId51"/>
    <p:sldId id="280" r:id="rId52"/>
    <p:sldId id="281" r:id="rId53"/>
    <p:sldId id="282" r:id="rId54"/>
    <p:sldId id="283" r:id="rId55"/>
    <p:sldId id="284" r:id="rId56"/>
    <p:sldId id="285" r:id="rId57"/>
    <p:sldId id="286" r:id="rId58"/>
    <p:sldId id="287" r:id="rId59"/>
    <p:sldId id="288" r:id="rId60"/>
    <p:sldId id="289" r:id="rId61"/>
    <p:sldId id="290" r:id="rId62"/>
    <p:sldId id="291" r:id="rId63"/>
    <p:sldId id="292" r:id="rId64"/>
    <p:sldId id="293" r:id="rId65"/>
  </p:sldIdLst>
  <p:sldSz cx="12192000" cy="6858000"/>
  <p:notesSz cx="6858000" cy="9144000"/>
  <p:photoAlbum/>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770" autoAdjust="0"/>
    <p:restoredTop sz="94660"/>
  </p:normalViewPr>
  <p:slideViewPr>
    <p:cSldViewPr snapToGrid="0">
      <p:cViewPr varScale="1">
        <p:scale>
          <a:sx n="63" d="100"/>
          <a:sy n="63" d="100"/>
        </p:scale>
        <p:origin x="392"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eranti, Festus Oluseyi (Computational Sciences)" userId="559a3653-a41f-4a5e-b0aa-dafa2ac45b97" providerId="ADAL" clId="{972B585F-7E1B-4625-A6D7-7D0CBE352B95}"/>
    <pc:docChg chg="modSld">
      <pc:chgData name="Oderanti, Festus Oluseyi (Computational Sciences)" userId="559a3653-a41f-4a5e-b0aa-dafa2ac45b97" providerId="ADAL" clId="{972B585F-7E1B-4625-A6D7-7D0CBE352B95}" dt="2024-04-26T16:21:28.199" v="5" actId="20577"/>
      <pc:docMkLst>
        <pc:docMk/>
      </pc:docMkLst>
      <pc:sldChg chg="mod modShow">
        <pc:chgData name="Oderanti, Festus Oluseyi (Computational Sciences)" userId="559a3653-a41f-4a5e-b0aa-dafa2ac45b97" providerId="ADAL" clId="{972B585F-7E1B-4625-A6D7-7D0CBE352B95}" dt="2024-04-26T15:48:09.279" v="3" actId="729"/>
        <pc:sldMkLst>
          <pc:docMk/>
          <pc:sldMk cId="1551673034" sldId="264"/>
        </pc:sldMkLst>
      </pc:sldChg>
      <pc:sldChg chg="modSp mod modShow">
        <pc:chgData name="Oderanti, Festus Oluseyi (Computational Sciences)" userId="559a3653-a41f-4a5e-b0aa-dafa2ac45b97" providerId="ADAL" clId="{972B585F-7E1B-4625-A6D7-7D0CBE352B95}" dt="2024-04-26T16:21:28.199" v="5" actId="20577"/>
        <pc:sldMkLst>
          <pc:docMk/>
          <pc:sldMk cId="783739237" sldId="305"/>
        </pc:sldMkLst>
      </pc:sldChg>
      <pc:sldChg chg="mod modShow">
        <pc:chgData name="Oderanti, Festus Oluseyi (Computational Sciences)" userId="559a3653-a41f-4a5e-b0aa-dafa2ac45b97" providerId="ADAL" clId="{972B585F-7E1B-4625-A6D7-7D0CBE352B95}" dt="2024-02-12T14:20:34.536" v="0" actId="729"/>
        <pc:sldMkLst>
          <pc:docMk/>
          <pc:sldMk cId="1418748376" sldId="384"/>
        </pc:sldMkLst>
      </pc:sldChg>
      <pc:sldChg chg="mod modShow">
        <pc:chgData name="Oderanti, Festus Oluseyi (Computational Sciences)" userId="559a3653-a41f-4a5e-b0aa-dafa2ac45b97" providerId="ADAL" clId="{972B585F-7E1B-4625-A6D7-7D0CBE352B95}" dt="2024-04-26T15:47:40.462" v="2" actId="729"/>
        <pc:sldMkLst>
          <pc:docMk/>
          <pc:sldMk cId="192280167" sldId="731"/>
        </pc:sldMkLst>
      </pc:sldChg>
    </pc:docChg>
  </pc:docChgLst>
  <pc:docChgLst>
    <pc:chgData name="Oderanti, Festus Oluseyi (Computational Sciences)" userId="559a3653-a41f-4a5e-b0aa-dafa2ac45b97" providerId="ADAL" clId="{E086B810-132D-439F-97E9-BEA46773933C}"/>
    <pc:docChg chg="custSel addSld modSld">
      <pc:chgData name="Oderanti, Festus Oluseyi (Computational Sciences)" userId="559a3653-a41f-4a5e-b0aa-dafa2ac45b97" providerId="ADAL" clId="{E086B810-132D-439F-97E9-BEA46773933C}" dt="2025-02-19T17:57:10.992" v="26" actId="14100"/>
      <pc:docMkLst>
        <pc:docMk/>
      </pc:docMkLst>
      <pc:sldChg chg="modSp mod">
        <pc:chgData name="Oderanti, Festus Oluseyi (Computational Sciences)" userId="559a3653-a41f-4a5e-b0aa-dafa2ac45b97" providerId="ADAL" clId="{E086B810-132D-439F-97E9-BEA46773933C}" dt="2025-02-19T17:57:10.992" v="26" actId="14100"/>
        <pc:sldMkLst>
          <pc:docMk/>
          <pc:sldMk cId="2279828999" sldId="270"/>
        </pc:sldMkLst>
      </pc:sldChg>
      <pc:sldChg chg="mod modShow">
        <pc:chgData name="Oderanti, Festus Oluseyi (Computational Sciences)" userId="559a3653-a41f-4a5e-b0aa-dafa2ac45b97" providerId="ADAL" clId="{E086B810-132D-439F-97E9-BEA46773933C}" dt="2025-02-10T06:28:06.557" v="0" actId="729"/>
        <pc:sldMkLst>
          <pc:docMk/>
          <pc:sldMk cId="4191258995" sldId="300"/>
        </pc:sldMkLst>
      </pc:sldChg>
      <pc:sldChg chg="modSp mod">
        <pc:chgData name="Oderanti, Festus Oluseyi (Computational Sciences)" userId="559a3653-a41f-4a5e-b0aa-dafa2ac45b97" providerId="ADAL" clId="{E086B810-132D-439F-97E9-BEA46773933C}" dt="2025-02-10T06:28:33.942" v="1" actId="113"/>
        <pc:sldMkLst>
          <pc:docMk/>
          <pc:sldMk cId="1915152682" sldId="301"/>
        </pc:sldMkLst>
      </pc:sldChg>
      <pc:sldChg chg="addSp delSp modSp new mod chgLayout">
        <pc:chgData name="Oderanti, Festus Oluseyi (Computational Sciences)" userId="559a3653-a41f-4a5e-b0aa-dafa2ac45b97" providerId="ADAL" clId="{E086B810-132D-439F-97E9-BEA46773933C}" dt="2025-02-10T06:33:23.880" v="24" actId="14100"/>
        <pc:sldMkLst>
          <pc:docMk/>
          <pc:sldMk cId="3435562620" sldId="862"/>
        </pc:sldMkLst>
      </pc:sldChg>
    </pc:docChg>
  </pc:docChgLst>
  <pc:docChgLst>
    <pc:chgData name="Oderanti, Festus Oluseyi (Computational Sciences)" userId="559a3653-a41f-4a5e-b0aa-dafa2ac45b97" providerId="ADAL" clId="{4A6F0B8A-5BA5-45A4-A19C-BCCE4F95E969}"/>
    <pc:docChg chg="modSld">
      <pc:chgData name="Oderanti, Festus Oluseyi (Computational Sciences)" userId="559a3653-a41f-4a5e-b0aa-dafa2ac45b97" providerId="ADAL" clId="{4A6F0B8A-5BA5-45A4-A19C-BCCE4F95E969}" dt="2023-11-27T20:21:35.273" v="10"/>
      <pc:docMkLst>
        <pc:docMk/>
      </pc:docMkLst>
      <pc:sldChg chg="modSp mod modTransition">
        <pc:chgData name="Oderanti, Festus Oluseyi (Computational Sciences)" userId="559a3653-a41f-4a5e-b0aa-dafa2ac45b97" providerId="ADAL" clId="{4A6F0B8A-5BA5-45A4-A19C-BCCE4F95E969}" dt="2023-11-26T05:01:40.516" v="2"/>
        <pc:sldMkLst>
          <pc:docMk/>
          <pc:sldMk cId="783739237" sldId="305"/>
        </pc:sldMkLst>
      </pc:sldChg>
      <pc:sldChg chg="modTransition">
        <pc:chgData name="Oderanti, Festus Oluseyi (Computational Sciences)" userId="559a3653-a41f-4a5e-b0aa-dafa2ac45b97" providerId="ADAL" clId="{4A6F0B8A-5BA5-45A4-A19C-BCCE4F95E969}" dt="2023-11-27T20:20:57.019" v="5"/>
        <pc:sldMkLst>
          <pc:docMk/>
          <pc:sldMk cId="1418748376" sldId="384"/>
        </pc:sldMkLst>
      </pc:sldChg>
      <pc:sldChg chg="modTransition">
        <pc:chgData name="Oderanti, Festus Oluseyi (Computational Sciences)" userId="559a3653-a41f-4a5e-b0aa-dafa2ac45b97" providerId="ADAL" clId="{4A6F0B8A-5BA5-45A4-A19C-BCCE4F95E969}" dt="2023-11-27T20:21:12.603" v="8"/>
        <pc:sldMkLst>
          <pc:docMk/>
          <pc:sldMk cId="0" sldId="472"/>
        </pc:sldMkLst>
      </pc:sldChg>
      <pc:sldChg chg="modTransition">
        <pc:chgData name="Oderanti, Festus Oluseyi (Computational Sciences)" userId="559a3653-a41f-4a5e-b0aa-dafa2ac45b97" providerId="ADAL" clId="{4A6F0B8A-5BA5-45A4-A19C-BCCE4F95E969}" dt="2023-11-26T05:01:55.502" v="4"/>
        <pc:sldMkLst>
          <pc:docMk/>
          <pc:sldMk cId="192280167" sldId="731"/>
        </pc:sldMkLst>
      </pc:sldChg>
      <pc:sldChg chg="modTransition">
        <pc:chgData name="Oderanti, Festus Oluseyi (Computational Sciences)" userId="559a3653-a41f-4a5e-b0aa-dafa2ac45b97" providerId="ADAL" clId="{4A6F0B8A-5BA5-45A4-A19C-BCCE4F95E969}" dt="2023-11-27T20:21:03.542" v="6"/>
        <pc:sldMkLst>
          <pc:docMk/>
          <pc:sldMk cId="4289212303" sldId="855"/>
        </pc:sldMkLst>
      </pc:sldChg>
      <pc:sldChg chg="modTransition">
        <pc:chgData name="Oderanti, Festus Oluseyi (Computational Sciences)" userId="559a3653-a41f-4a5e-b0aa-dafa2ac45b97" providerId="ADAL" clId="{4A6F0B8A-5BA5-45A4-A19C-BCCE4F95E969}" dt="2023-11-27T20:21:08.910" v="7"/>
        <pc:sldMkLst>
          <pc:docMk/>
          <pc:sldMk cId="1350137486" sldId="857"/>
        </pc:sldMkLst>
      </pc:sldChg>
      <pc:sldChg chg="modTransition">
        <pc:chgData name="Oderanti, Festus Oluseyi (Computational Sciences)" userId="559a3653-a41f-4a5e-b0aa-dafa2ac45b97" providerId="ADAL" clId="{4A6F0B8A-5BA5-45A4-A19C-BCCE4F95E969}" dt="2023-11-27T20:21:35.273" v="10"/>
        <pc:sldMkLst>
          <pc:docMk/>
          <pc:sldMk cId="3882106695" sldId="859"/>
        </pc:sldMkLst>
      </pc:sldChg>
      <pc:sldChg chg="modTransition">
        <pc:chgData name="Oderanti, Festus Oluseyi (Computational Sciences)" userId="559a3653-a41f-4a5e-b0aa-dafa2ac45b97" providerId="ADAL" clId="{4A6F0B8A-5BA5-45A4-A19C-BCCE4F95E969}" dt="2023-11-27T20:21:30.805" v="9"/>
        <pc:sldMkLst>
          <pc:docMk/>
          <pc:sldMk cId="2332390581" sldId="860"/>
        </pc:sldMkLst>
      </pc:sldChg>
    </pc:docChg>
  </pc:docChgLst>
  <pc:docChgLst>
    <pc:chgData name="Oderanti, Festus Oluseyi (Computational Sciences)" userId="559a3653-a41f-4a5e-b0aa-dafa2ac45b97" providerId="ADAL" clId="{66DC46F0-4754-49D6-9737-AB32933926B8}"/>
    <pc:docChg chg="custSel modSld">
      <pc:chgData name="Oderanti, Festus Oluseyi (Computational Sciences)" userId="559a3653-a41f-4a5e-b0aa-dafa2ac45b97" providerId="ADAL" clId="{66DC46F0-4754-49D6-9737-AB32933926B8}" dt="2025-09-17T07:17:10.623" v="284" actId="20577"/>
      <pc:docMkLst>
        <pc:docMk/>
      </pc:docMkLst>
      <pc:sldChg chg="modSp mod">
        <pc:chgData name="Oderanti, Festus Oluseyi (Computational Sciences)" userId="559a3653-a41f-4a5e-b0aa-dafa2ac45b97" providerId="ADAL" clId="{66DC46F0-4754-49D6-9737-AB32933926B8}" dt="2025-09-17T07:17:10.623" v="284" actId="20577"/>
        <pc:sldMkLst>
          <pc:docMk/>
          <pc:sldMk cId="3913639261" sldId="861"/>
        </pc:sldMkLst>
        <pc:spChg chg="mod">
          <ac:chgData name="Oderanti, Festus Oluseyi (Computational Sciences)" userId="559a3653-a41f-4a5e-b0aa-dafa2ac45b97" providerId="ADAL" clId="{66DC46F0-4754-49D6-9737-AB32933926B8}" dt="2025-09-17T07:17:10.623" v="284" actId="20577"/>
          <ac:spMkLst>
            <pc:docMk/>
            <pc:sldMk cId="3913639261" sldId="861"/>
            <ac:spMk id="6" creationId="{9426901C-A0CF-47F0-895E-53DE29796813}"/>
          </ac:spMkLst>
        </pc:spChg>
      </pc:sldChg>
    </pc:docChg>
  </pc:docChgLst>
  <pc:docChgLst>
    <pc:chgData name="Oderanti, Festus Oluseyi (Computational Sciences)" userId="559a3653-a41f-4a5e-b0aa-dafa2ac45b97" providerId="ADAL" clId="{6AA0DA78-2D7A-4E4A-B9C3-63B04805E85E}"/>
    <pc:docChg chg="custSel addSld modSld">
      <pc:chgData name="Oderanti, Festus Oluseyi (Computational Sciences)" userId="559a3653-a41f-4a5e-b0aa-dafa2ac45b97" providerId="ADAL" clId="{6AA0DA78-2D7A-4E4A-B9C3-63B04805E85E}" dt="2024-11-22T19:13:23.820" v="75" actId="20577"/>
      <pc:docMkLst>
        <pc:docMk/>
      </pc:docMkLst>
      <pc:sldChg chg="modSp">
        <pc:chgData name="Oderanti, Festus Oluseyi (Computational Sciences)" userId="559a3653-a41f-4a5e-b0aa-dafa2ac45b97" providerId="ADAL" clId="{6AA0DA78-2D7A-4E4A-B9C3-63B04805E85E}" dt="2024-11-17T21:26:31.281" v="0" actId="1076"/>
        <pc:sldMkLst>
          <pc:docMk/>
          <pc:sldMk cId="829920225" sldId="378"/>
        </pc:sldMkLst>
      </pc:sldChg>
      <pc:sldChg chg="delSp modSp add mod">
        <pc:chgData name="Oderanti, Festus Oluseyi (Computational Sciences)" userId="559a3653-a41f-4a5e-b0aa-dafa2ac45b97" providerId="ADAL" clId="{6AA0DA78-2D7A-4E4A-B9C3-63B04805E85E}" dt="2024-11-22T19:13:23.820" v="75" actId="20577"/>
        <pc:sldMkLst>
          <pc:docMk/>
          <pc:sldMk cId="3913639261" sldId="861"/>
        </pc:sldMkLst>
      </pc:sldChg>
    </pc:docChg>
  </pc:docChgLst>
  <pc:docChgLst>
    <pc:chgData name="Oderanti, Festus Oluseyi (Computational Sciences)" userId="559a3653-a41f-4a5e-b0aa-dafa2ac45b97" providerId="ADAL" clId="{D31437E9-79B0-42A6-B465-6A9E7E946896}"/>
    <pc:docChg chg="modSld">
      <pc:chgData name="Oderanti, Festus Oluseyi (Computational Sciences)" userId="559a3653-a41f-4a5e-b0aa-dafa2ac45b97" providerId="ADAL" clId="{D31437E9-79B0-42A6-B465-6A9E7E946896}" dt="2025-04-28T06:06:47.843" v="5" actId="729"/>
      <pc:docMkLst>
        <pc:docMk/>
      </pc:docMkLst>
      <pc:sldChg chg="modSp">
        <pc:chgData name="Oderanti, Festus Oluseyi (Computational Sciences)" userId="559a3653-a41f-4a5e-b0aa-dafa2ac45b97" providerId="ADAL" clId="{D31437E9-79B0-42A6-B465-6A9E7E946896}" dt="2025-04-22T03:37:33.670" v="0" actId="14100"/>
        <pc:sldMkLst>
          <pc:docMk/>
          <pc:sldMk cId="1902285297" sldId="295"/>
        </pc:sldMkLst>
      </pc:sldChg>
      <pc:sldChg chg="modSp mod">
        <pc:chgData name="Oderanti, Festus Oluseyi (Computational Sciences)" userId="559a3653-a41f-4a5e-b0aa-dafa2ac45b97" providerId="ADAL" clId="{D31437E9-79B0-42A6-B465-6A9E7E946896}" dt="2025-04-25T18:53:34.002" v="3" actId="1036"/>
        <pc:sldMkLst>
          <pc:docMk/>
          <pc:sldMk cId="313404466" sldId="304"/>
        </pc:sldMkLst>
      </pc:sldChg>
      <pc:sldChg chg="mod modShow">
        <pc:chgData name="Oderanti, Festus Oluseyi (Computational Sciences)" userId="559a3653-a41f-4a5e-b0aa-dafa2ac45b97" providerId="ADAL" clId="{D31437E9-79B0-42A6-B465-6A9E7E946896}" dt="2025-04-28T06:06:45.097" v="4" actId="729"/>
        <pc:sldMkLst>
          <pc:docMk/>
          <pc:sldMk cId="783739237" sldId="305"/>
        </pc:sldMkLst>
      </pc:sldChg>
      <pc:sldChg chg="mod modShow">
        <pc:chgData name="Oderanti, Festus Oluseyi (Computational Sciences)" userId="559a3653-a41f-4a5e-b0aa-dafa2ac45b97" providerId="ADAL" clId="{D31437E9-79B0-42A6-B465-6A9E7E946896}" dt="2025-04-28T06:06:47.843" v="5" actId="729"/>
        <pc:sldMkLst>
          <pc:docMk/>
          <pc:sldMk cId="192280167" sldId="731"/>
        </pc:sldMkLst>
      </pc:sldChg>
    </pc:docChg>
  </pc:docChgLst>
  <pc:docChgLst>
    <pc:chgData name="Oderanti, Festus Oluseyi (Computational Sciences)" userId="559a3653-a41f-4a5e-b0aa-dafa2ac45b97" providerId="ADAL" clId="{F8132714-BB59-488F-89FE-F57C2D5C6C86}"/>
    <pc:docChg chg="modSld">
      <pc:chgData name="Oderanti, Festus Oluseyi (Computational Sciences)" userId="559a3653-a41f-4a5e-b0aa-dafa2ac45b97" providerId="ADAL" clId="{F8132714-BB59-488F-89FE-F57C2D5C6C86}" dt="2024-09-13T15:57:18.737" v="2" actId="729"/>
      <pc:docMkLst>
        <pc:docMk/>
      </pc:docMkLst>
      <pc:sldChg chg="mod modShow">
        <pc:chgData name="Oderanti, Festus Oluseyi (Computational Sciences)" userId="559a3653-a41f-4a5e-b0aa-dafa2ac45b97" providerId="ADAL" clId="{F8132714-BB59-488F-89FE-F57C2D5C6C86}" dt="2024-09-13T05:28:30.607" v="0" actId="729"/>
        <pc:sldMkLst>
          <pc:docMk/>
          <pc:sldMk cId="783739237" sldId="305"/>
        </pc:sldMkLst>
      </pc:sldChg>
      <pc:sldChg chg="mod modShow">
        <pc:chgData name="Oderanti, Festus Oluseyi (Computational Sciences)" userId="559a3653-a41f-4a5e-b0aa-dafa2ac45b97" providerId="ADAL" clId="{F8132714-BB59-488F-89FE-F57C2D5C6C86}" dt="2024-09-13T15:57:18.737" v="2" actId="729"/>
        <pc:sldMkLst>
          <pc:docMk/>
          <pc:sldMk cId="1418748376" sldId="384"/>
        </pc:sldMkLst>
      </pc:sldChg>
      <pc:sldChg chg="mod modShow">
        <pc:chgData name="Oderanti, Festus Oluseyi (Computational Sciences)" userId="559a3653-a41f-4a5e-b0aa-dafa2ac45b97" providerId="ADAL" clId="{F8132714-BB59-488F-89FE-F57C2D5C6C86}" dt="2024-09-13T05:28:33.158" v="1" actId="729"/>
        <pc:sldMkLst>
          <pc:docMk/>
          <pc:sldMk cId="192280167" sldId="7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4DE228-AE85-4E04-89A9-15318CE0E89B}"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03D67-6C38-4307-9352-C4F574E18AA2}" type="slidenum">
              <a:rPr lang="en-US" smtClean="0"/>
              <a:t>‹#›</a:t>
            </a:fld>
            <a:endParaRPr lang="en-US"/>
          </a:p>
        </p:txBody>
      </p:sp>
    </p:spTree>
    <p:extLst>
      <p:ext uri="{BB962C8B-B14F-4D97-AF65-F5344CB8AC3E}">
        <p14:creationId xmlns:p14="http://schemas.microsoft.com/office/powerpoint/2010/main" val="764173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Slide Image Placeholder 1">
            <a:extLst>
              <a:ext uri="{FF2B5EF4-FFF2-40B4-BE49-F238E27FC236}">
                <a16:creationId xmlns:a16="http://schemas.microsoft.com/office/drawing/2014/main" id="{DC9A462A-27BB-47E3-B458-3CD16C4205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6787" name="Notes Placeholder 2">
            <a:extLst>
              <a:ext uri="{FF2B5EF4-FFF2-40B4-BE49-F238E27FC236}">
                <a16:creationId xmlns:a16="http://schemas.microsoft.com/office/drawing/2014/main" id="{10749876-CB66-4EA5-98CF-212A4BA848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7812" name="Slide Number Placeholder 3">
            <a:extLst>
              <a:ext uri="{FF2B5EF4-FFF2-40B4-BE49-F238E27FC236}">
                <a16:creationId xmlns:a16="http://schemas.microsoft.com/office/drawing/2014/main" id="{AEE6F4F6-6705-4139-8092-7B2DC453DF0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158D97-7267-47C8-A49F-C3A3D6A432CB}"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Tree>
    <p:extLst>
      <p:ext uri="{BB962C8B-B14F-4D97-AF65-F5344CB8AC3E}">
        <p14:creationId xmlns:p14="http://schemas.microsoft.com/office/powerpoint/2010/main" val="2966614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EB2EECD0-4A3A-442F-8278-50422932DB9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4A0C9033-C5B5-4F37-B7EA-95BC3A749E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Organizational Network Analysis</a:t>
            </a:r>
          </a:p>
          <a:p>
            <a:endParaRPr lang="en-US" altLang="en-US"/>
          </a:p>
          <a:p>
            <a:endParaRPr lang="en-US" altLang="en-US"/>
          </a:p>
        </p:txBody>
      </p:sp>
      <p:sp>
        <p:nvSpPr>
          <p:cNvPr id="100356" name="Slide Number Placeholder 3">
            <a:extLst>
              <a:ext uri="{FF2B5EF4-FFF2-40B4-BE49-F238E27FC236}">
                <a16:creationId xmlns:a16="http://schemas.microsoft.com/office/drawing/2014/main" id="{10FECC7B-A781-48B6-8B1B-818C6923752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056643-AA4A-4E3D-A017-33F35931B87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https://www.youtube.com/watch?v=Z1W4E2d4Yxo</a:t>
            </a:r>
          </a:p>
        </p:txBody>
      </p:sp>
      <p:sp>
        <p:nvSpPr>
          <p:cNvPr id="4" name="Slide Number Placeholder 3"/>
          <p:cNvSpPr>
            <a:spLocks noGrp="1"/>
          </p:cNvSpPr>
          <p:nvPr>
            <p:ph type="sldNum" sz="quarter" idx="5"/>
          </p:nvPr>
        </p:nvSpPr>
        <p:spPr/>
        <p:txBody>
          <a:bodyPr/>
          <a:lstStyle/>
          <a:p>
            <a:fld id="{E6403D67-6C38-4307-9352-C4F574E18AA2}" type="slidenum">
              <a:rPr lang="en-US" smtClean="0"/>
              <a:t>30</a:t>
            </a:fld>
            <a:endParaRPr lang="en-US"/>
          </a:p>
        </p:txBody>
      </p:sp>
    </p:spTree>
    <p:extLst>
      <p:ext uri="{BB962C8B-B14F-4D97-AF65-F5344CB8AC3E}">
        <p14:creationId xmlns:p14="http://schemas.microsoft.com/office/powerpoint/2010/main" val="3340020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 Id="rId9"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11.png"/><Relationship Id="rId4"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ct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fld id="{EEA5F129-7024-463E-8621-3A189627D4EC}" type="datetime1">
              <a:rPr lang="en-US" smtClean="0"/>
              <a:t>9/17/2025</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5DAB29F9-B162-46A8-A8B6-6B29404C7BBE}" type="slidenum">
              <a:rPr lang="en-US" smtClean="0"/>
              <a:t>‹#›</a:t>
            </a:fld>
            <a:endParaRPr lang="en-US"/>
          </a:p>
        </p:txBody>
      </p:sp>
      <p:sp>
        <p:nvSpPr>
          <p:cNvPr id="14" name="Footer Placeholder 18"/>
          <p:cNvSpPr>
            <a:spLocks noGrp="1"/>
          </p:cNvSpPr>
          <p:nvPr>
            <p:ph type="ftr" sz="quarter" idx="12"/>
          </p:nvPr>
        </p:nvSpPr>
        <p:spPr>
          <a:xfrm>
            <a:off x="3657600" y="6408739"/>
            <a:ext cx="5317067" cy="365125"/>
          </a:xfrm>
        </p:spPr>
        <p:txBody>
          <a:bodyPr/>
          <a:lstStyle>
            <a:lvl1pPr>
              <a:defRPr>
                <a:solidFill>
                  <a:schemeClr val="accent1">
                    <a:tint val="20000"/>
                  </a:schemeClr>
                </a:solidFill>
              </a:defRPr>
            </a:lvl1pPr>
            <a:extLst/>
          </a:lstStyle>
          <a:p>
            <a:r>
              <a:rPr lang="en-US"/>
              <a:t>© Copyright 1992-2018 by Pearson Education, Inc. All Rights Reserved.</a:t>
            </a:r>
          </a:p>
        </p:txBody>
      </p:sp>
    </p:spTree>
    <p:extLst>
      <p:ext uri="{BB962C8B-B14F-4D97-AF65-F5344CB8AC3E}">
        <p14:creationId xmlns:p14="http://schemas.microsoft.com/office/powerpoint/2010/main" val="1767490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p:cNvSpPr>
            <a:spLocks noGrp="1"/>
          </p:cNvSpPr>
          <p:nvPr>
            <p:ph type="dt" sz="half" idx="10"/>
          </p:nvPr>
        </p:nvSpPr>
        <p:spPr/>
        <p:txBody>
          <a:bodyPr/>
          <a:lstStyle>
            <a:lvl1pPr>
              <a:defRPr smtClean="0"/>
            </a:lvl1pPr>
            <a:extLst/>
          </a:lstStyle>
          <a:p>
            <a:fld id="{AAB23223-F247-4012-A4CF-680C526C2CB3}" type="datetime1">
              <a:rPr lang="en-US" smtClean="0"/>
              <a:t>9/17/2025</a:t>
            </a:fld>
            <a:endParaRPr lang="en-US"/>
          </a:p>
        </p:txBody>
      </p:sp>
      <p:sp>
        <p:nvSpPr>
          <p:cNvPr id="8" name="Footer Placeholder 4"/>
          <p:cNvSpPr>
            <a:spLocks noGrp="1"/>
          </p:cNvSpPr>
          <p:nvPr>
            <p:ph type="ftr" sz="quarter" idx="11"/>
          </p:nvPr>
        </p:nvSpPr>
        <p:spPr>
          <a:xfrm>
            <a:off x="5486400" y="6408739"/>
            <a:ext cx="3488267" cy="365125"/>
          </a:xfrm>
        </p:spPr>
        <p:txBody>
          <a:bodyPr/>
          <a:lstStyle>
            <a:lvl1pPr>
              <a:defRPr/>
            </a:lvl1pPr>
            <a:extLst/>
          </a:lstStyle>
          <a:p>
            <a:r>
              <a:rPr lang="en-US"/>
              <a:t>© Copyright 1992-2018 by Pearson Education, Inc. All Rights Reserved.</a:t>
            </a:r>
          </a:p>
        </p:txBody>
      </p:sp>
      <p:sp>
        <p:nvSpPr>
          <p:cNvPr id="9" name="Slide Number Placeholder 5"/>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1994031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Edit Master text styles</a:t>
            </a:r>
          </a:p>
        </p:txBody>
      </p:sp>
      <p:sp>
        <p:nvSpPr>
          <p:cNvPr id="6" name="Date Placeholder 3"/>
          <p:cNvSpPr>
            <a:spLocks noGrp="1"/>
          </p:cNvSpPr>
          <p:nvPr>
            <p:ph type="dt" sz="half" idx="10"/>
          </p:nvPr>
        </p:nvSpPr>
        <p:spPr/>
        <p:txBody>
          <a:bodyPr/>
          <a:lstStyle>
            <a:lvl1pPr>
              <a:defRPr smtClean="0"/>
            </a:lvl1pPr>
            <a:extLst/>
          </a:lstStyle>
          <a:p>
            <a:fld id="{2ABB5456-EA34-4E55-A655-8F491F856808}" type="datetime1">
              <a:rPr lang="en-US" smtClean="0"/>
              <a:t>9/17/2025</a:t>
            </a:fld>
            <a:endParaRPr lang="en-US"/>
          </a:p>
        </p:txBody>
      </p:sp>
      <p:sp>
        <p:nvSpPr>
          <p:cNvPr id="7" name="Footer Placeholder 4"/>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8" name="Slide Number Placeholder 5"/>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5082295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smtClean="0"/>
            </a:lvl1pPr>
            <a:extLst/>
          </a:lstStyle>
          <a:p>
            <a:fld id="{8606FAAA-EC34-43E3-B205-9B184A97CB76}" type="datetime1">
              <a:rPr lang="en-US" smtClean="0"/>
              <a:t>9/17/2025</a:t>
            </a:fld>
            <a:endParaRPr lang="en-US"/>
          </a:p>
        </p:txBody>
      </p:sp>
      <p:sp>
        <p:nvSpPr>
          <p:cNvPr id="6" name="Footer Placeholder 5"/>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284715703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mtClean="0"/>
            </a:lvl1pPr>
            <a:extLst/>
          </a:lstStyle>
          <a:p>
            <a:fld id="{548F7F43-B152-46E9-857D-64A9BF1967A4}" type="datetime1">
              <a:rPr lang="en-US" smtClean="0"/>
              <a:t>9/17/2025</a:t>
            </a:fld>
            <a:endParaRPr lang="en-US"/>
          </a:p>
        </p:txBody>
      </p:sp>
      <p:sp>
        <p:nvSpPr>
          <p:cNvPr id="8" name="Footer Placeholder 7"/>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9" name="Slide Number Placeholder 8"/>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245086334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smtClean="0"/>
            </a:lvl1pPr>
            <a:extLst/>
          </a:lstStyle>
          <a:p>
            <a:fld id="{0AF797CD-0297-435F-B8FB-06B96C944CEE}" type="datetime1">
              <a:rPr lang="en-US" smtClean="0"/>
              <a:t>9/17/2025</a:t>
            </a:fld>
            <a:endParaRPr lang="en-US"/>
          </a:p>
        </p:txBody>
      </p:sp>
      <p:sp>
        <p:nvSpPr>
          <p:cNvPr id="4" name="Footer Placeholder 3"/>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5" name="Slide Number Placeholder 4"/>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2563567299"/>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1B6271CE-8A65-4361-B2DF-651A5F9AD53D}" type="datetime1">
              <a:rPr lang="en-US" smtClean="0"/>
              <a:t>9/17/2025</a:t>
            </a:fld>
            <a:endParaRPr lang="en-US"/>
          </a:p>
        </p:txBody>
      </p:sp>
      <p:sp>
        <p:nvSpPr>
          <p:cNvPr id="3" name="Footer Placeholder 21"/>
          <p:cNvSpPr>
            <a:spLocks noGrp="1"/>
          </p:cNvSpPr>
          <p:nvPr>
            <p:ph type="ftr" sz="quarter" idx="11"/>
          </p:nvPr>
        </p:nvSpPr>
        <p:spPr/>
        <p:txBody>
          <a:bodyPr/>
          <a:lstStyle>
            <a:lvl1pPr>
              <a:defRPr/>
            </a:lvl1pPr>
          </a:lstStyle>
          <a:p>
            <a:r>
              <a:rPr lang="en-US"/>
              <a:t>© Copyright 1992-2018 by Pearson Education, Inc. All Rights Reserved.</a:t>
            </a:r>
          </a:p>
        </p:txBody>
      </p:sp>
      <p:sp>
        <p:nvSpPr>
          <p:cNvPr id="4" name="Slide Number Placeholder 17"/>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95045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extLst/>
          </a:lstStyle>
          <a:p>
            <a:fld id="{C2AADA01-F7EC-4092-BD77-BFCC52D1346F}" type="datetime1">
              <a:rPr lang="en-US" smtClean="0"/>
              <a:t>9/17/2025</a:t>
            </a:fld>
            <a:endParaRPr lang="en-US"/>
          </a:p>
        </p:txBody>
      </p:sp>
      <p:sp>
        <p:nvSpPr>
          <p:cNvPr id="6" name="Footer Placeholder 5"/>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60754479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6" name="Freeform 18"/>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7" name="Right Triangle 6"/>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smtClean="0">
                <a:solidFill>
                  <a:schemeClr val="tx1"/>
                </a:solidFill>
              </a:defRPr>
            </a:lvl1pPr>
            <a:extLst/>
          </a:lstStyle>
          <a:p>
            <a:fld id="{2A564D7A-2BFE-45E2-A965-157E9834D4AA}" type="datetime1">
              <a:rPr lang="en-US" smtClean="0"/>
              <a:t>9/17/2025</a:t>
            </a:fld>
            <a:endParaRPr lang="en-US"/>
          </a:p>
        </p:txBody>
      </p:sp>
      <p:sp>
        <p:nvSpPr>
          <p:cNvPr id="12" name="Footer Placeholder 5"/>
          <p:cNvSpPr>
            <a:spLocks noGrp="1"/>
          </p:cNvSpPr>
          <p:nvPr>
            <p:ph type="ftr" sz="quarter" idx="11"/>
          </p:nvPr>
        </p:nvSpPr>
        <p:spPr>
          <a:xfrm>
            <a:off x="5839884" y="6408739"/>
            <a:ext cx="3134783" cy="365125"/>
          </a:xfrm>
        </p:spPr>
        <p:txBody>
          <a:bodyPr/>
          <a:lstStyle>
            <a:lvl1pPr>
              <a:defRPr>
                <a:solidFill>
                  <a:schemeClr val="tx1"/>
                </a:solidFill>
              </a:defRPr>
            </a:lvl1pPr>
            <a:extLst/>
          </a:lstStyle>
          <a:p>
            <a:r>
              <a:rPr lang="en-US"/>
              <a:t>© Copyright 1992-2018 by Pearson Education, Inc. All Rights Reserved.</a:t>
            </a:r>
          </a:p>
        </p:txBody>
      </p:sp>
      <p:sp>
        <p:nvSpPr>
          <p:cNvPr id="13" name="Slide Number Placeholder 6"/>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124280989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8B49F4B9-CB2A-4BEA-AAAF-D193C1594FF2}" type="datetime1">
              <a:rPr lang="en-US" smtClean="0"/>
              <a:t>9/17/2025</a:t>
            </a:fld>
            <a:endParaRPr lang="en-US"/>
          </a:p>
        </p:txBody>
      </p:sp>
      <p:sp>
        <p:nvSpPr>
          <p:cNvPr id="5" name="Footer Placeholder 21"/>
          <p:cNvSpPr>
            <a:spLocks noGrp="1"/>
          </p:cNvSpPr>
          <p:nvPr>
            <p:ph type="ftr" sz="quarter" idx="11"/>
          </p:nvPr>
        </p:nvSpPr>
        <p:spPr/>
        <p:txBody>
          <a:bodyPr/>
          <a:lstStyle>
            <a:lvl1pPr>
              <a:defRPr/>
            </a:lvl1pPr>
          </a:lstStyle>
          <a:p>
            <a:r>
              <a:rPr lang="en-US"/>
              <a:t>© Copyright 1992-2018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337329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ECE1B819-FBD7-42AA-873F-7C2A91D1C39A}" type="datetime1">
              <a:rPr lang="en-US" smtClean="0"/>
              <a:t>9/17/2025</a:t>
            </a:fld>
            <a:endParaRPr lang="en-US"/>
          </a:p>
        </p:txBody>
      </p:sp>
      <p:sp>
        <p:nvSpPr>
          <p:cNvPr id="5" name="Footer Placeholder 21"/>
          <p:cNvSpPr>
            <a:spLocks noGrp="1"/>
          </p:cNvSpPr>
          <p:nvPr>
            <p:ph type="ftr" sz="quarter" idx="11"/>
          </p:nvPr>
        </p:nvSpPr>
        <p:spPr/>
        <p:txBody>
          <a:bodyPr/>
          <a:lstStyle>
            <a:lvl1pPr>
              <a:defRPr/>
            </a:lvl1pPr>
          </a:lstStyle>
          <a:p>
            <a:r>
              <a:rPr lang="en-US"/>
              <a:t>© Copyright 1992-2018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28561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0846" y="254000"/>
            <a:ext cx="11617953" cy="6526752"/>
          </a:xfrm>
          <a:prstGeom prst="rect">
            <a:avLst/>
          </a:prstGeom>
        </p:spPr>
      </p:pic>
      <p:sp>
        <p:nvSpPr>
          <p:cNvPr id="2" name="Title 1"/>
          <p:cNvSpPr>
            <a:spLocks noGrp="1"/>
          </p:cNvSpPr>
          <p:nvPr>
            <p:ph type="ctrTitle"/>
          </p:nvPr>
        </p:nvSpPr>
        <p:spPr>
          <a:xfrm>
            <a:off x="931334" y="2712698"/>
            <a:ext cx="10329333"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931334" y="3352800"/>
            <a:ext cx="10329333"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4643120" y="223520"/>
            <a:ext cx="283464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2169499" y="481305"/>
            <a:ext cx="13378688" cy="99113"/>
          </a:xfrm>
          <a:prstGeom prst="rect">
            <a:avLst/>
          </a:prstGeom>
        </p:spPr>
      </p:pic>
      <p:sp>
        <p:nvSpPr>
          <p:cNvPr id="5" name="Rectangle 4"/>
          <p:cNvSpPr/>
          <p:nvPr userDrawn="1"/>
        </p:nvSpPr>
        <p:spPr>
          <a:xfrm>
            <a:off x="9083045" y="4885107"/>
            <a:ext cx="277372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153825" y="5389519"/>
            <a:ext cx="1316075"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11565985" y="5121742"/>
            <a:ext cx="367343"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9921425" y="6393019"/>
            <a:ext cx="514729"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10643085" y="5408381"/>
            <a:ext cx="591497" cy="327588"/>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10585831" y="5831840"/>
            <a:ext cx="897143" cy="745880"/>
          </a:xfrm>
          <a:prstGeom prst="rect">
            <a:avLst/>
          </a:prstGeom>
        </p:spPr>
      </p:pic>
      <p:sp>
        <p:nvSpPr>
          <p:cNvPr id="6" name="Footer Placeholder 5"/>
          <p:cNvSpPr>
            <a:spLocks noGrp="1"/>
          </p:cNvSpPr>
          <p:nvPr>
            <p:ph type="ftr" sz="quarter" idx="10"/>
          </p:nvPr>
        </p:nvSpPr>
        <p:spPr>
          <a:xfrm>
            <a:off x="1354563" y="6456818"/>
            <a:ext cx="8533107" cy="366183"/>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534712" cy="354164"/>
          </a:xfrm>
          <a:prstGeom prst="rect">
            <a:avLst/>
          </a:prstGeom>
        </p:spPr>
      </p:pic>
    </p:spTree>
    <p:extLst>
      <p:ext uri="{BB962C8B-B14F-4D97-AF65-F5344CB8AC3E}">
        <p14:creationId xmlns:p14="http://schemas.microsoft.com/office/powerpoint/2010/main" val="854871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522133" y="2228188"/>
            <a:ext cx="82296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3522133" y="2942671"/>
            <a:ext cx="82296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2130243" y="6487630"/>
            <a:ext cx="15231660"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7610" y="361954"/>
            <a:ext cx="2453993"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908921" y="1916271"/>
            <a:ext cx="1211427"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423336" y="3412226"/>
            <a:ext cx="795867" cy="1111005"/>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1172865" y="2604921"/>
            <a:ext cx="1468733"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87605" y="4534755"/>
            <a:ext cx="795784"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983389" y="4804754"/>
            <a:ext cx="336456" cy="650393"/>
          </a:xfrm>
          <a:prstGeom prst="rect">
            <a:avLst/>
          </a:prstGeom>
        </p:spPr>
      </p:pic>
      <p:sp>
        <p:nvSpPr>
          <p:cNvPr id="7" name="Footer Placeholder 6"/>
          <p:cNvSpPr>
            <a:spLocks noGrp="1"/>
          </p:cNvSpPr>
          <p:nvPr>
            <p:ph type="ftr" sz="quarter" idx="10"/>
          </p:nvPr>
        </p:nvSpPr>
        <p:spPr>
          <a:xfrm>
            <a:off x="2130244" y="6578466"/>
            <a:ext cx="9042257" cy="244535"/>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58294" y="6363035"/>
            <a:ext cx="1867052" cy="430858"/>
          </a:xfrm>
          <a:prstGeom prst="rect">
            <a:avLst/>
          </a:prstGeom>
        </p:spPr>
      </p:pic>
    </p:spTree>
    <p:extLst>
      <p:ext uri="{BB962C8B-B14F-4D97-AF65-F5344CB8AC3E}">
        <p14:creationId xmlns:p14="http://schemas.microsoft.com/office/powerpoint/2010/main" val="778294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0" y="406259"/>
            <a:ext cx="10701867"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87867" y="948267"/>
            <a:ext cx="11448288"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106224" y="222264"/>
            <a:ext cx="838656"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2130243" y="6487630"/>
            <a:ext cx="15231660" cy="90835"/>
          </a:xfrm>
          <a:prstGeom prst="rect">
            <a:avLst/>
          </a:prstGeom>
        </p:spPr>
      </p:pic>
      <p:sp>
        <p:nvSpPr>
          <p:cNvPr id="2" name="Footer Placeholder 1"/>
          <p:cNvSpPr>
            <a:spLocks noGrp="1"/>
          </p:cNvSpPr>
          <p:nvPr>
            <p:ph type="ftr" sz="quarter" idx="10"/>
          </p:nvPr>
        </p:nvSpPr>
        <p:spPr>
          <a:xfrm>
            <a:off x="2130244" y="6578466"/>
            <a:ext cx="9042257" cy="244535"/>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62904" y="6324601"/>
            <a:ext cx="1919265" cy="442907"/>
          </a:xfrm>
          <a:prstGeom prst="rect">
            <a:avLst/>
          </a:prstGeom>
        </p:spPr>
      </p:pic>
    </p:spTree>
    <p:extLst>
      <p:ext uri="{BB962C8B-B14F-4D97-AF65-F5344CB8AC3E}">
        <p14:creationId xmlns:p14="http://schemas.microsoft.com/office/powerpoint/2010/main" val="1493737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0" y="406259"/>
            <a:ext cx="10701867"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87867" y="948267"/>
            <a:ext cx="11448288"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106224" y="222264"/>
            <a:ext cx="838656"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2130243" y="6487630"/>
            <a:ext cx="15231660" cy="90835"/>
          </a:xfrm>
          <a:prstGeom prst="rect">
            <a:avLst/>
          </a:prstGeom>
        </p:spPr>
      </p:pic>
      <p:sp>
        <p:nvSpPr>
          <p:cNvPr id="3" name="Footer Placeholder 2"/>
          <p:cNvSpPr>
            <a:spLocks noGrp="1"/>
          </p:cNvSpPr>
          <p:nvPr>
            <p:ph type="ftr" sz="quarter" idx="10"/>
          </p:nvPr>
        </p:nvSpPr>
        <p:spPr>
          <a:xfrm>
            <a:off x="2130244" y="6578466"/>
            <a:ext cx="9042257" cy="244535"/>
          </a:xfrm>
        </p:spPr>
        <p:txBody>
          <a:bodyPr/>
          <a:lstStyle>
            <a:lvl1pPr>
              <a:defRPr sz="600"/>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80651" y="6305979"/>
            <a:ext cx="1870699" cy="431699"/>
          </a:xfrm>
          <a:prstGeom prst="rect">
            <a:avLst/>
          </a:prstGeom>
        </p:spPr>
      </p:pic>
    </p:spTree>
    <p:extLst>
      <p:ext uri="{BB962C8B-B14F-4D97-AF65-F5344CB8AC3E}">
        <p14:creationId xmlns:p14="http://schemas.microsoft.com/office/powerpoint/2010/main" val="190903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36841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0970"/>
            <a:ext cx="10972800" cy="290336"/>
          </a:xfrm>
        </p:spPr>
        <p:txBody>
          <a:bodyPr/>
          <a:lstStyle>
            <a:lvl1pPr>
              <a:defRPr/>
            </a:lvl1pPr>
          </a:lstStyle>
          <a:p>
            <a:r>
              <a:rPr lang="en-US" dirty="0"/>
              <a:t>Click to edit Master title style</a:t>
            </a:r>
            <a:endParaRPr lang="en-GB" dirty="0"/>
          </a:p>
        </p:txBody>
      </p:sp>
      <p:sp>
        <p:nvSpPr>
          <p:cNvPr id="3" name="Text Placeholder 2"/>
          <p:cNvSpPr>
            <a:spLocks noGrp="1"/>
          </p:cNvSpPr>
          <p:nvPr>
            <p:ph type="body" idx="1"/>
          </p:nvPr>
        </p:nvSpPr>
        <p:spPr>
          <a:xfrm>
            <a:off x="609600" y="1824010"/>
            <a:ext cx="5386917" cy="3508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160505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824010"/>
            <a:ext cx="5389033" cy="3508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160505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26814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3667" y="1905001"/>
            <a:ext cx="10242551"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973666" y="4344989"/>
            <a:ext cx="10242551"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4" name="Footer Placeholder 3"/>
          <p:cNvSpPr>
            <a:spLocks noGrp="1"/>
          </p:cNvSpPr>
          <p:nvPr>
            <p:ph type="ftr" sz="quarter" idx="3"/>
          </p:nvPr>
        </p:nvSpPr>
        <p:spPr>
          <a:xfrm>
            <a:off x="0" y="6356351"/>
            <a:ext cx="8153400" cy="365125"/>
          </a:xfrm>
          <a:prstGeom prst="rect">
            <a:avLst/>
          </a:prstGeom>
        </p:spPr>
        <p:txBody>
          <a:bodyPr vert="horz" lIns="91440" tIns="45720" rIns="91440" bIns="45720" rtlCol="0" anchor="ctr"/>
          <a:lstStyle>
            <a:lvl1pPr algn="ctr">
              <a:defRPr sz="1200">
                <a:solidFill>
                  <a:schemeClr val="tx1"/>
                </a:solidFill>
              </a:defRPr>
            </a:lvl1pPr>
          </a:lstStyle>
          <a:p>
            <a:pPr algn="l"/>
            <a:endParaRPr lang="en-US" dirty="0"/>
          </a:p>
        </p:txBody>
      </p:sp>
      <p:sp>
        <p:nvSpPr>
          <p:cNvPr id="5" name="Slide Number Placeholder 4"/>
          <p:cNvSpPr>
            <a:spLocks noGrp="1"/>
          </p:cNvSpPr>
          <p:nvPr>
            <p:ph type="sldNum" sz="quarter" idx="4"/>
          </p:nvPr>
        </p:nvSpPr>
        <p:spPr>
          <a:xfrm>
            <a:off x="11074400" y="6356351"/>
            <a:ext cx="914400" cy="365125"/>
          </a:xfrm>
          <a:prstGeom prst="rect">
            <a:avLst/>
          </a:prstGeom>
        </p:spPr>
        <p:txBody>
          <a:bodyPr vert="horz" lIns="91440" tIns="45720" rIns="91440" bIns="45720" rtlCol="0" anchor="ctr"/>
          <a:lstStyle>
            <a:lvl1pPr algn="r">
              <a:defRPr sz="1200">
                <a:solidFill>
                  <a:schemeClr val="tx1"/>
                </a:solidFill>
              </a:defRPr>
            </a:lvl1pPr>
          </a:lstStyle>
          <a:p>
            <a:fld id="{044B2593-B2CC-4D0D-ACEA-0DFFA9ACC67E}" type="slidenum">
              <a:rPr lang="en-US" smtClean="0"/>
              <a:pPr/>
              <a:t>‹#›</a:t>
            </a:fld>
            <a:endParaRPr lang="en-US" dirty="0"/>
          </a:p>
        </p:txBody>
      </p:sp>
      <p:sp>
        <p:nvSpPr>
          <p:cNvPr id="7" name="Content Placeholder 6"/>
          <p:cNvSpPr>
            <a:spLocks noGrp="1"/>
          </p:cNvSpPr>
          <p:nvPr>
            <p:ph sz="quarter" idx="10"/>
          </p:nvPr>
        </p:nvSpPr>
        <p:spPr>
          <a:xfrm>
            <a:off x="6908800" y="3505200"/>
            <a:ext cx="2336800" cy="443198"/>
          </a:xfrm>
        </p:spPr>
        <p:txBody>
          <a:bodyPr/>
          <a:lstStyle/>
          <a:p>
            <a:pPr lvl="0"/>
            <a:endParaRPr lang="en-IN" dirty="0"/>
          </a:p>
        </p:txBody>
      </p:sp>
    </p:spTree>
    <p:extLst>
      <p:ext uri="{BB962C8B-B14F-4D97-AF65-F5344CB8AC3E}">
        <p14:creationId xmlns:p14="http://schemas.microsoft.com/office/powerpoint/2010/main" val="3668484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
        <p:nvSpPr>
          <p:cNvPr id="5" name="Slide Number Placeholder 4"/>
          <p:cNvSpPr>
            <a:spLocks noGrp="1"/>
          </p:cNvSpPr>
          <p:nvPr>
            <p:ph type="sldNum" sz="quarter" idx="12"/>
          </p:nvPr>
        </p:nvSpPr>
        <p:spPr>
          <a:xfrm>
            <a:off x="10058400" y="6248400"/>
            <a:ext cx="1524000" cy="457200"/>
          </a:xfrm>
          <a:prstGeom prst="rect">
            <a:avLst/>
          </a:prstGeom>
        </p:spPr>
        <p:txBody>
          <a:bodyPr/>
          <a:lstStyle>
            <a:lvl1pPr>
              <a:defRPr>
                <a:latin typeface="+mn-lt"/>
              </a:defRPr>
            </a:lvl1pPr>
          </a:lstStyle>
          <a:p>
            <a:fld id="{D006E8F6-261F-4622-BD5D-ACCA7F648234}" type="slidenum">
              <a:rPr lang="en-US" altLang="en-US" smtClean="0"/>
              <a:pPr/>
              <a:t>‹#›</a:t>
            </a:fld>
            <a:endParaRPr lang="en-US" altLang="en-US"/>
          </a:p>
        </p:txBody>
      </p:sp>
    </p:spTree>
    <p:extLst>
      <p:ext uri="{BB962C8B-B14F-4D97-AF65-F5344CB8AC3E}">
        <p14:creationId xmlns:p14="http://schemas.microsoft.com/office/powerpoint/2010/main" val="10732869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508000" y="1411552"/>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3"/>
          </p:nvPr>
        </p:nvSpPr>
        <p:spPr>
          <a:xfrm>
            <a:off x="0" y="6356351"/>
            <a:ext cx="8153400" cy="365125"/>
          </a:xfrm>
          <a:prstGeom prst="rect">
            <a:avLst/>
          </a:prstGeom>
        </p:spPr>
        <p:txBody>
          <a:bodyPr vert="horz" lIns="91440" tIns="45720" rIns="91440" bIns="45720" rtlCol="0" anchor="ctr"/>
          <a:lstStyle>
            <a:lvl1pPr algn="ctr">
              <a:defRPr sz="1200">
                <a:solidFill>
                  <a:schemeClr val="tx1"/>
                </a:solidFill>
              </a:defRPr>
            </a:lvl1pPr>
          </a:lstStyle>
          <a:p>
            <a:pPr algn="l"/>
            <a:endParaRPr lang="en-US" dirty="0"/>
          </a:p>
        </p:txBody>
      </p:sp>
      <p:sp>
        <p:nvSpPr>
          <p:cNvPr id="5" name="Slide Number Placeholder 4"/>
          <p:cNvSpPr>
            <a:spLocks noGrp="1"/>
          </p:cNvSpPr>
          <p:nvPr>
            <p:ph type="sldNum" sz="quarter" idx="4"/>
          </p:nvPr>
        </p:nvSpPr>
        <p:spPr>
          <a:xfrm>
            <a:off x="11074400" y="6356351"/>
            <a:ext cx="914400" cy="365125"/>
          </a:xfrm>
          <a:prstGeom prst="rect">
            <a:avLst/>
          </a:prstGeom>
        </p:spPr>
        <p:txBody>
          <a:bodyPr vert="horz" lIns="91440" tIns="45720" rIns="91440" bIns="45720" rtlCol="0" anchor="ctr"/>
          <a:lstStyle>
            <a:lvl1pPr algn="r">
              <a:defRPr sz="1200">
                <a:solidFill>
                  <a:schemeClr val="tx1"/>
                </a:solidFill>
              </a:defRPr>
            </a:lvl1pPr>
          </a:lstStyle>
          <a:p>
            <a:fld id="{044B2593-B2CC-4D0D-ACEA-0DFFA9ACC67E}" type="slidenum">
              <a:rPr lang="en-US" smtClean="0"/>
              <a:pPr/>
              <a:t>‹#›</a:t>
            </a:fld>
            <a:endParaRPr lang="en-US" dirty="0"/>
          </a:p>
        </p:txBody>
      </p:sp>
    </p:spTree>
    <p:extLst>
      <p:ext uri="{BB962C8B-B14F-4D97-AF65-F5344CB8AC3E}">
        <p14:creationId xmlns:p14="http://schemas.microsoft.com/office/powerpoint/2010/main" val="21896770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08000" y="1412875"/>
            <a:ext cx="11176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3"/>
          </p:nvPr>
        </p:nvSpPr>
        <p:spPr>
          <a:xfrm>
            <a:off x="0" y="6356351"/>
            <a:ext cx="8153400" cy="365125"/>
          </a:xfrm>
          <a:prstGeom prst="rect">
            <a:avLst/>
          </a:prstGeom>
        </p:spPr>
        <p:txBody>
          <a:bodyPr vert="horz" lIns="91440" tIns="45720" rIns="91440" bIns="45720" rtlCol="0" anchor="ctr"/>
          <a:lstStyle>
            <a:lvl1pPr algn="ctr">
              <a:defRPr sz="1200">
                <a:solidFill>
                  <a:schemeClr val="tx1"/>
                </a:solidFill>
              </a:defRPr>
            </a:lvl1pPr>
          </a:lstStyle>
          <a:p>
            <a:pPr algn="l"/>
            <a:endParaRPr lang="en-US" dirty="0"/>
          </a:p>
        </p:txBody>
      </p:sp>
      <p:sp>
        <p:nvSpPr>
          <p:cNvPr id="5" name="Slide Number Placeholder 4"/>
          <p:cNvSpPr>
            <a:spLocks noGrp="1"/>
          </p:cNvSpPr>
          <p:nvPr>
            <p:ph type="sldNum" sz="quarter" idx="4"/>
          </p:nvPr>
        </p:nvSpPr>
        <p:spPr>
          <a:xfrm>
            <a:off x="11074400" y="6356351"/>
            <a:ext cx="914400" cy="365125"/>
          </a:xfrm>
          <a:prstGeom prst="rect">
            <a:avLst/>
          </a:prstGeom>
        </p:spPr>
        <p:txBody>
          <a:bodyPr vert="horz" lIns="91440" tIns="45720" rIns="91440" bIns="45720" rtlCol="0" anchor="ctr"/>
          <a:lstStyle>
            <a:lvl1pPr algn="r">
              <a:defRPr sz="1200">
                <a:solidFill>
                  <a:schemeClr val="tx1"/>
                </a:solidFill>
              </a:defRPr>
            </a:lvl1pPr>
          </a:lstStyle>
          <a:p>
            <a:fld id="{044B2593-B2CC-4D0D-ACEA-0DFFA9ACC67E}" type="slidenum">
              <a:rPr lang="en-US" smtClean="0"/>
              <a:pPr/>
              <a:t>‹#›</a:t>
            </a:fld>
            <a:endParaRPr lang="en-US" dirty="0"/>
          </a:p>
        </p:txBody>
      </p:sp>
    </p:spTree>
    <p:extLst>
      <p:ext uri="{BB962C8B-B14F-4D97-AF65-F5344CB8AC3E}">
        <p14:creationId xmlns:p14="http://schemas.microsoft.com/office/powerpoint/2010/main" val="351080459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411553"/>
            <a:ext cx="5486400" cy="1742015"/>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411553"/>
            <a:ext cx="5486400" cy="1742015"/>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4"/>
          <p:cNvSpPr>
            <a:spLocks noGrp="1"/>
          </p:cNvSpPr>
          <p:nvPr>
            <p:ph type="sldNum" sz="quarter" idx="4"/>
          </p:nvPr>
        </p:nvSpPr>
        <p:spPr>
          <a:xfrm>
            <a:off x="11074400" y="6356351"/>
            <a:ext cx="914400" cy="365125"/>
          </a:xfrm>
          <a:prstGeom prst="rect">
            <a:avLst/>
          </a:prstGeom>
        </p:spPr>
        <p:txBody>
          <a:bodyPr vert="horz" lIns="91440" tIns="45720" rIns="91440" bIns="45720" rtlCol="0" anchor="ctr"/>
          <a:lstStyle>
            <a:lvl1pPr algn="r">
              <a:defRPr sz="1200">
                <a:solidFill>
                  <a:schemeClr val="tx1"/>
                </a:solidFill>
              </a:defRPr>
            </a:lvl1pPr>
          </a:lstStyle>
          <a:p>
            <a:fld id="{044B2593-B2CC-4D0D-ACEA-0DFFA9ACC67E}" type="slidenum">
              <a:rPr lang="en-US" smtClean="0"/>
              <a:pPr/>
              <a:t>‹#›</a:t>
            </a:fld>
            <a:endParaRPr lang="en-US" dirty="0"/>
          </a:p>
        </p:txBody>
      </p:sp>
    </p:spTree>
    <p:extLst>
      <p:ext uri="{BB962C8B-B14F-4D97-AF65-F5344CB8AC3E}">
        <p14:creationId xmlns:p14="http://schemas.microsoft.com/office/powerpoint/2010/main" val="9130047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8000" y="1757802"/>
            <a:ext cx="5486400"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507999" y="2174875"/>
            <a:ext cx="54864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4642" y="1757802"/>
            <a:ext cx="5489359" cy="346249"/>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490632"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p:cNvSpPr>
            <a:spLocks noGrp="1"/>
          </p:cNvSpPr>
          <p:nvPr>
            <p:ph type="sldNum" sz="quarter" idx="12"/>
          </p:nvPr>
        </p:nvSpPr>
        <p:spPr>
          <a:xfrm>
            <a:off x="10058400" y="6248400"/>
            <a:ext cx="1524000" cy="457200"/>
          </a:xfrm>
          <a:prstGeom prst="rect">
            <a:avLst/>
          </a:prstGeom>
        </p:spPr>
        <p:txBody>
          <a:bodyPr/>
          <a:lstStyle>
            <a:lvl1pPr>
              <a:defRPr>
                <a:latin typeface="+mn-lt"/>
              </a:defRPr>
            </a:lvl1pPr>
          </a:lstStyle>
          <a:p>
            <a:fld id="{D006E8F6-261F-4622-BD5D-ACCA7F648234}" type="slidenum">
              <a:rPr lang="en-US" altLang="en-US" smtClean="0"/>
              <a:pPr/>
              <a:t>‹#›</a:t>
            </a:fld>
            <a:endParaRPr lang="en-US" altLang="en-US"/>
          </a:p>
        </p:txBody>
      </p:sp>
    </p:spTree>
    <p:extLst>
      <p:ext uri="{BB962C8B-B14F-4D97-AF65-F5344CB8AC3E}">
        <p14:creationId xmlns:p14="http://schemas.microsoft.com/office/powerpoint/2010/main" val="426239545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4"/>
          <p:cNvSpPr>
            <a:spLocks noGrp="1"/>
          </p:cNvSpPr>
          <p:nvPr>
            <p:ph type="sldNum" sz="quarter" idx="12"/>
          </p:nvPr>
        </p:nvSpPr>
        <p:spPr>
          <a:xfrm>
            <a:off x="10058400" y="6248400"/>
            <a:ext cx="1524000" cy="457200"/>
          </a:xfrm>
          <a:prstGeom prst="rect">
            <a:avLst/>
          </a:prstGeom>
        </p:spPr>
        <p:txBody>
          <a:bodyPr/>
          <a:lstStyle>
            <a:lvl1pPr>
              <a:defRPr>
                <a:latin typeface="+mn-lt"/>
              </a:defRPr>
            </a:lvl1pPr>
          </a:lstStyle>
          <a:p>
            <a:fld id="{D006E8F6-261F-4622-BD5D-ACCA7F648234}" type="slidenum">
              <a:rPr lang="en-US" altLang="en-US" smtClean="0"/>
              <a:pPr/>
              <a:t>‹#›</a:t>
            </a:fld>
            <a:endParaRPr lang="en-US" altLang="en-US"/>
          </a:p>
        </p:txBody>
      </p:sp>
    </p:spTree>
    <p:extLst>
      <p:ext uri="{BB962C8B-B14F-4D97-AF65-F5344CB8AC3E}">
        <p14:creationId xmlns:p14="http://schemas.microsoft.com/office/powerpoint/2010/main" val="324346707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10058400" y="6248400"/>
            <a:ext cx="1524000" cy="457200"/>
          </a:xfrm>
          <a:prstGeom prst="rect">
            <a:avLst/>
          </a:prstGeom>
        </p:spPr>
        <p:txBody>
          <a:bodyPr/>
          <a:lstStyle>
            <a:lvl1pPr>
              <a:defRPr>
                <a:latin typeface="+mn-lt"/>
              </a:defRPr>
            </a:lvl1pPr>
          </a:lstStyle>
          <a:p>
            <a:fld id="{D006E8F6-261F-4622-BD5D-ACCA7F648234}" type="slidenum">
              <a:rPr lang="en-US" altLang="en-US" smtClean="0"/>
              <a:pPr/>
              <a:t>‹#›</a:t>
            </a:fld>
            <a:endParaRPr lang="en-US" altLang="en-US"/>
          </a:p>
        </p:txBody>
      </p:sp>
    </p:spTree>
    <p:extLst>
      <p:ext uri="{BB962C8B-B14F-4D97-AF65-F5344CB8AC3E}">
        <p14:creationId xmlns:p14="http://schemas.microsoft.com/office/powerpoint/2010/main" val="227854106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10058400" y="6248400"/>
            <a:ext cx="1524000" cy="457200"/>
          </a:xfrm>
          <a:prstGeom prst="rect">
            <a:avLst/>
          </a:prstGeom>
        </p:spPr>
        <p:txBody>
          <a:bodyPr/>
          <a:lstStyle>
            <a:lvl1pPr>
              <a:defRPr>
                <a:latin typeface="+mn-lt"/>
              </a:defRPr>
            </a:lvl1pPr>
          </a:lstStyle>
          <a:p>
            <a:fld id="{D006E8F6-261F-4622-BD5D-ACCA7F648234}" type="slidenum">
              <a:rPr lang="en-US" altLang="en-US" smtClean="0"/>
              <a:pPr/>
              <a:t>‹#›</a:t>
            </a:fld>
            <a:endParaRPr lang="en-US" altLang="en-US"/>
          </a:p>
        </p:txBody>
      </p:sp>
    </p:spTree>
    <p:extLst>
      <p:ext uri="{BB962C8B-B14F-4D97-AF65-F5344CB8AC3E}">
        <p14:creationId xmlns:p14="http://schemas.microsoft.com/office/powerpoint/2010/main" val="25508320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0656996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08000" y="1411553"/>
            <a:ext cx="11176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92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extLst>
      <p:ext uri="{BB962C8B-B14F-4D97-AF65-F5344CB8AC3E}">
        <p14:creationId xmlns:p14="http://schemas.microsoft.com/office/powerpoint/2010/main" val="272240644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825625" y="649805"/>
            <a:ext cx="9390944"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825273" y="4344989"/>
            <a:ext cx="9390944"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962732" y="2355850"/>
            <a:ext cx="10253485"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
        <p:nvSpPr>
          <p:cNvPr id="5" name="Slide Number Placeholder 4"/>
          <p:cNvSpPr>
            <a:spLocks noGrp="1"/>
          </p:cNvSpPr>
          <p:nvPr>
            <p:ph type="sldNum" sz="quarter" idx="12"/>
          </p:nvPr>
        </p:nvSpPr>
        <p:spPr>
          <a:xfrm>
            <a:off x="10058400" y="6248400"/>
            <a:ext cx="1524000" cy="457200"/>
          </a:xfrm>
          <a:prstGeom prst="rect">
            <a:avLst/>
          </a:prstGeom>
        </p:spPr>
        <p:txBody>
          <a:bodyPr/>
          <a:lstStyle>
            <a:lvl1pPr>
              <a:defRPr>
                <a:latin typeface="+mn-lt"/>
              </a:defRPr>
            </a:lvl1pPr>
          </a:lstStyle>
          <a:p>
            <a:fld id="{D006E8F6-261F-4622-BD5D-ACCA7F648234}" type="slidenum">
              <a:rPr lang="en-US" altLang="en-US" smtClean="0"/>
              <a:pPr/>
              <a:t>‹#›</a:t>
            </a:fld>
            <a:endParaRPr lang="en-US" altLang="en-US"/>
          </a:p>
        </p:txBody>
      </p:sp>
    </p:spTree>
    <p:extLst>
      <p:ext uri="{BB962C8B-B14F-4D97-AF65-F5344CB8AC3E}">
        <p14:creationId xmlns:p14="http://schemas.microsoft.com/office/powerpoint/2010/main" val="347138173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6" descr="Article_PPT_Template-1.jpg">
            <a:extLst>
              <a:ext uri="{FF2B5EF4-FFF2-40B4-BE49-F238E27FC236}">
                <a16:creationId xmlns:a16="http://schemas.microsoft.com/office/drawing/2014/main" id="{F1747BA3-E63C-4B97-8C92-34B3A86D925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7251219" y="3422664"/>
            <a:ext cx="4945756" cy="1982154"/>
          </a:xfrm>
        </p:spPr>
        <p:txBody>
          <a:bodyPr>
            <a:noAutofit/>
          </a:bodyPr>
          <a:lstStyle>
            <a:lvl1pPr marL="0" indent="0" algn="l">
              <a:buNone/>
              <a:defRPr sz="2250" b="1">
                <a:solidFill>
                  <a:srgbClr val="536E75"/>
                </a:solidFill>
                <a:latin typeface="Arial"/>
                <a:cs typeface="Aria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7251223" y="1465263"/>
            <a:ext cx="4940780" cy="1708160"/>
          </a:xfrm>
        </p:spPr>
        <p:txBody>
          <a:bodyPr>
            <a:noAutofit/>
          </a:bodyPr>
          <a:lstStyle>
            <a:lvl1pPr marL="0" indent="0">
              <a:buNone/>
              <a:defRPr sz="1969"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587470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6" descr="Article_PPT_Template-2.jpg">
            <a:extLst>
              <a:ext uri="{FF2B5EF4-FFF2-40B4-BE49-F238E27FC236}">
                <a16:creationId xmlns:a16="http://schemas.microsoft.com/office/drawing/2014/main" id="{A9FB8136-03A9-4467-A867-33F09A4A9D0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1"/>
            <a:ext cx="12192000" cy="1060704"/>
          </a:xfrm>
          <a:noFill/>
          <a:ln>
            <a:noFill/>
          </a:ln>
        </p:spPr>
        <p:txBody>
          <a:bodyPr>
            <a:normAutofit/>
          </a:bodyPr>
          <a:lstStyle>
            <a:lvl1pPr algn="ctr">
              <a:lnSpc>
                <a:spcPct val="100000"/>
              </a:lnSpc>
              <a:defRPr sz="2025"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609604" y="1231271"/>
            <a:ext cx="10972800" cy="1928793"/>
          </a:xfrm>
        </p:spPr>
        <p:txBody>
          <a:bodyPr/>
          <a:lstStyle>
            <a:lvl1pPr marL="257175" indent="-257175">
              <a:buClr>
                <a:srgbClr val="34B14B"/>
              </a:buClr>
              <a:defRPr sz="1463" b="0" i="0">
                <a:latin typeface="Arial"/>
                <a:cs typeface="Arial"/>
              </a:defRPr>
            </a:lvl1pPr>
            <a:lvl2pPr marL="514350" indent="-257175">
              <a:buClr>
                <a:srgbClr val="34B14B"/>
              </a:buClr>
              <a:defRPr sz="1350" b="0" i="0">
                <a:latin typeface="Arial"/>
                <a:cs typeface="Arial"/>
              </a:defRPr>
            </a:lvl2pPr>
            <a:lvl3pPr marL="771525" indent="-257175">
              <a:buClr>
                <a:srgbClr val="34B14B"/>
              </a:buClr>
              <a:buFont typeface="Wingdings" pitchFamily="2" charset="2"/>
              <a:buChar char="§"/>
              <a:defRPr sz="1238" b="0" i="0">
                <a:latin typeface="Arial"/>
                <a:cs typeface="Arial"/>
              </a:defRPr>
            </a:lvl3pPr>
            <a:lvl4pPr marL="1028700" indent="-257175">
              <a:buClr>
                <a:srgbClr val="34B14B"/>
              </a:buClr>
              <a:buFont typeface="Courier New" pitchFamily="49" charset="0"/>
              <a:buChar char="o"/>
              <a:defRPr b="0" i="0">
                <a:latin typeface="Arial"/>
                <a:cs typeface="Arial"/>
              </a:defRPr>
            </a:lvl4pPr>
            <a:lvl5pPr marL="1285875" indent="-257175">
              <a:buClr>
                <a:srgbClr val="34B14B"/>
              </a:buClr>
              <a:defRPr sz="1013"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0"/>
          </p:nvPr>
        </p:nvSpPr>
        <p:spPr>
          <a:xfrm>
            <a:off x="950388" y="4451350"/>
            <a:ext cx="9072033" cy="137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48750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5" name="Picture 6" descr="Article_PPT_Template-2.jpg">
            <a:extLst>
              <a:ext uri="{FF2B5EF4-FFF2-40B4-BE49-F238E27FC236}">
                <a16:creationId xmlns:a16="http://schemas.microsoft.com/office/drawing/2014/main" id="{164C1447-000E-4252-9587-9CB63EAE3D8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2"/>
          <p:cNvSpPr>
            <a:spLocks noGrp="1"/>
          </p:cNvSpPr>
          <p:nvPr>
            <p:ph sz="half" idx="1"/>
          </p:nvPr>
        </p:nvSpPr>
        <p:spPr>
          <a:xfrm>
            <a:off x="609600" y="1234440"/>
            <a:ext cx="5384800" cy="4892040"/>
          </a:xfrm>
        </p:spPr>
        <p:txBody>
          <a:bodyPr/>
          <a:lstStyle>
            <a:lvl1pPr>
              <a:buClr>
                <a:srgbClr val="34B14B"/>
              </a:buClr>
              <a:defRPr sz="1688">
                <a:latin typeface="Arial"/>
                <a:cs typeface="Arial"/>
              </a:defRPr>
            </a:lvl1pPr>
            <a:lvl2pPr>
              <a:buClr>
                <a:srgbClr val="34B14B"/>
              </a:buClr>
              <a:defRPr sz="1575">
                <a:latin typeface="Arial"/>
                <a:cs typeface="Arial"/>
              </a:defRPr>
            </a:lvl2pPr>
            <a:lvl3pPr>
              <a:buClr>
                <a:srgbClr val="34B14B"/>
              </a:buClr>
              <a:defRPr sz="1350">
                <a:latin typeface="Arial"/>
                <a:cs typeface="Arial"/>
              </a:defRPr>
            </a:lvl3pPr>
            <a:lvl4pPr>
              <a:buClr>
                <a:srgbClr val="34B14B"/>
              </a:buClr>
              <a:defRPr sz="1125">
                <a:latin typeface="Arial"/>
                <a:cs typeface="Arial"/>
              </a:defRPr>
            </a:lvl4pPr>
            <a:lvl5pPr>
              <a:buClr>
                <a:srgbClr val="34B14B"/>
              </a:buClr>
              <a:defRPr sz="1125">
                <a:latin typeface="Arial"/>
                <a:cs typeface="Arial"/>
              </a:defRPr>
            </a:lvl5pPr>
            <a:lvl6pPr>
              <a:defRPr sz="1013"/>
            </a:lvl6pPr>
            <a:lvl7pPr>
              <a:defRPr sz="1013"/>
            </a:lvl7pPr>
            <a:lvl8pPr>
              <a:defRPr sz="1013"/>
            </a:lvl8pPr>
            <a:lvl9pPr>
              <a:defRPr sz="101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6197600" y="1234440"/>
            <a:ext cx="5384800" cy="4892040"/>
          </a:xfrm>
        </p:spPr>
        <p:txBody>
          <a:bodyPr/>
          <a:lstStyle>
            <a:lvl1pPr>
              <a:buClr>
                <a:srgbClr val="34B14B"/>
              </a:buClr>
              <a:defRPr sz="1688">
                <a:latin typeface="Arial"/>
                <a:cs typeface="Arial"/>
              </a:defRPr>
            </a:lvl1pPr>
            <a:lvl2pPr>
              <a:buClr>
                <a:srgbClr val="34B14B"/>
              </a:buClr>
              <a:defRPr sz="1575">
                <a:latin typeface="Arial"/>
                <a:cs typeface="Arial"/>
              </a:defRPr>
            </a:lvl2pPr>
            <a:lvl3pPr>
              <a:buClr>
                <a:srgbClr val="34B14B"/>
              </a:buClr>
              <a:defRPr sz="1350">
                <a:latin typeface="Arial"/>
                <a:cs typeface="Arial"/>
              </a:defRPr>
            </a:lvl3pPr>
            <a:lvl4pPr>
              <a:buClr>
                <a:srgbClr val="34B14B"/>
              </a:buClr>
              <a:defRPr sz="1125">
                <a:latin typeface="Arial"/>
                <a:cs typeface="Arial"/>
              </a:defRPr>
            </a:lvl4pPr>
            <a:lvl5pPr>
              <a:buClr>
                <a:srgbClr val="34B14B"/>
              </a:buClr>
              <a:defRPr sz="1125">
                <a:latin typeface="Arial"/>
                <a:cs typeface="Arial"/>
              </a:defRPr>
            </a:lvl5pPr>
            <a:lvl6pPr>
              <a:defRPr sz="1013"/>
            </a:lvl6pPr>
            <a:lvl7pPr>
              <a:defRPr sz="1013"/>
            </a:lvl7pPr>
            <a:lvl8pPr>
              <a:defRPr sz="1013"/>
            </a:lvl8pPr>
            <a:lvl9pPr>
              <a:defRPr sz="101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12192000" cy="1060704"/>
          </a:xfrm>
          <a:ln>
            <a:noFill/>
          </a:ln>
        </p:spPr>
        <p:txBody>
          <a:bodyPr anchor="t">
            <a:normAutofit/>
          </a:bodyPr>
          <a:lstStyle>
            <a:lvl1pPr algn="l">
              <a:lnSpc>
                <a:spcPct val="100000"/>
              </a:lnSpc>
              <a:defRPr sz="1406"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9798682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7" y="4406906"/>
            <a:ext cx="10363200" cy="1362075"/>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963087" y="2906721"/>
            <a:ext cx="103632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7" name="Text Placeholder 5"/>
          <p:cNvSpPr>
            <a:spLocks noGrp="1"/>
          </p:cNvSpPr>
          <p:nvPr>
            <p:ph type="body" sz="quarter" idx="13"/>
          </p:nvPr>
        </p:nvSpPr>
        <p:spPr>
          <a:xfrm>
            <a:off x="3777913" y="6313300"/>
            <a:ext cx="4636179" cy="379413"/>
          </a:xfrm>
        </p:spPr>
        <p:txBody>
          <a:bodyPr/>
          <a:lstStyle>
            <a:lvl1pPr marL="0" indent="0" algn="ctr">
              <a:buNone/>
              <a:defRPr sz="1013" b="1">
                <a:solidFill>
                  <a:schemeClr val="bg1"/>
                </a:solidFill>
                <a:latin typeface="Arial"/>
                <a:cs typeface="Arial"/>
              </a:defRPr>
            </a:lvl1pPr>
            <a:lvl2pPr marL="257175" indent="0">
              <a:buNone/>
              <a:defRPr/>
            </a:lvl2pPr>
            <a:lvl3pPr marL="514350" indent="0">
              <a:buNone/>
              <a:defRPr/>
            </a:lvl3pPr>
            <a:lvl4pPr marL="771525" indent="0">
              <a:buNone/>
              <a:defRPr/>
            </a:lvl4pPr>
            <a:lvl5pPr marL="1028700" indent="0">
              <a:buNone/>
              <a:defRPr/>
            </a:lvl5pPr>
          </a:lstStyle>
          <a:p>
            <a:pPr lvl="0"/>
            <a:r>
              <a:rPr lang="en-US" dirty="0"/>
              <a:t>Click to edit Master text styles</a:t>
            </a:r>
          </a:p>
        </p:txBody>
      </p:sp>
      <p:sp>
        <p:nvSpPr>
          <p:cNvPr id="5" name="Date Placeholder 3">
            <a:extLst>
              <a:ext uri="{FF2B5EF4-FFF2-40B4-BE49-F238E27FC236}">
                <a16:creationId xmlns:a16="http://schemas.microsoft.com/office/drawing/2014/main" id="{BBEDB237-166B-4B71-9867-4125F755CFE5}"/>
              </a:ext>
            </a:extLst>
          </p:cNvPr>
          <p:cNvSpPr>
            <a:spLocks noGrp="1"/>
          </p:cNvSpPr>
          <p:nvPr>
            <p:ph type="dt" sz="half" idx="14"/>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797AF42-89C1-4E06-B186-C9ACA5C8A271}"/>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BF1048EA-8CDA-4194-ACA0-BEC824D9C67D}"/>
              </a:ext>
            </a:extLst>
          </p:cNvPr>
          <p:cNvSpPr>
            <a:spLocks noGrp="1"/>
          </p:cNvSpPr>
          <p:nvPr>
            <p:ph type="sldNum" sz="quarter" idx="16"/>
          </p:nvPr>
        </p:nvSpPr>
        <p:spPr/>
        <p:txBody>
          <a:bodyPr/>
          <a:lstStyle>
            <a:lvl1pPr>
              <a:defRPr/>
            </a:lvl1pPr>
          </a:lstStyle>
          <a:p>
            <a:pPr>
              <a:defRPr/>
            </a:pPr>
            <a:fld id="{2B43459A-0B53-4CBB-8582-F665EF42055A}" type="slidenum">
              <a:rPr lang="en-US"/>
              <a:pPr>
                <a:defRPr/>
              </a:pPr>
              <a:t>‹#›</a:t>
            </a:fld>
            <a:endParaRPr lang="en-US" dirty="0"/>
          </a:p>
        </p:txBody>
      </p:sp>
    </p:spTree>
    <p:extLst>
      <p:ext uri="{BB962C8B-B14F-4D97-AF65-F5344CB8AC3E}">
        <p14:creationId xmlns:p14="http://schemas.microsoft.com/office/powerpoint/2010/main" val="41880783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903FD4C-8DE5-4C6E-BA44-DD298129DAAE}"/>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D9CE700-BAEB-42B4-958D-50A50B5C8CE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25B008C-842D-4ECD-9B8F-1E14F0789435}"/>
              </a:ext>
            </a:extLst>
          </p:cNvPr>
          <p:cNvSpPr>
            <a:spLocks noGrp="1"/>
          </p:cNvSpPr>
          <p:nvPr>
            <p:ph type="sldNum" sz="quarter" idx="12"/>
          </p:nvPr>
        </p:nvSpPr>
        <p:spPr/>
        <p:txBody>
          <a:bodyPr/>
          <a:lstStyle>
            <a:lvl1pPr>
              <a:defRPr/>
            </a:lvl1pPr>
          </a:lstStyle>
          <a:p>
            <a:pPr>
              <a:defRPr/>
            </a:pPr>
            <a:fld id="{627E7B8E-2953-4AB9-A287-728E8366983A}" type="slidenum">
              <a:rPr lang="en-US"/>
              <a:pPr>
                <a:defRPr/>
              </a:pPr>
              <a:t>‹#›</a:t>
            </a:fld>
            <a:endParaRPr lang="en-US" dirty="0"/>
          </a:p>
        </p:txBody>
      </p:sp>
    </p:spTree>
    <p:extLst>
      <p:ext uri="{BB962C8B-B14F-4D97-AF65-F5344CB8AC3E}">
        <p14:creationId xmlns:p14="http://schemas.microsoft.com/office/powerpoint/2010/main" val="22518244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4" y="1535117"/>
            <a:ext cx="5386917"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09604" y="2174879"/>
            <a:ext cx="5386917"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72" y="1535117"/>
            <a:ext cx="5389033"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72" y="2174879"/>
            <a:ext cx="5389033"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7F10AB2-77C3-4977-AD78-2BC4B4B3B0A7}"/>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F30D38A4-5BBC-4CFF-9739-AAF964D45FA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7390335-2AF5-4BC9-8BBE-2DF948D4556B}"/>
              </a:ext>
            </a:extLst>
          </p:cNvPr>
          <p:cNvSpPr>
            <a:spLocks noGrp="1"/>
          </p:cNvSpPr>
          <p:nvPr>
            <p:ph type="sldNum" sz="quarter" idx="12"/>
          </p:nvPr>
        </p:nvSpPr>
        <p:spPr/>
        <p:txBody>
          <a:bodyPr/>
          <a:lstStyle>
            <a:lvl1pPr>
              <a:defRPr/>
            </a:lvl1pPr>
          </a:lstStyle>
          <a:p>
            <a:pPr>
              <a:defRPr/>
            </a:pPr>
            <a:fld id="{DFCE1CFA-61E2-4AFF-AB13-47AD11C2DF6C}" type="slidenum">
              <a:rPr lang="en-US"/>
              <a:pPr>
                <a:defRPr/>
              </a:pPr>
              <a:t>‹#›</a:t>
            </a:fld>
            <a:endParaRPr lang="en-US" dirty="0"/>
          </a:p>
        </p:txBody>
      </p:sp>
    </p:spTree>
    <p:extLst>
      <p:ext uri="{BB962C8B-B14F-4D97-AF65-F5344CB8AC3E}">
        <p14:creationId xmlns:p14="http://schemas.microsoft.com/office/powerpoint/2010/main" val="19896390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253363E-686A-4B68-A8B3-C069A5A83A8A}"/>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59CFB896-97EB-4963-9D30-7873A354FC2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878420E-5CE5-4E28-A7A8-682E8B516E5A}"/>
              </a:ext>
            </a:extLst>
          </p:cNvPr>
          <p:cNvSpPr>
            <a:spLocks noGrp="1"/>
          </p:cNvSpPr>
          <p:nvPr>
            <p:ph type="sldNum" sz="quarter" idx="12"/>
          </p:nvPr>
        </p:nvSpPr>
        <p:spPr/>
        <p:txBody>
          <a:bodyPr/>
          <a:lstStyle>
            <a:lvl1pPr>
              <a:defRPr/>
            </a:lvl1pPr>
          </a:lstStyle>
          <a:p>
            <a:pPr>
              <a:defRPr/>
            </a:pPr>
            <a:fld id="{12530A90-E258-4CD7-9E78-4BACB15A8652}" type="slidenum">
              <a:rPr lang="en-US"/>
              <a:pPr>
                <a:defRPr/>
              </a:pPr>
              <a:t>‹#›</a:t>
            </a:fld>
            <a:endParaRPr lang="en-US" dirty="0"/>
          </a:p>
        </p:txBody>
      </p:sp>
    </p:spTree>
    <p:extLst>
      <p:ext uri="{BB962C8B-B14F-4D97-AF65-F5344CB8AC3E}">
        <p14:creationId xmlns:p14="http://schemas.microsoft.com/office/powerpoint/2010/main" val="4997849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2A76C71-FADC-4556-B75F-8ED3EB0B49DA}"/>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F49E8535-CF0A-4038-BC1A-20E6CD91639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7C8F47-195A-49FB-9EDF-BAFC97DCC428}"/>
              </a:ext>
            </a:extLst>
          </p:cNvPr>
          <p:cNvSpPr>
            <a:spLocks noGrp="1"/>
          </p:cNvSpPr>
          <p:nvPr>
            <p:ph type="sldNum" sz="quarter" idx="12"/>
          </p:nvPr>
        </p:nvSpPr>
        <p:spPr/>
        <p:txBody>
          <a:bodyPr/>
          <a:lstStyle>
            <a:lvl1pPr>
              <a:defRPr/>
            </a:lvl1pPr>
          </a:lstStyle>
          <a:p>
            <a:pPr>
              <a:defRPr/>
            </a:pPr>
            <a:fld id="{9601B42B-C4D1-49CD-A053-6BD3587CE351}" type="slidenum">
              <a:rPr lang="en-US"/>
              <a:pPr>
                <a:defRPr/>
              </a:pPr>
              <a:t>‹#›</a:t>
            </a:fld>
            <a:endParaRPr lang="en-US" dirty="0"/>
          </a:p>
        </p:txBody>
      </p:sp>
    </p:spTree>
    <p:extLst>
      <p:ext uri="{BB962C8B-B14F-4D97-AF65-F5344CB8AC3E}">
        <p14:creationId xmlns:p14="http://schemas.microsoft.com/office/powerpoint/2010/main" val="14924404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7" y="273050"/>
            <a:ext cx="4011084" cy="1162050"/>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4766733" y="273059"/>
            <a:ext cx="6815667"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7" y="1435103"/>
            <a:ext cx="4011084"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3">
            <a:extLst>
              <a:ext uri="{FF2B5EF4-FFF2-40B4-BE49-F238E27FC236}">
                <a16:creationId xmlns:a16="http://schemas.microsoft.com/office/drawing/2014/main" id="{9A553509-CCAA-4785-BF97-33A38517D7F0}"/>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82D91D1-C78F-477B-A3C7-84A85067B9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77F4A67-D12A-4E4F-A13A-7E567EC29D34}"/>
              </a:ext>
            </a:extLst>
          </p:cNvPr>
          <p:cNvSpPr>
            <a:spLocks noGrp="1"/>
          </p:cNvSpPr>
          <p:nvPr>
            <p:ph type="sldNum" sz="quarter" idx="12"/>
          </p:nvPr>
        </p:nvSpPr>
        <p:spPr/>
        <p:txBody>
          <a:bodyPr/>
          <a:lstStyle>
            <a:lvl1pPr>
              <a:defRPr/>
            </a:lvl1pPr>
          </a:lstStyle>
          <a:p>
            <a:pPr>
              <a:defRPr/>
            </a:pPr>
            <a:fld id="{FF369466-649B-4D87-8113-F0953280ABBE}" type="slidenum">
              <a:rPr lang="en-US"/>
              <a:pPr>
                <a:defRPr/>
              </a:pPr>
              <a:t>‹#›</a:t>
            </a:fld>
            <a:endParaRPr lang="en-US" dirty="0"/>
          </a:p>
        </p:txBody>
      </p:sp>
    </p:spTree>
    <p:extLst>
      <p:ext uri="{BB962C8B-B14F-4D97-AF65-F5344CB8AC3E}">
        <p14:creationId xmlns:p14="http://schemas.microsoft.com/office/powerpoint/2010/main" val="25823216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20" y="4800604"/>
            <a:ext cx="7315200" cy="566738"/>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2389720" y="612775"/>
            <a:ext cx="7315200" cy="4114800"/>
          </a:xfrm>
        </p:spPr>
        <p:txBody>
          <a:bodyPr rtlCol="0">
            <a:normAutofit/>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endParaRPr lang="en-US" noProof="0" dirty="0"/>
          </a:p>
        </p:txBody>
      </p:sp>
      <p:sp>
        <p:nvSpPr>
          <p:cNvPr id="4" name="Text Placeholder 3"/>
          <p:cNvSpPr>
            <a:spLocks noGrp="1"/>
          </p:cNvSpPr>
          <p:nvPr>
            <p:ph type="body" sz="half" idx="2"/>
          </p:nvPr>
        </p:nvSpPr>
        <p:spPr>
          <a:xfrm>
            <a:off x="2389720" y="5367342"/>
            <a:ext cx="7315200" cy="80486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3">
            <a:extLst>
              <a:ext uri="{FF2B5EF4-FFF2-40B4-BE49-F238E27FC236}">
                <a16:creationId xmlns:a16="http://schemas.microsoft.com/office/drawing/2014/main" id="{1B7A28FB-3946-4966-927C-2607E943703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20934D5E-001B-4DC8-8B5B-2A44C79AD34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7EFB543-C410-47EE-8731-4BAE39C69813}"/>
              </a:ext>
            </a:extLst>
          </p:cNvPr>
          <p:cNvSpPr>
            <a:spLocks noGrp="1"/>
          </p:cNvSpPr>
          <p:nvPr>
            <p:ph type="sldNum" sz="quarter" idx="12"/>
          </p:nvPr>
        </p:nvSpPr>
        <p:spPr/>
        <p:txBody>
          <a:bodyPr/>
          <a:lstStyle>
            <a:lvl1pPr>
              <a:defRPr/>
            </a:lvl1pPr>
          </a:lstStyle>
          <a:p>
            <a:pPr>
              <a:defRPr/>
            </a:pPr>
            <a:fld id="{8D85FBE1-1C06-4354-B415-FA290FC63FBD}" type="slidenum">
              <a:rPr lang="en-US"/>
              <a:pPr>
                <a:defRPr/>
              </a:pPr>
              <a:t>‹#›</a:t>
            </a:fld>
            <a:endParaRPr lang="en-US" dirty="0"/>
          </a:p>
        </p:txBody>
      </p:sp>
    </p:spTree>
    <p:extLst>
      <p:ext uri="{BB962C8B-B14F-4D97-AF65-F5344CB8AC3E}">
        <p14:creationId xmlns:p14="http://schemas.microsoft.com/office/powerpoint/2010/main" val="22359207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873391-1092-47F7-818D-E79F54B8B18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2365FD1-1DAB-46FA-A43A-A1720653A0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AB46A1C-330B-4AE0-975F-A6B0571E32A0}"/>
              </a:ext>
            </a:extLst>
          </p:cNvPr>
          <p:cNvSpPr>
            <a:spLocks noGrp="1"/>
          </p:cNvSpPr>
          <p:nvPr>
            <p:ph type="sldNum" sz="quarter" idx="12"/>
          </p:nvPr>
        </p:nvSpPr>
        <p:spPr/>
        <p:txBody>
          <a:bodyPr/>
          <a:lstStyle>
            <a:lvl1pPr>
              <a:defRPr/>
            </a:lvl1pPr>
          </a:lstStyle>
          <a:p>
            <a:pPr>
              <a:defRPr/>
            </a:pPr>
            <a:fld id="{C5231FFE-C4A2-44C4-910B-3FFC710D6303}" type="slidenum">
              <a:rPr lang="en-US"/>
              <a:pPr>
                <a:defRPr/>
              </a:pPr>
              <a:t>‹#›</a:t>
            </a:fld>
            <a:endParaRPr lang="en-US" dirty="0"/>
          </a:p>
        </p:txBody>
      </p:sp>
    </p:spTree>
    <p:extLst>
      <p:ext uri="{BB962C8B-B14F-4D97-AF65-F5344CB8AC3E}">
        <p14:creationId xmlns:p14="http://schemas.microsoft.com/office/powerpoint/2010/main" val="16431351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7"/>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3" y="274647"/>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C89961-F68B-4013-B6DA-EC3A8656D81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2D58CC5-79DE-49F4-B478-EA76C7EE4EA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8E1775-3BF7-4D9E-9B4E-00D7DD385EAD}"/>
              </a:ext>
            </a:extLst>
          </p:cNvPr>
          <p:cNvSpPr>
            <a:spLocks noGrp="1"/>
          </p:cNvSpPr>
          <p:nvPr>
            <p:ph type="sldNum" sz="quarter" idx="12"/>
          </p:nvPr>
        </p:nvSpPr>
        <p:spPr/>
        <p:txBody>
          <a:bodyPr/>
          <a:lstStyle>
            <a:lvl1pPr>
              <a:defRPr/>
            </a:lvl1pPr>
          </a:lstStyle>
          <a:p>
            <a:pPr>
              <a:defRPr/>
            </a:pPr>
            <a:fld id="{E94A8B45-A0AD-4AF7-87CB-CE126FEC138D}" type="slidenum">
              <a:rPr lang="en-US"/>
              <a:pPr>
                <a:defRPr/>
              </a:pPr>
              <a:t>‹#›</a:t>
            </a:fld>
            <a:endParaRPr lang="en-US" dirty="0"/>
          </a:p>
        </p:txBody>
      </p:sp>
    </p:spTree>
    <p:extLst>
      <p:ext uri="{BB962C8B-B14F-4D97-AF65-F5344CB8AC3E}">
        <p14:creationId xmlns:p14="http://schemas.microsoft.com/office/powerpoint/2010/main" val="42507658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A92C0CD0-7D73-4249-9573-624ADC6D05C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0F506285-E0C3-4F0C-B2F6-997E81A4740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4"/>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6F464E85-DF7F-4D64-BD5F-157EFDB5BE8C}"/>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7" y="6488117"/>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5FDC7452-E18A-4341-8A03-3BB10D7E09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4"/>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96441" indent="-96441">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3"/>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623B16FB-4A48-42A5-80A5-9B88D89136E6}"/>
              </a:ext>
            </a:extLst>
          </p:cNvPr>
          <p:cNvSpPr>
            <a:spLocks noGrp="1"/>
          </p:cNvSpPr>
          <p:nvPr>
            <p:ph type="ftr" sz="quarter" idx="10"/>
          </p:nvPr>
        </p:nvSpPr>
        <p:spPr>
          <a:xfrm>
            <a:off x="2130425" y="6578604"/>
            <a:ext cx="9042400" cy="244475"/>
          </a:xfrm>
        </p:spPr>
        <p:txBody>
          <a:bodyPr/>
          <a:lstStyle>
            <a:lvl1pPr>
              <a:defRPr sz="338"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149947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1B8ACA00-F693-4BAA-9E1F-EB79EAE493D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0BE397C4-2248-4CDB-A16E-4A876948173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4"/>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FE0B669C-B166-4283-B386-A6FE7BD9923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7" y="6488117"/>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65F19648-AC40-4451-BDA4-DAD3A737068D}"/>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4"/>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96441" indent="-96441">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3"/>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A17DF60F-0747-43C9-B304-F96D895B0D68}"/>
              </a:ext>
            </a:extLst>
          </p:cNvPr>
          <p:cNvSpPr>
            <a:spLocks noGrp="1"/>
          </p:cNvSpPr>
          <p:nvPr>
            <p:ph type="ftr" sz="quarter" idx="10"/>
          </p:nvPr>
        </p:nvSpPr>
        <p:spPr>
          <a:xfrm>
            <a:off x="2130425" y="6578604"/>
            <a:ext cx="9042400" cy="244475"/>
          </a:xfrm>
        </p:spPr>
        <p:txBody>
          <a:bodyPr/>
          <a:lstStyle>
            <a:lvl1pPr>
              <a:defRPr sz="338"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494343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598B4E09-639B-4E99-A933-D13FC43B731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BAFA921C-C9AF-45EB-AFC2-1B58A5D834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4"/>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13D57C7A-8609-4887-97FC-FAD29554A7EF}"/>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7" y="6488117"/>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7668F011-846F-4F85-847D-F40B1F5B6EA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4"/>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96441" indent="-96441">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3"/>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83F59A42-D9DA-4F59-97A6-328BEF35601A}"/>
              </a:ext>
            </a:extLst>
          </p:cNvPr>
          <p:cNvSpPr>
            <a:spLocks noGrp="1"/>
          </p:cNvSpPr>
          <p:nvPr>
            <p:ph type="ftr" sz="quarter" idx="10"/>
          </p:nvPr>
        </p:nvSpPr>
        <p:spPr>
          <a:xfrm>
            <a:off x="2130425" y="6578604"/>
            <a:ext cx="9042400" cy="244475"/>
          </a:xfrm>
        </p:spPr>
        <p:txBody>
          <a:bodyPr/>
          <a:lstStyle>
            <a:lvl1pPr>
              <a:defRPr sz="338"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5025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5" name="Picture 6" descr="Rules_Single_B.png">
            <a:extLst>
              <a:ext uri="{FF2B5EF4-FFF2-40B4-BE49-F238E27FC236}">
                <a16:creationId xmlns:a16="http://schemas.microsoft.com/office/drawing/2014/main" id="{531C347C-CCF6-4FDF-BC72-7F89073D2FE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l="-4002" r="10007"/>
          <a:stretch>
            <a:fillRect/>
          </a:stretch>
        </p:blipFill>
        <p:spPr bwMode="auto">
          <a:xfrm>
            <a:off x="287337" y="947738"/>
            <a:ext cx="11449051"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430008C1-6ED5-4338-9FE8-8BBBBC51DD5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4669" t="13753" r="6580" b="12460"/>
          <a:stretch>
            <a:fillRect/>
          </a:stretch>
        </p:blipFill>
        <p:spPr bwMode="auto">
          <a:xfrm>
            <a:off x="106363" y="222254"/>
            <a:ext cx="83820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Rules_Single_A.png">
            <a:extLst>
              <a:ext uri="{FF2B5EF4-FFF2-40B4-BE49-F238E27FC236}">
                <a16:creationId xmlns:a16="http://schemas.microsoft.com/office/drawing/2014/main" id="{1D78CE67-46EE-4C5F-81D5-EC02FEE6BB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5529" r="-57141"/>
          <a:stretch>
            <a:fillRect/>
          </a:stretch>
        </p:blipFill>
        <p:spPr bwMode="auto">
          <a:xfrm>
            <a:off x="2130427" y="6488117"/>
            <a:ext cx="15232063" cy="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AAAAE4D4-8ADA-46E6-BC70-91817D99FCD9}"/>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3500" y="6324604"/>
            <a:ext cx="19192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96441" indent="-96441">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1016001" y="406263"/>
            <a:ext cx="10701867" cy="296235"/>
          </a:xfrm>
        </p:spPr>
        <p:txBody>
          <a:bodyPr/>
          <a:lstStyle/>
          <a:p>
            <a:r>
              <a:rPr lang="en-US" dirty="0"/>
              <a:t>Click to edit Master title style</a:t>
            </a:r>
          </a:p>
        </p:txBody>
      </p:sp>
      <p:sp>
        <p:nvSpPr>
          <p:cNvPr id="9" name="Footer Placeholder 1">
            <a:extLst>
              <a:ext uri="{FF2B5EF4-FFF2-40B4-BE49-F238E27FC236}">
                <a16:creationId xmlns:a16="http://schemas.microsoft.com/office/drawing/2014/main" id="{8BD5DF73-91BD-43AF-BAF7-FA0C33B51319}"/>
              </a:ext>
            </a:extLst>
          </p:cNvPr>
          <p:cNvSpPr>
            <a:spLocks noGrp="1"/>
          </p:cNvSpPr>
          <p:nvPr>
            <p:ph type="ftr" sz="quarter" idx="10"/>
          </p:nvPr>
        </p:nvSpPr>
        <p:spPr>
          <a:xfrm>
            <a:off x="2130425" y="6578604"/>
            <a:ext cx="9042400" cy="244475"/>
          </a:xfrm>
        </p:spPr>
        <p:txBody>
          <a:bodyPr/>
          <a:lstStyle>
            <a:lvl1pPr>
              <a:defRPr sz="338" dirty="0"/>
            </a:lvl1pPr>
          </a:lstStyle>
          <a:p>
            <a:pPr>
              <a:defRPr/>
            </a:pPr>
            <a:r>
              <a:rPr lang="en-US"/>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187282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5" name="Picture 6" descr="Article_PPT_Template-1.jpg">
            <a:extLst>
              <a:ext uri="{FF2B5EF4-FFF2-40B4-BE49-F238E27FC236}">
                <a16:creationId xmlns:a16="http://schemas.microsoft.com/office/drawing/2014/main" id="{0C06EA53-E427-441B-89EC-4ECE2B8B28A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7251219" y="3422664"/>
            <a:ext cx="4945756" cy="1982154"/>
          </a:xfrm>
        </p:spPr>
        <p:txBody>
          <a:bodyPr>
            <a:noAutofit/>
          </a:bodyPr>
          <a:lstStyle>
            <a:lvl1pPr marL="0" indent="0" algn="l">
              <a:buNone/>
              <a:defRPr sz="2250" b="1">
                <a:solidFill>
                  <a:srgbClr val="536E75"/>
                </a:solidFill>
                <a:latin typeface="Arial"/>
                <a:cs typeface="Aria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7251223" y="1465263"/>
            <a:ext cx="4940780" cy="1708160"/>
          </a:xfrm>
        </p:spPr>
        <p:txBody>
          <a:bodyPr>
            <a:noAutofit/>
          </a:bodyPr>
          <a:lstStyle>
            <a:lvl1pPr marL="0" indent="0">
              <a:buNone/>
              <a:defRPr sz="1969"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5998143" y="248195"/>
            <a:ext cx="6193860" cy="1143000"/>
          </a:xfrm>
        </p:spPr>
        <p:txBody>
          <a:bodyPr>
            <a:normAutofit/>
          </a:bodyPr>
          <a:lstStyle>
            <a:lvl1pPr>
              <a:defRPr lang="en-US" sz="1969" b="1" kern="1200" baseline="0" dirty="0">
                <a:solidFill>
                  <a:srgbClr val="34B14B"/>
                </a:solidFill>
                <a:latin typeface="Arial"/>
                <a:ea typeface="+mn-ea"/>
                <a:cs typeface="Arial"/>
              </a:defRPr>
            </a:lvl1pPr>
          </a:lstStyle>
          <a:p>
            <a:pPr lvl="0"/>
            <a:r>
              <a:rPr lang="en-US" dirty="0"/>
              <a:t>Click to edit Master title style</a:t>
            </a:r>
          </a:p>
        </p:txBody>
      </p:sp>
    </p:spTree>
    <p:extLst>
      <p:ext uri="{BB962C8B-B14F-4D97-AF65-F5344CB8AC3E}">
        <p14:creationId xmlns:p14="http://schemas.microsoft.com/office/powerpoint/2010/main" val="33633274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35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35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35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35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4"/>
            <a:ext cx="10363200" cy="1829761"/>
          </a:xfrm>
        </p:spPr>
        <p:txBody>
          <a:bodyPr anchor="b"/>
          <a:lstStyle>
            <a:lvl1pPr algn="ctr">
              <a:defRPr sz="36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48006" indent="0" algn="ctr">
              <a:buNone/>
              <a:defRPr>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extLst/>
          </a:lstStyle>
          <a:p>
            <a:r>
              <a:rPr lang="en-US"/>
              <a:t>Click to edit Master subtitle style</a:t>
            </a:r>
            <a:endParaRPr lang="en-US" dirty="0"/>
          </a:p>
        </p:txBody>
      </p:sp>
    </p:spTree>
    <p:extLst>
      <p:ext uri="{BB962C8B-B14F-4D97-AF65-F5344CB8AC3E}">
        <p14:creationId xmlns:p14="http://schemas.microsoft.com/office/powerpoint/2010/main" val="102716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image" Target="../media/image23.png"/><Relationship Id="rId2" Type="http://schemas.openxmlformats.org/officeDocument/2006/relationships/slideLayout" Target="../slideLayouts/slideLayout19.xml"/><Relationship Id="rId16" Type="http://schemas.openxmlformats.org/officeDocument/2006/relationships/image" Target="../media/image22.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image" Target="../media/image21.jpeg"/><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0.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theme" Target="../theme/theme4.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mbria" panose="02040503050406030204" pitchFamily="18" charset="0"/>
                <a:cs typeface="+mn-cs"/>
              </a:defRPr>
            </a:lvl1pPr>
            <a:extLst/>
          </a:lstStyle>
          <a:p>
            <a:fld id="{FA01B13C-40F4-43B0-B2F8-F177BE7F81E3}" type="datetime1">
              <a:rPr lang="en-US" smtClean="0"/>
              <a:t>9/17/2025</a:t>
            </a:fld>
            <a:endParaRPr lang="en-US"/>
          </a:p>
        </p:txBody>
      </p:sp>
      <p:sp>
        <p:nvSpPr>
          <p:cNvPr id="22" name="Footer Placeholder 21"/>
          <p:cNvSpPr>
            <a:spLocks noGrp="1"/>
          </p:cNvSpPr>
          <p:nvPr>
            <p:ph type="ftr" sz="quarter" idx="3"/>
          </p:nvPr>
        </p:nvSpPr>
        <p:spPr>
          <a:xfrm>
            <a:off x="609600" y="6408739"/>
            <a:ext cx="8365067"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r>
              <a:rPr lang="en-US"/>
              <a:t>© Copyright 1992-2018 by Pearson Education, Inc. All Rights Reserved.</a:t>
            </a:r>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mbria" panose="02040503050406030204" pitchFamily="18" charset="0"/>
                <a:cs typeface="Calibri" panose="020F0502020204030204" pitchFamily="34" charset="0"/>
              </a:defRPr>
            </a:lvl1pPr>
          </a:lstStyle>
          <a:p>
            <a:fld id="{5DAB29F9-B162-46A8-A8B6-6B29404C7BBE}" type="slidenum">
              <a:rPr lang="en-US" smtClean="0"/>
              <a:t>‹#›</a:t>
            </a:fld>
            <a:endParaRPr lang="en-US"/>
          </a:p>
        </p:txBody>
      </p:sp>
    </p:spTree>
    <p:extLst>
      <p:ext uri="{BB962C8B-B14F-4D97-AF65-F5344CB8AC3E}">
        <p14:creationId xmlns:p14="http://schemas.microsoft.com/office/powerpoint/2010/main" val="3928852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3000" indent="-228600" algn="l" rtl="0" eaLnBrk="1" fontAlgn="base" hangingPunct="1">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4pPr>
      <a:lvl5pPr marL="1143000" indent="-228600" algn="l" rtl="0" eaLnBrk="1" fontAlgn="base" hangingPunct="1">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6833" y="1538819"/>
            <a:ext cx="11220451"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11278935" y="6513743"/>
            <a:ext cx="306494"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486833" y="480786"/>
            <a:ext cx="11220451"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486835" y="6611008"/>
            <a:ext cx="10685663"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2017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676318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p:hf sldNum="0"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pic>
        <p:nvPicPr>
          <p:cNvPr id="7" name="Picture 25" descr="7-00029_BAK_v03TOP"/>
          <p:cNvPicPr>
            <a:picLocks noChangeAspect="1" noChangeArrowheads="1"/>
          </p:cNvPicPr>
          <p:nvPr/>
        </p:nvPicPr>
        <p:blipFill>
          <a:blip r:embed="rId15"/>
          <a:srcRect/>
          <a:stretch>
            <a:fillRect/>
          </a:stretch>
        </p:blipFill>
        <p:spPr bwMode="auto">
          <a:xfrm>
            <a:off x="-21166" y="6007101"/>
            <a:ext cx="12213167" cy="849313"/>
          </a:xfrm>
          <a:prstGeom prst="rect">
            <a:avLst/>
          </a:prstGeom>
          <a:noFill/>
        </p:spPr>
      </p:pic>
      <p:sp>
        <p:nvSpPr>
          <p:cNvPr id="2" name="Title Placeholder 1"/>
          <p:cNvSpPr>
            <a:spLocks noGrp="1"/>
          </p:cNvSpPr>
          <p:nvPr>
            <p:ph type="title"/>
          </p:nvPr>
        </p:nvSpPr>
        <p:spPr>
          <a:xfrm>
            <a:off x="508000" y="230188"/>
            <a:ext cx="11176000" cy="609398"/>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08000" y="1412876"/>
            <a:ext cx="11176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3"/>
          </p:nvPr>
        </p:nvSpPr>
        <p:spPr>
          <a:xfrm>
            <a:off x="0" y="6356351"/>
            <a:ext cx="8153400" cy="365125"/>
          </a:xfrm>
          <a:prstGeom prst="rect">
            <a:avLst/>
          </a:prstGeom>
        </p:spPr>
        <p:txBody>
          <a:bodyPr vert="horz" lIns="91440" tIns="45720" rIns="91440" bIns="45720" rtlCol="0" anchor="ctr"/>
          <a:lstStyle>
            <a:lvl1pPr algn="ctr">
              <a:defRPr sz="1200">
                <a:solidFill>
                  <a:schemeClr val="tx1"/>
                </a:solidFill>
              </a:defRPr>
            </a:lvl1pPr>
          </a:lstStyle>
          <a:p>
            <a:pPr algn="l"/>
            <a:endParaRPr lang="en-US" dirty="0"/>
          </a:p>
        </p:txBody>
      </p:sp>
      <p:sp>
        <p:nvSpPr>
          <p:cNvPr id="5" name="Slide Number Placeholder 4"/>
          <p:cNvSpPr>
            <a:spLocks noGrp="1"/>
          </p:cNvSpPr>
          <p:nvPr>
            <p:ph type="sldNum" sz="quarter" idx="4"/>
          </p:nvPr>
        </p:nvSpPr>
        <p:spPr>
          <a:xfrm>
            <a:off x="11074400" y="6356351"/>
            <a:ext cx="914400" cy="365125"/>
          </a:xfrm>
          <a:prstGeom prst="rect">
            <a:avLst/>
          </a:prstGeom>
        </p:spPr>
        <p:txBody>
          <a:bodyPr vert="horz" lIns="91440" tIns="45720" rIns="91440" bIns="45720" rtlCol="0" anchor="ctr"/>
          <a:lstStyle>
            <a:lvl1pPr algn="r">
              <a:defRPr sz="1200">
                <a:solidFill>
                  <a:schemeClr val="tx1"/>
                </a:solidFill>
                <a:latin typeface="+mn-lt"/>
              </a:defRPr>
            </a:lvl1pPr>
          </a:lstStyle>
          <a:p>
            <a:fld id="{044B2593-B2CC-4D0D-ACEA-0DFFA9ACC67E}" type="slidenum">
              <a:rPr lang="en-US" smtClean="0"/>
              <a:pPr/>
              <a:t>‹#›</a:t>
            </a:fld>
            <a:endParaRPr lang="en-US" dirty="0"/>
          </a:p>
        </p:txBody>
      </p:sp>
      <p:sp>
        <p:nvSpPr>
          <p:cNvPr id="9" name="Content Placeholder 1"/>
          <p:cNvSpPr txBox="1">
            <a:spLocks/>
          </p:cNvSpPr>
          <p:nvPr userDrawn="1"/>
        </p:nvSpPr>
        <p:spPr>
          <a:xfrm>
            <a:off x="464749" y="6379674"/>
            <a:ext cx="10406451" cy="178804"/>
          </a:xfrm>
          <a:prstGeom prst="rect">
            <a:avLst/>
          </a:prstGeom>
        </p:spPr>
        <p:txBody>
          <a:bodyPr/>
          <a:lst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Tx/>
              <a:buNone/>
            </a:pPr>
            <a:r>
              <a:rPr lang="en-IN" sz="1200" dirty="0"/>
              <a:t>Systems Analysis and Design in a Changing World, 7th Edition - Chapter 14 ©2016. Cengage Learning. All rights reserved.</a:t>
            </a:r>
          </a:p>
        </p:txBody>
      </p:sp>
    </p:spTree>
    <p:extLst>
      <p:ext uri="{BB962C8B-B14F-4D97-AF65-F5344CB8AC3E}">
        <p14:creationId xmlns:p14="http://schemas.microsoft.com/office/powerpoint/2010/main" val="183033151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ransition>
    <p:fade/>
  </p:transition>
  <p:hf hdr="0" ftr="0" dt="0"/>
  <p:txStyles>
    <p:titleStyle>
      <a:lvl1pPr algn="l" defTabSz="914363" rtl="0" eaLnBrk="1" latinLnBrk="0" hangingPunct="1">
        <a:lnSpc>
          <a:spcPct val="90000"/>
        </a:lnSpc>
        <a:spcBef>
          <a:spcPct val="0"/>
        </a:spcBef>
        <a:buNone/>
        <a:defRPr lang="en-US" sz="44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64686779-0478-4536-BD49-0F35BBF760B4}"/>
              </a:ext>
            </a:extLst>
          </p:cNvPr>
          <p:cNvSpPr>
            <a:spLocks noGrp="1" noChangeArrowheads="1"/>
          </p:cNvSpPr>
          <p:nvPr>
            <p:ph type="title"/>
          </p:nvPr>
        </p:nvSpPr>
        <p:spPr bwMode="auto">
          <a:xfrm>
            <a:off x="0" y="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23437594-32B9-4AE6-A7F4-4E954159E2C3}"/>
              </a:ext>
            </a:extLst>
          </p:cNvPr>
          <p:cNvSpPr>
            <a:spLocks noGrp="1" noChangeArrowheads="1"/>
          </p:cNvSpPr>
          <p:nvPr>
            <p:ph type="body" idx="1"/>
          </p:nvPr>
        </p:nvSpPr>
        <p:spPr bwMode="auto">
          <a:xfrm>
            <a:off x="609600" y="1600204"/>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0AFD0D3-953B-4642-A48D-EEC1BFA05B98}"/>
              </a:ext>
            </a:extLst>
          </p:cNvPr>
          <p:cNvSpPr>
            <a:spLocks noGrp="1"/>
          </p:cNvSpPr>
          <p:nvPr>
            <p:ph type="dt" sz="half" idx="2"/>
          </p:nvPr>
        </p:nvSpPr>
        <p:spPr>
          <a:xfrm>
            <a:off x="609600" y="6356354"/>
            <a:ext cx="2844800" cy="365125"/>
          </a:xfrm>
          <a:prstGeom prst="rect">
            <a:avLst/>
          </a:prstGeom>
        </p:spPr>
        <p:txBody>
          <a:bodyPr vert="horz" lIns="91440" tIns="45720" rIns="91440" bIns="45720" rtlCol="0" anchor="ctr"/>
          <a:lstStyle>
            <a:lvl1pPr algn="l">
              <a:defRPr sz="675" dirty="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2220090A-5A01-40A4-AEC8-207D907D1528}"/>
              </a:ext>
            </a:extLst>
          </p:cNvPr>
          <p:cNvSpPr>
            <a:spLocks noGrp="1"/>
          </p:cNvSpPr>
          <p:nvPr>
            <p:ph type="ftr" sz="quarter" idx="3"/>
          </p:nvPr>
        </p:nvSpPr>
        <p:spPr>
          <a:xfrm>
            <a:off x="4165600" y="6356354"/>
            <a:ext cx="3860800" cy="365125"/>
          </a:xfrm>
          <a:prstGeom prst="rect">
            <a:avLst/>
          </a:prstGeom>
        </p:spPr>
        <p:txBody>
          <a:bodyPr vert="horz" lIns="91440" tIns="45720" rIns="91440" bIns="45720" rtlCol="0" anchor="ctr"/>
          <a:lstStyle>
            <a:lvl1pPr algn="ctr">
              <a:defRPr sz="675" dirty="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5AC3AD68-8BFC-40FF-BACA-317524073BE0}"/>
              </a:ext>
            </a:extLst>
          </p:cNvPr>
          <p:cNvSpPr>
            <a:spLocks noGrp="1"/>
          </p:cNvSpPr>
          <p:nvPr>
            <p:ph type="sldNum" sz="quarter" idx="4"/>
          </p:nvPr>
        </p:nvSpPr>
        <p:spPr>
          <a:xfrm>
            <a:off x="8737600" y="6356354"/>
            <a:ext cx="2844800" cy="365125"/>
          </a:xfrm>
          <a:prstGeom prst="rect">
            <a:avLst/>
          </a:prstGeom>
        </p:spPr>
        <p:txBody>
          <a:bodyPr vert="horz" lIns="91440" tIns="45720" rIns="91440" bIns="45720" rtlCol="0" anchor="ctr"/>
          <a:lstStyle>
            <a:lvl1pPr algn="r">
              <a:defRPr sz="675" smtClean="0">
                <a:solidFill>
                  <a:schemeClr val="tx1">
                    <a:tint val="75000"/>
                  </a:schemeClr>
                </a:solidFill>
              </a:defRPr>
            </a:lvl1pPr>
          </a:lstStyle>
          <a:p>
            <a:pPr>
              <a:defRPr/>
            </a:pPr>
            <a:fld id="{72B3D524-C3CE-4E67-8850-FCB288E3024B}" type="slidenum">
              <a:rPr lang="en-US"/>
              <a:pPr>
                <a:defRPr/>
              </a:pPr>
              <a:t>‹#›</a:t>
            </a:fld>
            <a:endParaRPr lang="en-US" dirty="0"/>
          </a:p>
        </p:txBody>
      </p:sp>
    </p:spTree>
    <p:extLst>
      <p:ext uri="{BB962C8B-B14F-4D97-AF65-F5344CB8AC3E}">
        <p14:creationId xmlns:p14="http://schemas.microsoft.com/office/powerpoint/2010/main" val="110460371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Lst>
  <p:hf sldNum="0" hdr="0" ftr="0" dt="0"/>
  <p:txStyles>
    <p:titleStyle>
      <a:lvl1pPr algn="ctr" defTabSz="257175" rtl="0" fontAlgn="base">
        <a:spcBef>
          <a:spcPct val="0"/>
        </a:spcBef>
        <a:spcAft>
          <a:spcPct val="0"/>
        </a:spcAft>
        <a:defRPr sz="2475" kern="1200">
          <a:solidFill>
            <a:schemeClr val="tx1"/>
          </a:solidFill>
          <a:latin typeface="+mj-lt"/>
          <a:ea typeface="+mj-ea"/>
          <a:cs typeface="+mj-cs"/>
        </a:defRPr>
      </a:lvl1pPr>
      <a:lvl2pPr algn="ctr" defTabSz="257175" rtl="0" fontAlgn="base">
        <a:spcBef>
          <a:spcPct val="0"/>
        </a:spcBef>
        <a:spcAft>
          <a:spcPct val="0"/>
        </a:spcAft>
        <a:defRPr sz="2475">
          <a:solidFill>
            <a:schemeClr val="tx1"/>
          </a:solidFill>
          <a:latin typeface="Calibri" panose="020F0502020204030204" pitchFamily="34" charset="0"/>
        </a:defRPr>
      </a:lvl2pPr>
      <a:lvl3pPr algn="ctr" defTabSz="257175" rtl="0" fontAlgn="base">
        <a:spcBef>
          <a:spcPct val="0"/>
        </a:spcBef>
        <a:spcAft>
          <a:spcPct val="0"/>
        </a:spcAft>
        <a:defRPr sz="2475">
          <a:solidFill>
            <a:schemeClr val="tx1"/>
          </a:solidFill>
          <a:latin typeface="Calibri" panose="020F0502020204030204" pitchFamily="34" charset="0"/>
        </a:defRPr>
      </a:lvl3pPr>
      <a:lvl4pPr algn="ctr" defTabSz="257175" rtl="0" fontAlgn="base">
        <a:spcBef>
          <a:spcPct val="0"/>
        </a:spcBef>
        <a:spcAft>
          <a:spcPct val="0"/>
        </a:spcAft>
        <a:defRPr sz="2475">
          <a:solidFill>
            <a:schemeClr val="tx1"/>
          </a:solidFill>
          <a:latin typeface="Calibri" panose="020F0502020204030204" pitchFamily="34" charset="0"/>
        </a:defRPr>
      </a:lvl4pPr>
      <a:lvl5pPr algn="ctr" defTabSz="257175" rtl="0" fontAlgn="base">
        <a:spcBef>
          <a:spcPct val="0"/>
        </a:spcBef>
        <a:spcAft>
          <a:spcPct val="0"/>
        </a:spcAft>
        <a:defRPr sz="2475">
          <a:solidFill>
            <a:schemeClr val="tx1"/>
          </a:solidFill>
          <a:latin typeface="Calibri" panose="020F0502020204030204" pitchFamily="34" charset="0"/>
        </a:defRPr>
      </a:lvl5pPr>
      <a:lvl6pPr marL="257175" algn="ctr" defTabSz="257175" rtl="0" fontAlgn="base">
        <a:spcBef>
          <a:spcPct val="0"/>
        </a:spcBef>
        <a:spcAft>
          <a:spcPct val="0"/>
        </a:spcAft>
        <a:defRPr sz="2475">
          <a:solidFill>
            <a:schemeClr val="tx1"/>
          </a:solidFill>
          <a:latin typeface="Calibri" panose="020F0502020204030204" pitchFamily="34" charset="0"/>
        </a:defRPr>
      </a:lvl6pPr>
      <a:lvl7pPr marL="514350" algn="ctr" defTabSz="257175" rtl="0" fontAlgn="base">
        <a:spcBef>
          <a:spcPct val="0"/>
        </a:spcBef>
        <a:spcAft>
          <a:spcPct val="0"/>
        </a:spcAft>
        <a:defRPr sz="2475">
          <a:solidFill>
            <a:schemeClr val="tx1"/>
          </a:solidFill>
          <a:latin typeface="Calibri" panose="020F0502020204030204" pitchFamily="34" charset="0"/>
        </a:defRPr>
      </a:lvl7pPr>
      <a:lvl8pPr marL="771525" algn="ctr" defTabSz="257175" rtl="0" fontAlgn="base">
        <a:spcBef>
          <a:spcPct val="0"/>
        </a:spcBef>
        <a:spcAft>
          <a:spcPct val="0"/>
        </a:spcAft>
        <a:defRPr sz="2475">
          <a:solidFill>
            <a:schemeClr val="tx1"/>
          </a:solidFill>
          <a:latin typeface="Calibri" panose="020F0502020204030204" pitchFamily="34" charset="0"/>
        </a:defRPr>
      </a:lvl8pPr>
      <a:lvl9pPr marL="1028700" algn="ctr" defTabSz="257175" rtl="0" fontAlgn="base">
        <a:spcBef>
          <a:spcPct val="0"/>
        </a:spcBef>
        <a:spcAft>
          <a:spcPct val="0"/>
        </a:spcAft>
        <a:defRPr sz="2475">
          <a:solidFill>
            <a:schemeClr val="tx1"/>
          </a:solidFill>
          <a:latin typeface="Calibri" panose="020F0502020204030204" pitchFamily="34" charset="0"/>
        </a:defRPr>
      </a:lvl9pPr>
    </p:titleStyle>
    <p:bodyStyle>
      <a:lvl1pPr marL="192881" indent="-192881" algn="l" defTabSz="257175" rtl="0" fontAlgn="base">
        <a:spcBef>
          <a:spcPct val="20000"/>
        </a:spcBef>
        <a:spcAft>
          <a:spcPct val="0"/>
        </a:spcAft>
        <a:buClr>
          <a:srgbClr val="3C5AA8"/>
        </a:buClr>
        <a:buFont typeface="Arial" panose="020B0604020202020204" pitchFamily="34" charset="0"/>
        <a:buChar char="•"/>
        <a:defRPr sz="1800" kern="1200">
          <a:solidFill>
            <a:schemeClr val="tx1"/>
          </a:solidFill>
          <a:latin typeface="+mn-lt"/>
          <a:ea typeface="+mn-ea"/>
          <a:cs typeface="+mn-cs"/>
        </a:defRPr>
      </a:lvl1pPr>
      <a:lvl2pPr marL="417910" indent="-160735" algn="l" defTabSz="257175" rtl="0" fontAlgn="base">
        <a:spcBef>
          <a:spcPct val="20000"/>
        </a:spcBef>
        <a:spcAft>
          <a:spcPct val="0"/>
        </a:spcAft>
        <a:buClr>
          <a:srgbClr val="3C5AA8"/>
        </a:buClr>
        <a:buFont typeface="Arial" panose="020B0604020202020204" pitchFamily="34" charset="0"/>
        <a:buChar char="–"/>
        <a:defRPr sz="1575" kern="1200">
          <a:solidFill>
            <a:schemeClr val="tx1"/>
          </a:solidFill>
          <a:latin typeface="+mn-lt"/>
          <a:ea typeface="+mn-ea"/>
          <a:cs typeface="+mn-cs"/>
        </a:defRPr>
      </a:lvl2pPr>
      <a:lvl3pPr marL="642938" indent="-128588" algn="l" defTabSz="257175" rtl="0" fontAlgn="base">
        <a:spcBef>
          <a:spcPct val="20000"/>
        </a:spcBef>
        <a:spcAft>
          <a:spcPct val="0"/>
        </a:spcAft>
        <a:buClr>
          <a:srgbClr val="3C5AA8"/>
        </a:buClr>
        <a:buFont typeface="Arial" panose="020B0604020202020204" pitchFamily="34" charset="0"/>
        <a:buChar char="•"/>
        <a:defRPr sz="1350" kern="1200">
          <a:solidFill>
            <a:schemeClr val="tx1"/>
          </a:solidFill>
          <a:latin typeface="+mn-lt"/>
          <a:ea typeface="+mn-ea"/>
          <a:cs typeface="+mn-cs"/>
        </a:defRPr>
      </a:lvl3pPr>
      <a:lvl4pPr marL="900113" indent="-128588" algn="l" defTabSz="257175" rtl="0" fontAlgn="base">
        <a:spcBef>
          <a:spcPct val="20000"/>
        </a:spcBef>
        <a:spcAft>
          <a:spcPct val="0"/>
        </a:spcAft>
        <a:buClr>
          <a:srgbClr val="3C5AA8"/>
        </a:buClr>
        <a:buFont typeface="Arial" panose="020B0604020202020204" pitchFamily="34" charset="0"/>
        <a:buChar char="–"/>
        <a:defRPr sz="1125" kern="1200">
          <a:solidFill>
            <a:schemeClr val="tx1"/>
          </a:solidFill>
          <a:latin typeface="+mn-lt"/>
          <a:ea typeface="+mn-ea"/>
          <a:cs typeface="+mn-cs"/>
        </a:defRPr>
      </a:lvl4pPr>
      <a:lvl5pPr marL="1157288" indent="-128588" algn="l" defTabSz="257175" rtl="0" fontAlgn="base">
        <a:spcBef>
          <a:spcPct val="20000"/>
        </a:spcBef>
        <a:spcAft>
          <a:spcPct val="0"/>
        </a:spcAft>
        <a:buClr>
          <a:srgbClr val="3C5AA8"/>
        </a:buClr>
        <a:buFont typeface="Arial" panose="020B0604020202020204" pitchFamily="34" charset="0"/>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p:bodyStyle>
    <p:otherStyle>
      <a:defPPr>
        <a:defRPr lang="en-US"/>
      </a:defPPr>
      <a:lvl1pPr marL="0" algn="l" defTabSz="257175" rtl="0" eaLnBrk="1" latinLnBrk="0" hangingPunct="1">
        <a:defRPr sz="1013" kern="1200">
          <a:solidFill>
            <a:schemeClr val="tx1"/>
          </a:solidFill>
          <a:latin typeface="+mn-lt"/>
          <a:ea typeface="+mn-ea"/>
          <a:cs typeface="+mn-cs"/>
        </a:defRPr>
      </a:lvl1pPr>
      <a:lvl2pPr marL="257175" algn="l" defTabSz="257175" rtl="0" eaLnBrk="1" latinLnBrk="0" hangingPunct="1">
        <a:defRPr sz="1013" kern="1200">
          <a:solidFill>
            <a:schemeClr val="tx1"/>
          </a:solidFill>
          <a:latin typeface="+mn-lt"/>
          <a:ea typeface="+mn-ea"/>
          <a:cs typeface="+mn-cs"/>
        </a:defRPr>
      </a:lvl2pPr>
      <a:lvl3pPr marL="514350" algn="l" defTabSz="257175" rtl="0" eaLnBrk="1" latinLnBrk="0" hangingPunct="1">
        <a:defRPr sz="1013" kern="1200">
          <a:solidFill>
            <a:schemeClr val="tx1"/>
          </a:solidFill>
          <a:latin typeface="+mn-lt"/>
          <a:ea typeface="+mn-ea"/>
          <a:cs typeface="+mn-cs"/>
        </a:defRPr>
      </a:lvl3pPr>
      <a:lvl4pPr marL="771525" algn="l" defTabSz="257175" rtl="0" eaLnBrk="1" latinLnBrk="0" hangingPunct="1">
        <a:defRPr sz="1013" kern="1200">
          <a:solidFill>
            <a:schemeClr val="tx1"/>
          </a:solidFill>
          <a:latin typeface="+mn-lt"/>
          <a:ea typeface="+mn-ea"/>
          <a:cs typeface="+mn-cs"/>
        </a:defRPr>
      </a:lvl4pPr>
      <a:lvl5pPr marL="1028700" algn="l" defTabSz="257175" rtl="0" eaLnBrk="1" latinLnBrk="0" hangingPunct="1">
        <a:defRPr sz="1013" kern="1200">
          <a:solidFill>
            <a:schemeClr val="tx1"/>
          </a:solidFill>
          <a:latin typeface="+mn-lt"/>
          <a:ea typeface="+mn-ea"/>
          <a:cs typeface="+mn-cs"/>
        </a:defRPr>
      </a:lvl5pPr>
      <a:lvl6pPr marL="1285875" algn="l" defTabSz="257175" rtl="0" eaLnBrk="1" latinLnBrk="0" hangingPunct="1">
        <a:defRPr sz="1013" kern="1200">
          <a:solidFill>
            <a:schemeClr val="tx1"/>
          </a:solidFill>
          <a:latin typeface="+mn-lt"/>
          <a:ea typeface="+mn-ea"/>
          <a:cs typeface="+mn-cs"/>
        </a:defRPr>
      </a:lvl6pPr>
      <a:lvl7pPr marL="1543050" algn="l" defTabSz="257175" rtl="0" eaLnBrk="1" latinLnBrk="0" hangingPunct="1">
        <a:defRPr sz="1013" kern="1200">
          <a:solidFill>
            <a:schemeClr val="tx1"/>
          </a:solidFill>
          <a:latin typeface="+mn-lt"/>
          <a:ea typeface="+mn-ea"/>
          <a:cs typeface="+mn-cs"/>
        </a:defRPr>
      </a:lvl7pPr>
      <a:lvl8pPr marL="1800225" algn="l" defTabSz="257175" rtl="0" eaLnBrk="1" latinLnBrk="0" hangingPunct="1">
        <a:defRPr sz="1013" kern="1200">
          <a:solidFill>
            <a:schemeClr val="tx1"/>
          </a:solidFill>
          <a:latin typeface="+mn-lt"/>
          <a:ea typeface="+mn-ea"/>
          <a:cs typeface="+mn-cs"/>
        </a:defRPr>
      </a:lvl8pPr>
      <a:lvl9pPr marL="2057400" algn="l" defTabSz="257175"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0.xml"/><Relationship Id="rId1" Type="http://schemas.openxmlformats.org/officeDocument/2006/relationships/video" Target="https://www.youtube.com/embed/PppV7H5lEyc?feature=oembed"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biblehub.com/1_corinthians/11-24.htm" TargetMode="External"/><Relationship Id="rId2" Type="http://schemas.openxmlformats.org/officeDocument/2006/relationships/notesSlide" Target="../notesSlides/notesSlide2.xml"/><Relationship Id="rId1" Type="http://schemas.openxmlformats.org/officeDocument/2006/relationships/slideLayout" Target="../slideLayouts/slideLayout45.xml"/><Relationship Id="rId4" Type="http://schemas.openxmlformats.org/officeDocument/2006/relationships/hyperlink" Target="https://biblehub.com/luke/22-17.htm"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OL2wn_kWlWM" TargetMode="Externa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20.xml"/><Relationship Id="rId1" Type="http://schemas.openxmlformats.org/officeDocument/2006/relationships/video" Target="https://www.youtube.com/embed/OL2wn_kWlWM?feature=oembed" TargetMode="External"/><Relationship Id="rId4" Type="http://schemas.openxmlformats.org/officeDocument/2006/relationships/hyperlink" Target="https://www.youtube.com/watch?v=OL2wn_kWlWM"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gluonhq.com/labs/scene-build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ideo" Target="https://www.youtube.com/embed/Z1W4E2d4Yxo?feature=oembed" TargetMode="External"/><Relationship Id="rId4" Type="http://schemas.openxmlformats.org/officeDocument/2006/relationships/image" Target="../media/image40.jpeg"/></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BE93BC-6806-4A87-911E-C3DD431A1819}"/>
              </a:ext>
            </a:extLst>
          </p:cNvPr>
          <p:cNvSpPr>
            <a:spLocks noGrp="1"/>
          </p:cNvSpPr>
          <p:nvPr>
            <p:ph type="title"/>
          </p:nvPr>
        </p:nvSpPr>
        <p:spPr>
          <a:xfrm>
            <a:off x="100012" y="-279400"/>
            <a:ext cx="10972800" cy="1143000"/>
          </a:xfrm>
        </p:spPr>
        <p:txBody>
          <a:bodyPr/>
          <a:lstStyle/>
          <a:p>
            <a:pPr algn="ctr"/>
            <a:r>
              <a:rPr lang="en-US" dirty="0"/>
              <a:t>LET US PRAY!</a:t>
            </a:r>
          </a:p>
        </p:txBody>
      </p:sp>
      <p:sp>
        <p:nvSpPr>
          <p:cNvPr id="4" name="Footer Placeholder 3">
            <a:extLst>
              <a:ext uri="{FF2B5EF4-FFF2-40B4-BE49-F238E27FC236}">
                <a16:creationId xmlns:a16="http://schemas.microsoft.com/office/drawing/2014/main" id="{313E3F4E-2D8A-4251-AF09-D9B63E07C45D}"/>
              </a:ext>
            </a:extLst>
          </p:cNvPr>
          <p:cNvSpPr>
            <a:spLocks noGrp="1"/>
          </p:cNvSpPr>
          <p:nvPr>
            <p:ph type="ftr" sz="quarter" idx="11"/>
          </p:nvPr>
        </p:nvSpPr>
        <p:spPr/>
        <p:txBody>
          <a:bodyPr/>
          <a:lstStyle/>
          <a:p>
            <a:r>
              <a:rPr lang="en-US"/>
              <a:t>© Copyright 1992-2018 by Pearson Education, Inc. All Rights Reserved.</a:t>
            </a:r>
          </a:p>
        </p:txBody>
      </p:sp>
      <p:pic>
        <p:nvPicPr>
          <p:cNvPr id="5" name="Prayer For Class">
            <a:hlinkClick r:id="" action="ppaction://media"/>
            <a:extLst>
              <a:ext uri="{FF2B5EF4-FFF2-40B4-BE49-F238E27FC236}">
                <a16:creationId xmlns:a16="http://schemas.microsoft.com/office/drawing/2014/main" id="{31567D39-6846-437D-9A4C-4CD75A5910E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733800" y="657225"/>
            <a:ext cx="3705225" cy="5178425"/>
          </a:xfrm>
          <a:prstGeom prst="rect">
            <a:avLst/>
          </a:prstGeom>
        </p:spPr>
      </p:pic>
    </p:spTree>
    <p:extLst>
      <p:ext uri="{BB962C8B-B14F-4D97-AF65-F5344CB8AC3E}">
        <p14:creationId xmlns:p14="http://schemas.microsoft.com/office/powerpoint/2010/main" val="141874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83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7D70-6B16-4B03-9637-EB524514F7F8}"/>
              </a:ext>
            </a:extLst>
          </p:cNvPr>
          <p:cNvSpPr>
            <a:spLocks noGrp="1"/>
          </p:cNvSpPr>
          <p:nvPr>
            <p:ph type="ctrTitle"/>
          </p:nvPr>
        </p:nvSpPr>
        <p:spPr/>
        <p:txBody>
          <a:bodyPr>
            <a:normAutofit fontScale="90000"/>
          </a:bodyPr>
          <a:lstStyle/>
          <a:p>
            <a:pPr fontAlgn="auto">
              <a:spcAft>
                <a:spcPts val="0"/>
              </a:spcAft>
              <a:defRPr/>
            </a:pPr>
            <a:r>
              <a:rPr lang="en-US" dirty="0"/>
              <a:t>Chapter 12</a:t>
            </a:r>
            <a:br>
              <a:rPr lang="en-US" dirty="0"/>
            </a:br>
            <a:r>
              <a:rPr lang="en-US" dirty="0"/>
              <a:t>JavaFX Graphical User Interfaces: Part 1</a:t>
            </a:r>
          </a:p>
        </p:txBody>
      </p:sp>
      <p:sp>
        <p:nvSpPr>
          <p:cNvPr id="4" name="Footer Placeholder 3">
            <a:extLst>
              <a:ext uri="{FF2B5EF4-FFF2-40B4-BE49-F238E27FC236}">
                <a16:creationId xmlns:a16="http://schemas.microsoft.com/office/drawing/2014/main" id="{15046BBC-D2E3-4F64-9D4C-08C70F1C0B81}"/>
              </a:ext>
            </a:extLst>
          </p:cNvPr>
          <p:cNvSpPr>
            <a:spLocks noGrp="1"/>
          </p:cNvSpPr>
          <p:nvPr>
            <p:ph type="ftr" sz="quarter" idx="12"/>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282048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A6CD-11AA-47E8-BACF-875CA816877F}"/>
              </a:ext>
            </a:extLst>
          </p:cNvPr>
          <p:cNvSpPr>
            <a:spLocks noGrp="1"/>
          </p:cNvSpPr>
          <p:nvPr>
            <p:ph type="title"/>
          </p:nvPr>
        </p:nvSpPr>
        <p:spPr>
          <a:xfrm>
            <a:off x="1905000" y="230189"/>
            <a:ext cx="8382000" cy="1828193"/>
          </a:xfrm>
        </p:spPr>
        <p:txBody>
          <a:bodyPr/>
          <a:lstStyle/>
          <a:p>
            <a:r>
              <a:rPr lang="en-US" dirty="0">
                <a:highlight>
                  <a:srgbClr val="00FF00"/>
                </a:highlight>
              </a:rPr>
              <a:t> Giving Thanks to God </a:t>
            </a:r>
            <a:r>
              <a:rPr lang="en-US" dirty="0">
                <a:highlight>
                  <a:srgbClr val="00FFFF"/>
                </a:highlight>
              </a:rPr>
              <a:t>(</a:t>
            </a:r>
            <a:r>
              <a:rPr lang="en-US" dirty="0">
                <a:effectLst/>
                <a:highlight>
                  <a:srgbClr val="00FFFF"/>
                </a:highlight>
              </a:rPr>
              <a:t>Psalm 100)</a:t>
            </a:r>
            <a:br>
              <a:rPr lang="en-US" dirty="0">
                <a:effectLst/>
                <a:highlight>
                  <a:srgbClr val="00FFFF"/>
                </a:highlight>
              </a:rPr>
            </a:br>
            <a:br>
              <a:rPr lang="en-US" dirty="0">
                <a:effectLst/>
                <a:highlight>
                  <a:srgbClr val="00FFFF"/>
                </a:highlight>
              </a:rPr>
            </a:br>
            <a:endParaRPr lang="en-US" dirty="0">
              <a:highlight>
                <a:srgbClr val="00FFFF"/>
              </a:highlight>
            </a:endParaRPr>
          </a:p>
        </p:txBody>
      </p:sp>
      <p:sp>
        <p:nvSpPr>
          <p:cNvPr id="3" name="Text Placeholder 2">
            <a:extLst>
              <a:ext uri="{FF2B5EF4-FFF2-40B4-BE49-F238E27FC236}">
                <a16:creationId xmlns:a16="http://schemas.microsoft.com/office/drawing/2014/main" id="{09748D24-600C-4377-9407-B09DAF5B78F8}"/>
              </a:ext>
            </a:extLst>
          </p:cNvPr>
          <p:cNvSpPr>
            <a:spLocks noGrp="1"/>
          </p:cNvSpPr>
          <p:nvPr>
            <p:ph type="body" sz="quarter" idx="10"/>
          </p:nvPr>
        </p:nvSpPr>
        <p:spPr>
          <a:xfrm>
            <a:off x="1879294" y="1172037"/>
            <a:ext cx="8382000" cy="5152180"/>
          </a:xfrm>
        </p:spPr>
        <p:txBody>
          <a:bodyPr/>
          <a:lstStyle/>
          <a:p>
            <a:pPr algn="ctr"/>
            <a:r>
              <a:rPr lang="en-US" sz="2800" dirty="0"/>
              <a:t>1.Make a joyful noise unto the </a:t>
            </a:r>
            <a:r>
              <a:rPr lang="en-US" sz="2800" cap="small" dirty="0"/>
              <a:t>Lord</a:t>
            </a:r>
            <a:r>
              <a:rPr lang="en-US" sz="2800" dirty="0"/>
              <a:t>, all ye lands.</a:t>
            </a:r>
          </a:p>
          <a:p>
            <a:pPr algn="ctr"/>
            <a:r>
              <a:rPr lang="en-US" sz="2800" b="1" baseline="30000" dirty="0"/>
              <a:t>2 </a:t>
            </a:r>
            <a:r>
              <a:rPr lang="en-US" sz="2800" dirty="0"/>
              <a:t>Serve the </a:t>
            </a:r>
            <a:r>
              <a:rPr lang="en-US" sz="2800" cap="small" dirty="0"/>
              <a:t>Lord</a:t>
            </a:r>
            <a:r>
              <a:rPr lang="en-US" sz="2800" dirty="0"/>
              <a:t> with gladness: come before his presence with singing.</a:t>
            </a:r>
          </a:p>
          <a:p>
            <a:pPr algn="ctr"/>
            <a:r>
              <a:rPr lang="en-US" sz="2800" b="1" baseline="30000" dirty="0"/>
              <a:t>3 </a:t>
            </a:r>
            <a:r>
              <a:rPr lang="en-US" sz="2800" dirty="0"/>
              <a:t>Know ye that the </a:t>
            </a:r>
            <a:r>
              <a:rPr lang="en-US" sz="2800" cap="small" dirty="0"/>
              <a:t>Lord</a:t>
            </a:r>
            <a:r>
              <a:rPr lang="en-US" sz="2800" dirty="0"/>
              <a:t> he is God: it is he that hath made us, and not we ourselves; we are his people, and the sheep of his pasture.</a:t>
            </a:r>
          </a:p>
          <a:p>
            <a:pPr algn="ctr"/>
            <a:r>
              <a:rPr lang="en-US" sz="2800" b="1" baseline="30000" dirty="0"/>
              <a:t>4 </a:t>
            </a:r>
            <a:r>
              <a:rPr lang="en-US" sz="2800" dirty="0"/>
              <a:t>Enter into his gates with </a:t>
            </a:r>
            <a:r>
              <a:rPr lang="en-US" sz="2800" dirty="0">
                <a:highlight>
                  <a:srgbClr val="00FF00"/>
                </a:highlight>
              </a:rPr>
              <a:t>thanksgiving</a:t>
            </a:r>
            <a:r>
              <a:rPr lang="en-US" sz="2800" dirty="0"/>
              <a:t>, and into his courts with praise: be thankful unto him, and bless his name.</a:t>
            </a:r>
          </a:p>
          <a:p>
            <a:pPr algn="ctr"/>
            <a:r>
              <a:rPr lang="en-US" sz="2800" b="1" baseline="30000" dirty="0"/>
              <a:t>5 </a:t>
            </a:r>
            <a:r>
              <a:rPr lang="en-US" sz="2800" dirty="0"/>
              <a:t>For the </a:t>
            </a:r>
            <a:r>
              <a:rPr lang="en-US" sz="2800" cap="small" dirty="0"/>
              <a:t>Lord</a:t>
            </a:r>
            <a:r>
              <a:rPr lang="en-US" sz="2800" dirty="0"/>
              <a:t> is good; his mercy is everlasting; and his truth </a:t>
            </a:r>
            <a:r>
              <a:rPr lang="en-US" sz="2800" dirty="0" err="1"/>
              <a:t>endureth</a:t>
            </a:r>
            <a:r>
              <a:rPr lang="en-US" sz="2800" dirty="0"/>
              <a:t> to all generations.</a:t>
            </a:r>
          </a:p>
          <a:p>
            <a:pPr algn="ctr"/>
            <a:endParaRPr lang="en-US" sz="2800" dirty="0"/>
          </a:p>
        </p:txBody>
      </p:sp>
      <p:sp>
        <p:nvSpPr>
          <p:cNvPr id="4" name="Slide Number Placeholder 3">
            <a:extLst>
              <a:ext uri="{FF2B5EF4-FFF2-40B4-BE49-F238E27FC236}">
                <a16:creationId xmlns:a16="http://schemas.microsoft.com/office/drawing/2014/main" id="{50DE92D5-5693-4A65-81CD-C0A47B32884B}"/>
              </a:ext>
            </a:extLst>
          </p:cNvPr>
          <p:cNvSpPr>
            <a:spLocks noGrp="1"/>
          </p:cNvSpPr>
          <p:nvPr>
            <p:ph type="sldNum" sz="quarter" idx="4"/>
          </p:nvPr>
        </p:nvSpPr>
        <p:spPr/>
        <p:txBody>
          <a:bodyPr/>
          <a:lstStyle/>
          <a:p>
            <a:fld id="{044B2593-B2CC-4D0D-ACEA-0DFFA9ACC67E}" type="slidenum">
              <a:rPr lang="en-US">
                <a:solidFill>
                  <a:srgbClr val="000000"/>
                </a:solidFill>
                <a:latin typeface="Calibri"/>
              </a:rPr>
              <a:pPr/>
              <a:t>3</a:t>
            </a:fld>
            <a:endParaRPr lang="en-US" dirty="0">
              <a:solidFill>
                <a:srgbClr val="000000"/>
              </a:solidFill>
              <a:latin typeface="Calibri"/>
            </a:endParaRPr>
          </a:p>
        </p:txBody>
      </p:sp>
    </p:spTree>
    <p:extLst>
      <p:ext uri="{BB962C8B-B14F-4D97-AF65-F5344CB8AC3E}">
        <p14:creationId xmlns:p14="http://schemas.microsoft.com/office/powerpoint/2010/main" val="42892123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A6CD-11AA-47E8-BACF-875CA816877F}"/>
              </a:ext>
            </a:extLst>
          </p:cNvPr>
          <p:cNvSpPr>
            <a:spLocks noGrp="1"/>
          </p:cNvSpPr>
          <p:nvPr>
            <p:ph type="title"/>
          </p:nvPr>
        </p:nvSpPr>
        <p:spPr>
          <a:xfrm>
            <a:off x="1905000" y="230188"/>
            <a:ext cx="8382000" cy="1938992"/>
          </a:xfrm>
        </p:spPr>
        <p:txBody>
          <a:bodyPr/>
          <a:lstStyle/>
          <a:p>
            <a:r>
              <a:rPr lang="en-US" sz="2800" dirty="0">
                <a:highlight>
                  <a:srgbClr val="00FF00"/>
                </a:highlight>
              </a:rPr>
              <a:t> Giving Thanks to God: </a:t>
            </a:r>
            <a:r>
              <a:rPr lang="en-US" sz="2800" dirty="0">
                <a:effectLst/>
                <a:highlight>
                  <a:srgbClr val="FFFF00"/>
                </a:highlight>
              </a:rPr>
              <a:t>Paul and Silas in </a:t>
            </a:r>
            <a:r>
              <a:rPr lang="en-US" sz="2800" dirty="0">
                <a:effectLst/>
                <a:highlight>
                  <a:srgbClr val="00FF00"/>
                </a:highlight>
              </a:rPr>
              <a:t>Prison (</a:t>
            </a:r>
            <a:r>
              <a:rPr lang="en-US" sz="3600" dirty="0">
                <a:effectLst/>
                <a:highlight>
                  <a:srgbClr val="00FF00"/>
                </a:highlight>
              </a:rPr>
              <a:t>Acts 16:16-40)</a:t>
            </a:r>
            <a:br>
              <a:rPr lang="en-US" sz="3600" dirty="0">
                <a:effectLst/>
                <a:highlight>
                  <a:srgbClr val="00FF00"/>
                </a:highlight>
              </a:rPr>
            </a:br>
            <a:br>
              <a:rPr lang="en-US" sz="3600" dirty="0">
                <a:effectLst/>
                <a:highlight>
                  <a:srgbClr val="00FF00"/>
                </a:highlight>
              </a:rPr>
            </a:br>
            <a:r>
              <a:rPr lang="en-US" sz="3600" dirty="0">
                <a:effectLst/>
                <a:highlight>
                  <a:srgbClr val="00FF00"/>
                </a:highlight>
              </a:rPr>
              <a:t>)</a:t>
            </a:r>
            <a:br>
              <a:rPr lang="en-US" sz="2800" dirty="0">
                <a:effectLst/>
                <a:highlight>
                  <a:srgbClr val="00FF00"/>
                </a:highlight>
              </a:rPr>
            </a:br>
            <a:endParaRPr lang="en-US" sz="2800" dirty="0">
              <a:highlight>
                <a:srgbClr val="00FF00"/>
              </a:highlight>
            </a:endParaRPr>
          </a:p>
        </p:txBody>
      </p:sp>
      <p:sp>
        <p:nvSpPr>
          <p:cNvPr id="4" name="Slide Number Placeholder 3">
            <a:extLst>
              <a:ext uri="{FF2B5EF4-FFF2-40B4-BE49-F238E27FC236}">
                <a16:creationId xmlns:a16="http://schemas.microsoft.com/office/drawing/2014/main" id="{50DE92D5-5693-4A65-81CD-C0A47B32884B}"/>
              </a:ext>
            </a:extLst>
          </p:cNvPr>
          <p:cNvSpPr>
            <a:spLocks noGrp="1"/>
          </p:cNvSpPr>
          <p:nvPr>
            <p:ph type="sldNum" sz="quarter" idx="4"/>
          </p:nvPr>
        </p:nvSpPr>
        <p:spPr/>
        <p:txBody>
          <a:bodyPr/>
          <a:lstStyle/>
          <a:p>
            <a:fld id="{044B2593-B2CC-4D0D-ACEA-0DFFA9ACC67E}" type="slidenum">
              <a:rPr lang="en-US">
                <a:solidFill>
                  <a:srgbClr val="000000"/>
                </a:solidFill>
                <a:latin typeface="Calibri"/>
              </a:rPr>
              <a:pPr/>
              <a:t>4</a:t>
            </a:fld>
            <a:endParaRPr lang="en-US" dirty="0">
              <a:solidFill>
                <a:srgbClr val="000000"/>
              </a:solidFill>
              <a:latin typeface="Calibri"/>
            </a:endParaRPr>
          </a:p>
        </p:txBody>
      </p:sp>
      <p:pic>
        <p:nvPicPr>
          <p:cNvPr id="7" name="Online Media 6" title="Paul and Silas in Prison">
            <a:hlinkClick r:id="" action="ppaction://media"/>
            <a:extLst>
              <a:ext uri="{FF2B5EF4-FFF2-40B4-BE49-F238E27FC236}">
                <a16:creationId xmlns:a16="http://schemas.microsoft.com/office/drawing/2014/main" id="{2488768D-FE2C-445A-B6CD-567019425ADD}"/>
              </a:ext>
            </a:extLst>
          </p:cNvPr>
          <p:cNvPicPr>
            <a:picLocks noRot="1" noChangeAspect="1"/>
          </p:cNvPicPr>
          <p:nvPr>
            <a:videoFile r:link="rId1"/>
          </p:nvPr>
        </p:nvPicPr>
        <p:blipFill>
          <a:blip r:embed="rId3"/>
          <a:stretch>
            <a:fillRect/>
          </a:stretch>
        </p:blipFill>
        <p:spPr>
          <a:xfrm>
            <a:off x="1828800" y="839587"/>
            <a:ext cx="8686800" cy="5881889"/>
          </a:xfrm>
          <a:prstGeom prst="rect">
            <a:avLst/>
          </a:prstGeom>
        </p:spPr>
      </p:pic>
    </p:spTree>
    <p:extLst>
      <p:ext uri="{BB962C8B-B14F-4D97-AF65-F5344CB8AC3E}">
        <p14:creationId xmlns:p14="http://schemas.microsoft.com/office/powerpoint/2010/main" val="13501374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2E65C4-090A-44DF-9277-5E1DF774FB66}"/>
              </a:ext>
            </a:extLst>
          </p:cNvPr>
          <p:cNvSpPr>
            <a:spLocks noGrp="1"/>
          </p:cNvSpPr>
          <p:nvPr>
            <p:ph type="title"/>
          </p:nvPr>
        </p:nvSpPr>
        <p:spPr>
          <a:xfrm>
            <a:off x="2667001" y="228601"/>
            <a:ext cx="5616277" cy="152400"/>
          </a:xfrm>
        </p:spPr>
        <p:txBody>
          <a:bodyPr rtlCol="0">
            <a:noAutofit/>
          </a:bodyPr>
          <a:lstStyle/>
          <a:p>
            <a:pPr fontAlgn="auto">
              <a:spcAft>
                <a:spcPts val="0"/>
              </a:spcAft>
              <a:defRPr/>
            </a:pPr>
            <a:r>
              <a:rPr lang="en-US" sz="2700" b="1" dirty="0">
                <a:highlight>
                  <a:srgbClr val="00FF00"/>
                </a:highlight>
              </a:rPr>
              <a:t>EXAMPLES OF JESUS GIVING THNAKS</a:t>
            </a:r>
          </a:p>
        </p:txBody>
      </p:sp>
      <p:sp>
        <p:nvSpPr>
          <p:cNvPr id="5" name="Rectangle 1">
            <a:extLst>
              <a:ext uri="{FF2B5EF4-FFF2-40B4-BE49-F238E27FC236}">
                <a16:creationId xmlns:a16="http://schemas.microsoft.com/office/drawing/2014/main" id="{98933BA8-8D6C-47F7-A55C-29CDCAB85DD4}"/>
              </a:ext>
            </a:extLst>
          </p:cNvPr>
          <p:cNvSpPr>
            <a:spLocks noChangeArrowheads="1"/>
          </p:cNvSpPr>
          <p:nvPr/>
        </p:nvSpPr>
        <p:spPr bwMode="auto">
          <a:xfrm>
            <a:off x="1736203" y="1825505"/>
            <a:ext cx="8229600" cy="2330162"/>
          </a:xfrm>
          <a:prstGeom prst="rect">
            <a:avLst/>
          </a:prstGeom>
          <a:solidFill>
            <a:srgbClr val="FFFFFF"/>
          </a:solidFill>
          <a:ln>
            <a:noFill/>
          </a:ln>
          <a:effectLst/>
        </p:spPr>
        <p:txBody>
          <a:bodyPr wrap="square" lIns="142830" rIns="0" bIns="8927" anchor="ctr">
            <a:spAutoFit/>
          </a:bodyPr>
          <a:lstStyle/>
          <a:p>
            <a:pPr defTabSz="257175" fontAlgn="auto">
              <a:spcBef>
                <a:spcPts val="0"/>
              </a:spcBef>
              <a:spcAft>
                <a:spcPts val="0"/>
              </a:spcAft>
              <a:defRPr/>
            </a:pPr>
            <a:r>
              <a:rPr lang="en-US" sz="1400" b="1" baseline="30000" dirty="0">
                <a:solidFill>
                  <a:prstClr val="black"/>
                </a:solidFill>
                <a:latin typeface="Calibri"/>
              </a:rPr>
              <a:t>41 </a:t>
            </a:r>
            <a:r>
              <a:rPr lang="en-US" sz="2400" dirty="0">
                <a:solidFill>
                  <a:prstClr val="black"/>
                </a:solidFill>
                <a:latin typeface="Calibri"/>
              </a:rPr>
              <a:t>So they took away the stone. Then Jesus looked up and said:</a:t>
            </a:r>
          </a:p>
          <a:p>
            <a:pPr defTabSz="257175" fontAlgn="auto">
              <a:spcBef>
                <a:spcPts val="0"/>
              </a:spcBef>
              <a:spcAft>
                <a:spcPts val="0"/>
              </a:spcAft>
              <a:defRPr/>
            </a:pPr>
            <a:r>
              <a:rPr lang="en-US" sz="2000" dirty="0">
                <a:solidFill>
                  <a:prstClr val="black"/>
                </a:solidFill>
                <a:latin typeface="Calibri"/>
              </a:rPr>
              <a:t> “</a:t>
            </a:r>
            <a:r>
              <a:rPr lang="en-US" sz="2000" b="1" dirty="0">
                <a:solidFill>
                  <a:prstClr val="black"/>
                </a:solidFill>
                <a:highlight>
                  <a:srgbClr val="00FFFF"/>
                </a:highlight>
                <a:latin typeface="Calibri"/>
              </a:rPr>
              <a:t>Father, I thank you that you have heard me</a:t>
            </a:r>
            <a:r>
              <a:rPr lang="en-US" sz="2000" dirty="0">
                <a:solidFill>
                  <a:prstClr val="black"/>
                </a:solidFill>
                <a:latin typeface="Calibri"/>
              </a:rPr>
              <a:t>. </a:t>
            </a:r>
            <a:r>
              <a:rPr lang="en-US" sz="2000" b="1" baseline="30000" dirty="0">
                <a:solidFill>
                  <a:prstClr val="black"/>
                </a:solidFill>
                <a:latin typeface="Calibri"/>
              </a:rPr>
              <a:t>42 </a:t>
            </a:r>
            <a:r>
              <a:rPr lang="en-US" sz="2000" dirty="0">
                <a:solidFill>
                  <a:prstClr val="black"/>
                </a:solidFill>
                <a:latin typeface="Calibri"/>
              </a:rPr>
              <a:t>I knew that you always hear me, but I said this for the benefit of the people standing here, that they may believe that you sent me.”</a:t>
            </a:r>
          </a:p>
          <a:p>
            <a:pPr defTabSz="257175" fontAlgn="auto">
              <a:spcBef>
                <a:spcPts val="0"/>
              </a:spcBef>
              <a:spcAft>
                <a:spcPts val="0"/>
              </a:spcAft>
              <a:defRPr/>
            </a:pPr>
            <a:endParaRPr lang="en-US" sz="2000" dirty="0">
              <a:solidFill>
                <a:prstClr val="black"/>
              </a:solidFill>
              <a:latin typeface="Calibri"/>
            </a:endParaRPr>
          </a:p>
          <a:p>
            <a:pPr defTabSz="257175" fontAlgn="auto">
              <a:spcBef>
                <a:spcPts val="0"/>
              </a:spcBef>
              <a:spcAft>
                <a:spcPts val="0"/>
              </a:spcAft>
              <a:defRPr/>
            </a:pPr>
            <a:r>
              <a:rPr lang="en-US" sz="2000" b="1" baseline="30000" dirty="0">
                <a:solidFill>
                  <a:prstClr val="black"/>
                </a:solidFill>
                <a:latin typeface="Calibri"/>
              </a:rPr>
              <a:t>43 </a:t>
            </a:r>
            <a:r>
              <a:rPr lang="en-US" sz="2000" dirty="0">
                <a:solidFill>
                  <a:prstClr val="black"/>
                </a:solidFill>
                <a:latin typeface="Calibri"/>
              </a:rPr>
              <a:t>When he had said this, Jesus called in a loud voice, “Lazarus, come out!” </a:t>
            </a:r>
            <a:r>
              <a:rPr lang="en-US" sz="2000" b="1" baseline="30000" dirty="0">
                <a:solidFill>
                  <a:prstClr val="black"/>
                </a:solidFill>
                <a:latin typeface="Calibri"/>
              </a:rPr>
              <a:t>44 </a:t>
            </a:r>
          </a:p>
          <a:p>
            <a:pPr defTabSz="257175" fontAlgn="auto">
              <a:spcBef>
                <a:spcPts val="0"/>
              </a:spcBef>
              <a:spcAft>
                <a:spcPts val="0"/>
              </a:spcAft>
              <a:defRPr/>
            </a:pPr>
            <a:endParaRPr lang="en-US" sz="2000" b="1" baseline="30000" dirty="0">
              <a:solidFill>
                <a:prstClr val="black"/>
              </a:solidFill>
              <a:latin typeface="Calibri"/>
            </a:endParaRPr>
          </a:p>
          <a:p>
            <a:pPr defTabSz="514350" eaLnBrk="0" hangingPunct="0">
              <a:defRPr/>
            </a:pPr>
            <a:endParaRPr lang="en-US" altLang="en-US" sz="1050" dirty="0">
              <a:solidFill>
                <a:srgbClr val="000000"/>
              </a:solidFill>
              <a:cs typeface="Arial" charset="0"/>
            </a:endParaRPr>
          </a:p>
        </p:txBody>
      </p:sp>
      <p:sp>
        <p:nvSpPr>
          <p:cNvPr id="2" name="Rectangle 1">
            <a:extLst>
              <a:ext uri="{FF2B5EF4-FFF2-40B4-BE49-F238E27FC236}">
                <a16:creationId xmlns:a16="http://schemas.microsoft.com/office/drawing/2014/main" id="{8714FF41-C0BC-440E-B7DA-D4702D3FE76F}"/>
              </a:ext>
            </a:extLst>
          </p:cNvPr>
          <p:cNvSpPr/>
          <p:nvPr/>
        </p:nvSpPr>
        <p:spPr>
          <a:xfrm>
            <a:off x="4191000" y="1143001"/>
            <a:ext cx="2571750" cy="584775"/>
          </a:xfrm>
          <a:prstGeom prst="rect">
            <a:avLst/>
          </a:prstGeom>
        </p:spPr>
        <p:txBody>
          <a:bodyPr>
            <a:spAutoFit/>
          </a:bodyPr>
          <a:lstStyle/>
          <a:p>
            <a:pPr defTabSz="257175" fontAlgn="auto">
              <a:spcBef>
                <a:spcPts val="0"/>
              </a:spcBef>
              <a:spcAft>
                <a:spcPts val="0"/>
              </a:spcAft>
              <a:defRPr/>
            </a:pPr>
            <a:r>
              <a:rPr lang="en-US" sz="3200" dirty="0">
                <a:solidFill>
                  <a:srgbClr val="000000"/>
                </a:solidFill>
                <a:latin typeface="system-ui"/>
              </a:rPr>
              <a:t>John 11:38-44</a:t>
            </a:r>
          </a:p>
        </p:txBody>
      </p:sp>
      <p:sp>
        <p:nvSpPr>
          <p:cNvPr id="7" name="Rectangle 6">
            <a:extLst>
              <a:ext uri="{FF2B5EF4-FFF2-40B4-BE49-F238E27FC236}">
                <a16:creationId xmlns:a16="http://schemas.microsoft.com/office/drawing/2014/main" id="{98DCDC4F-E9E5-46A9-95B2-EF3B01BEF8EC}"/>
              </a:ext>
            </a:extLst>
          </p:cNvPr>
          <p:cNvSpPr/>
          <p:nvPr/>
        </p:nvSpPr>
        <p:spPr>
          <a:xfrm>
            <a:off x="1752600" y="4093776"/>
            <a:ext cx="8763000" cy="1015663"/>
          </a:xfrm>
          <a:prstGeom prst="rect">
            <a:avLst/>
          </a:prstGeom>
        </p:spPr>
        <p:txBody>
          <a:bodyPr wrap="square">
            <a:spAutoFit/>
          </a:bodyPr>
          <a:lstStyle/>
          <a:p>
            <a:pPr defTabSz="257175" fontAlgn="auto">
              <a:spcBef>
                <a:spcPts val="0"/>
              </a:spcBef>
              <a:spcAft>
                <a:spcPts val="0"/>
              </a:spcAft>
              <a:defRPr/>
            </a:pPr>
            <a:r>
              <a:rPr lang="en-US" sz="2000" b="1" dirty="0">
                <a:solidFill>
                  <a:srgbClr val="008AE6"/>
                </a:solidFill>
                <a:latin typeface="Roboto"/>
                <a:hlinkClick r:id="rId3"/>
              </a:rPr>
              <a:t>1 Corinthians 11:24</a:t>
            </a:r>
            <a:br>
              <a:rPr lang="en-US" sz="2000" dirty="0">
                <a:solidFill>
                  <a:prstClr val="black"/>
                </a:solidFill>
                <a:latin typeface="Calibri"/>
              </a:rPr>
            </a:br>
            <a:r>
              <a:rPr lang="en-US" sz="2000" b="1" dirty="0">
                <a:solidFill>
                  <a:srgbClr val="001320"/>
                </a:solidFill>
                <a:highlight>
                  <a:srgbClr val="00FFFF"/>
                </a:highlight>
                <a:latin typeface="Roboto"/>
              </a:rPr>
              <a:t>and when He had given thanks,</a:t>
            </a:r>
            <a:r>
              <a:rPr lang="en-US" sz="2000" dirty="0">
                <a:solidFill>
                  <a:srgbClr val="001320"/>
                </a:solidFill>
                <a:highlight>
                  <a:srgbClr val="00FFFF"/>
                </a:highlight>
                <a:latin typeface="Roboto"/>
              </a:rPr>
              <a:t> </a:t>
            </a:r>
            <a:r>
              <a:rPr lang="en-US" sz="2000" dirty="0">
                <a:solidFill>
                  <a:srgbClr val="001320"/>
                </a:solidFill>
                <a:latin typeface="Roboto"/>
              </a:rPr>
              <a:t>He broke it and said, "This is My body, which is for you; do this in remembrance of Me."</a:t>
            </a:r>
            <a:endParaRPr lang="en-US" sz="2000" dirty="0">
              <a:solidFill>
                <a:prstClr val="black"/>
              </a:solidFill>
              <a:latin typeface="Calibri"/>
            </a:endParaRPr>
          </a:p>
        </p:txBody>
      </p:sp>
      <p:sp>
        <p:nvSpPr>
          <p:cNvPr id="8" name="Rectangle 7">
            <a:extLst>
              <a:ext uri="{FF2B5EF4-FFF2-40B4-BE49-F238E27FC236}">
                <a16:creationId xmlns:a16="http://schemas.microsoft.com/office/drawing/2014/main" id="{76ABF9CC-5BC2-420B-9287-3B1BE56A7BC3}"/>
              </a:ext>
            </a:extLst>
          </p:cNvPr>
          <p:cNvSpPr/>
          <p:nvPr/>
        </p:nvSpPr>
        <p:spPr>
          <a:xfrm>
            <a:off x="1685564" y="5207169"/>
            <a:ext cx="8363672" cy="1015663"/>
          </a:xfrm>
          <a:prstGeom prst="rect">
            <a:avLst/>
          </a:prstGeom>
        </p:spPr>
        <p:txBody>
          <a:bodyPr wrap="square">
            <a:spAutoFit/>
          </a:bodyPr>
          <a:lstStyle/>
          <a:p>
            <a:pPr defTabSz="257175" fontAlgn="auto">
              <a:spcBef>
                <a:spcPts val="0"/>
              </a:spcBef>
              <a:spcAft>
                <a:spcPts val="0"/>
              </a:spcAft>
              <a:defRPr/>
            </a:pPr>
            <a:r>
              <a:rPr lang="en-US" sz="2000" b="1" dirty="0">
                <a:solidFill>
                  <a:srgbClr val="008AE6"/>
                </a:solidFill>
                <a:latin typeface="Roboto"/>
                <a:hlinkClick r:id="rId4"/>
              </a:rPr>
              <a:t>Luke 22:17</a:t>
            </a:r>
            <a:br>
              <a:rPr lang="en-US" sz="2000" dirty="0">
                <a:solidFill>
                  <a:prstClr val="black"/>
                </a:solidFill>
                <a:latin typeface="Calibri"/>
              </a:rPr>
            </a:br>
            <a:r>
              <a:rPr lang="en-US" sz="2000" b="1" dirty="0">
                <a:solidFill>
                  <a:srgbClr val="001320"/>
                </a:solidFill>
                <a:highlight>
                  <a:srgbClr val="00FFFF"/>
                </a:highlight>
                <a:latin typeface="Roboto"/>
              </a:rPr>
              <a:t>After taking the cup, He gave thanks and said</a:t>
            </a:r>
            <a:r>
              <a:rPr lang="en-US" sz="2000" dirty="0">
                <a:solidFill>
                  <a:srgbClr val="001320"/>
                </a:solidFill>
                <a:latin typeface="Roboto"/>
              </a:rPr>
              <a:t>, "Take this and divide it among yourselves.</a:t>
            </a:r>
            <a:endParaRPr lang="en-US" sz="2000" dirty="0">
              <a:solidFill>
                <a:prstClr val="black"/>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A6CD-11AA-47E8-BACF-875CA816877F}"/>
              </a:ext>
            </a:extLst>
          </p:cNvPr>
          <p:cNvSpPr>
            <a:spLocks noGrp="1"/>
          </p:cNvSpPr>
          <p:nvPr>
            <p:ph type="title"/>
          </p:nvPr>
        </p:nvSpPr>
        <p:spPr>
          <a:xfrm>
            <a:off x="1905000" y="228601"/>
            <a:ext cx="8382000" cy="1661993"/>
          </a:xfrm>
        </p:spPr>
        <p:txBody>
          <a:bodyPr/>
          <a:lstStyle/>
          <a:p>
            <a:pPr algn="ctr"/>
            <a:r>
              <a:rPr lang="en-US" sz="4000" dirty="0">
                <a:highlight>
                  <a:srgbClr val="00FF00"/>
                </a:highlight>
              </a:rPr>
              <a:t> Giving Thanks to God </a:t>
            </a:r>
            <a:r>
              <a:rPr lang="en-US" sz="4000" dirty="0">
                <a:effectLst/>
                <a:highlight>
                  <a:srgbClr val="00FF00"/>
                </a:highlight>
              </a:rPr>
              <a:t>(Revelation 4:11)</a:t>
            </a:r>
            <a:br>
              <a:rPr lang="en-US" sz="4000" dirty="0">
                <a:effectLst/>
                <a:highlight>
                  <a:srgbClr val="00FF00"/>
                </a:highlight>
              </a:rPr>
            </a:br>
            <a:r>
              <a:rPr lang="en-US" sz="4000" dirty="0">
                <a:effectLst/>
                <a:highlight>
                  <a:srgbClr val="00FFFF"/>
                </a:highlight>
                <a:hlinkClick r:id="rId2"/>
              </a:rPr>
              <a:t> </a:t>
            </a:r>
            <a:r>
              <a:rPr lang="en-US" sz="3200" dirty="0">
                <a:effectLst/>
                <a:highlight>
                  <a:srgbClr val="00FFFF"/>
                </a:highlight>
                <a:hlinkClick r:id="rId2"/>
              </a:rPr>
              <a:t>Thou Art Worthy</a:t>
            </a:r>
            <a:r>
              <a:rPr lang="en-US" sz="3200" dirty="0">
                <a:effectLst/>
                <a:highlight>
                  <a:srgbClr val="00FFFF"/>
                </a:highlight>
              </a:rPr>
              <a:t> Oh Lord!</a:t>
            </a:r>
            <a:br>
              <a:rPr lang="en-US" sz="3200" dirty="0">
                <a:effectLst/>
                <a:highlight>
                  <a:srgbClr val="FFFF00"/>
                </a:highlight>
              </a:rPr>
            </a:br>
            <a:endParaRPr lang="en-US" sz="4000" dirty="0">
              <a:highlight>
                <a:srgbClr val="FFFF00"/>
              </a:highlight>
            </a:endParaRPr>
          </a:p>
        </p:txBody>
      </p:sp>
      <p:sp>
        <p:nvSpPr>
          <p:cNvPr id="4" name="Slide Number Placeholder 3">
            <a:extLst>
              <a:ext uri="{FF2B5EF4-FFF2-40B4-BE49-F238E27FC236}">
                <a16:creationId xmlns:a16="http://schemas.microsoft.com/office/drawing/2014/main" id="{50DE92D5-5693-4A65-81CD-C0A47B32884B}"/>
              </a:ext>
            </a:extLst>
          </p:cNvPr>
          <p:cNvSpPr>
            <a:spLocks noGrp="1"/>
          </p:cNvSpPr>
          <p:nvPr>
            <p:ph type="sldNum" sz="quarter" idx="4"/>
          </p:nvPr>
        </p:nvSpPr>
        <p:spPr/>
        <p:txBody>
          <a:bodyPr/>
          <a:lstStyle/>
          <a:p>
            <a:fld id="{044B2593-B2CC-4D0D-ACEA-0DFFA9ACC67E}" type="slidenum">
              <a:rPr lang="en-US">
                <a:solidFill>
                  <a:srgbClr val="000000"/>
                </a:solidFill>
                <a:latin typeface="Calibri"/>
              </a:rPr>
              <a:pPr/>
              <a:t>6</a:t>
            </a:fld>
            <a:endParaRPr lang="en-US" dirty="0">
              <a:solidFill>
                <a:srgbClr val="000000"/>
              </a:solidFill>
              <a:latin typeface="Calibri"/>
            </a:endParaRPr>
          </a:p>
        </p:txBody>
      </p:sp>
      <p:sp>
        <p:nvSpPr>
          <p:cNvPr id="3" name="Rectangle 2">
            <a:extLst>
              <a:ext uri="{FF2B5EF4-FFF2-40B4-BE49-F238E27FC236}">
                <a16:creationId xmlns:a16="http://schemas.microsoft.com/office/drawing/2014/main" id="{2E4D2190-942F-457D-8733-E99ED22B8628}"/>
              </a:ext>
            </a:extLst>
          </p:cNvPr>
          <p:cNvSpPr/>
          <p:nvPr/>
        </p:nvSpPr>
        <p:spPr>
          <a:xfrm>
            <a:off x="2133600" y="1447800"/>
            <a:ext cx="8153400" cy="4832092"/>
          </a:xfrm>
          <a:prstGeom prst="rect">
            <a:avLst/>
          </a:prstGeom>
        </p:spPr>
        <p:txBody>
          <a:bodyPr wrap="square">
            <a:spAutoFit/>
          </a:bodyPr>
          <a:lstStyle/>
          <a:p>
            <a:pPr eaLnBrk="0" hangingPunct="0"/>
            <a:r>
              <a:rPr lang="en-US" sz="4000" b="1" baseline="30000" dirty="0">
                <a:solidFill>
                  <a:srgbClr val="000000"/>
                </a:solidFill>
                <a:latin typeface="system-ui"/>
              </a:rPr>
              <a:t>11 </a:t>
            </a:r>
            <a:r>
              <a:rPr lang="en-US" sz="4000" dirty="0">
                <a:solidFill>
                  <a:srgbClr val="000000"/>
                </a:solidFill>
                <a:latin typeface="system-ui"/>
              </a:rPr>
              <a:t>Thou art worthy, O Lord, to receive glory and </a:t>
            </a:r>
            <a:r>
              <a:rPr lang="en-US" sz="4000" dirty="0" err="1">
                <a:solidFill>
                  <a:srgbClr val="000000"/>
                </a:solidFill>
                <a:latin typeface="system-ui"/>
              </a:rPr>
              <a:t>honour</a:t>
            </a:r>
            <a:r>
              <a:rPr lang="en-US" sz="4000" dirty="0">
                <a:solidFill>
                  <a:srgbClr val="000000"/>
                </a:solidFill>
                <a:latin typeface="system-ui"/>
              </a:rPr>
              <a:t> and power: for thou hast created all things, and for thy pleasure they are and were created.</a:t>
            </a:r>
          </a:p>
          <a:p>
            <a:pPr eaLnBrk="0" hangingPunct="0"/>
            <a:endParaRPr lang="en-US" sz="4000" dirty="0">
              <a:solidFill>
                <a:srgbClr val="000000"/>
              </a:solidFill>
              <a:latin typeface="system-ui"/>
            </a:endParaRPr>
          </a:p>
          <a:p>
            <a:pPr marL="571500" indent="-571500" eaLnBrk="0" hangingPunct="0">
              <a:buFont typeface="Arial" panose="020B0604020202020204" pitchFamily="34" charset="0"/>
              <a:buChar char="•"/>
            </a:pPr>
            <a:r>
              <a:rPr lang="en-US" sz="3200" dirty="0">
                <a:solidFill>
                  <a:srgbClr val="000000"/>
                </a:solidFill>
                <a:highlight>
                  <a:srgbClr val="00FFFF"/>
                </a:highlight>
                <a:latin typeface="system-ui"/>
              </a:rPr>
              <a:t>Other psalms for Thanksgiving: Psalm 34, Psalm  111, Psalm 95,  Psalm 44: 4-8, Psalm 92,  Rev 4, etc.</a:t>
            </a:r>
            <a:endParaRPr lang="en-US" sz="3200" dirty="0">
              <a:solidFill>
                <a:srgbClr val="000000"/>
              </a:solidFill>
              <a:highlight>
                <a:srgbClr val="00FFFF"/>
              </a:highlight>
            </a:endParaRPr>
          </a:p>
        </p:txBody>
      </p:sp>
    </p:spTree>
    <p:extLst>
      <p:ext uri="{BB962C8B-B14F-4D97-AF65-F5344CB8AC3E}">
        <p14:creationId xmlns:p14="http://schemas.microsoft.com/office/powerpoint/2010/main" val="233239058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Online Media 6" title="Benny Hinn sings &quot;Thou Art Worthy&quot; (Revelation 4:11)">
            <a:hlinkClick r:id="" action="ppaction://media"/>
            <a:extLst>
              <a:ext uri="{FF2B5EF4-FFF2-40B4-BE49-F238E27FC236}">
                <a16:creationId xmlns:a16="http://schemas.microsoft.com/office/drawing/2014/main" id="{1E7F16F5-742C-4FB9-89F6-8D44D28193B9}"/>
              </a:ext>
            </a:extLst>
          </p:cNvPr>
          <p:cNvPicPr>
            <a:picLocks noRot="1" noChangeAspect="1"/>
          </p:cNvPicPr>
          <p:nvPr>
            <a:videoFile r:link="rId1"/>
          </p:nvPr>
        </p:nvPicPr>
        <p:blipFill>
          <a:blip r:embed="rId3"/>
          <a:stretch>
            <a:fillRect/>
          </a:stretch>
        </p:blipFill>
        <p:spPr>
          <a:xfrm>
            <a:off x="1681908" y="1150996"/>
            <a:ext cx="8839200" cy="5730874"/>
          </a:xfrm>
          <a:prstGeom prst="rect">
            <a:avLst/>
          </a:prstGeom>
        </p:spPr>
      </p:pic>
      <p:sp>
        <p:nvSpPr>
          <p:cNvPr id="2" name="Title 1">
            <a:extLst>
              <a:ext uri="{FF2B5EF4-FFF2-40B4-BE49-F238E27FC236}">
                <a16:creationId xmlns:a16="http://schemas.microsoft.com/office/drawing/2014/main" id="{5C57A6CD-11AA-47E8-BACF-875CA816877F}"/>
              </a:ext>
            </a:extLst>
          </p:cNvPr>
          <p:cNvSpPr>
            <a:spLocks noGrp="1"/>
          </p:cNvSpPr>
          <p:nvPr>
            <p:ph type="title"/>
          </p:nvPr>
        </p:nvSpPr>
        <p:spPr>
          <a:xfrm>
            <a:off x="1905000" y="228601"/>
            <a:ext cx="8382000" cy="1661993"/>
          </a:xfrm>
        </p:spPr>
        <p:txBody>
          <a:bodyPr/>
          <a:lstStyle/>
          <a:p>
            <a:pPr algn="ctr"/>
            <a:r>
              <a:rPr lang="en-US" sz="4000" dirty="0">
                <a:highlight>
                  <a:srgbClr val="00FF00"/>
                </a:highlight>
              </a:rPr>
              <a:t> Giving Thanks to God </a:t>
            </a:r>
            <a:r>
              <a:rPr lang="en-US" sz="4000" dirty="0">
                <a:effectLst/>
                <a:highlight>
                  <a:srgbClr val="00FF00"/>
                </a:highlight>
              </a:rPr>
              <a:t>(Revelation 4:11)</a:t>
            </a:r>
            <a:br>
              <a:rPr lang="en-US" sz="4000" dirty="0">
                <a:effectLst/>
                <a:highlight>
                  <a:srgbClr val="00FF00"/>
                </a:highlight>
              </a:rPr>
            </a:br>
            <a:r>
              <a:rPr lang="en-US" sz="4000" dirty="0">
                <a:effectLst/>
                <a:highlight>
                  <a:srgbClr val="00FFFF"/>
                </a:highlight>
                <a:hlinkClick r:id="rId4"/>
              </a:rPr>
              <a:t> </a:t>
            </a:r>
            <a:r>
              <a:rPr lang="en-US" sz="3200" dirty="0">
                <a:effectLst/>
                <a:highlight>
                  <a:srgbClr val="00FFFF"/>
                </a:highlight>
                <a:hlinkClick r:id="rId4"/>
              </a:rPr>
              <a:t>Thou Art Worthy</a:t>
            </a:r>
            <a:r>
              <a:rPr lang="en-US" sz="3200" dirty="0">
                <a:effectLst/>
                <a:highlight>
                  <a:srgbClr val="00FFFF"/>
                </a:highlight>
              </a:rPr>
              <a:t> Oh Lord!</a:t>
            </a:r>
            <a:br>
              <a:rPr lang="en-US" sz="3200" dirty="0">
                <a:effectLst/>
                <a:highlight>
                  <a:srgbClr val="FFFF00"/>
                </a:highlight>
              </a:rPr>
            </a:br>
            <a:endParaRPr lang="en-US" sz="4000" dirty="0">
              <a:highlight>
                <a:srgbClr val="FFFF00"/>
              </a:highlight>
            </a:endParaRPr>
          </a:p>
        </p:txBody>
      </p:sp>
      <p:sp>
        <p:nvSpPr>
          <p:cNvPr id="4" name="Slide Number Placeholder 3">
            <a:extLst>
              <a:ext uri="{FF2B5EF4-FFF2-40B4-BE49-F238E27FC236}">
                <a16:creationId xmlns:a16="http://schemas.microsoft.com/office/drawing/2014/main" id="{50DE92D5-5693-4A65-81CD-C0A47B32884B}"/>
              </a:ext>
            </a:extLst>
          </p:cNvPr>
          <p:cNvSpPr>
            <a:spLocks noGrp="1"/>
          </p:cNvSpPr>
          <p:nvPr>
            <p:ph type="sldNum" sz="quarter" idx="4"/>
          </p:nvPr>
        </p:nvSpPr>
        <p:spPr/>
        <p:txBody>
          <a:bodyPr/>
          <a:lstStyle/>
          <a:p>
            <a:fld id="{044B2593-B2CC-4D0D-ACEA-0DFFA9ACC67E}" type="slidenum">
              <a:rPr lang="en-US">
                <a:solidFill>
                  <a:srgbClr val="000000"/>
                </a:solidFill>
                <a:latin typeface="Calibri"/>
              </a:rPr>
              <a:pPr/>
              <a:t>7</a:t>
            </a:fld>
            <a:endParaRPr lang="en-US" dirty="0">
              <a:solidFill>
                <a:srgbClr val="000000"/>
              </a:solidFill>
              <a:latin typeface="Calibri"/>
            </a:endParaRPr>
          </a:p>
        </p:txBody>
      </p:sp>
    </p:spTree>
    <p:extLst>
      <p:ext uri="{BB962C8B-B14F-4D97-AF65-F5344CB8AC3E}">
        <p14:creationId xmlns:p14="http://schemas.microsoft.com/office/powerpoint/2010/main" val="38821066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02">
            <a:extLst>
              <a:ext uri="{FF2B5EF4-FFF2-40B4-BE49-F238E27FC236}">
                <a16:creationId xmlns:a16="http://schemas.microsoft.com/office/drawing/2014/main" id="{4FB5F6C3-3C7B-4635-BC39-98C589A32AB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19138" y="0"/>
            <a:ext cx="10752137" cy="6858000"/>
          </a:xfrm>
          <a:prstGeom prst="rect">
            <a:avLst/>
          </a:prstGeom>
        </p:spPr>
      </p:pic>
      <p:sp>
        <p:nvSpPr>
          <p:cNvPr id="4" name="Footer Placeholder 3">
            <a:extLst>
              <a:ext uri="{FF2B5EF4-FFF2-40B4-BE49-F238E27FC236}">
                <a16:creationId xmlns:a16="http://schemas.microsoft.com/office/drawing/2014/main" id="{3CD3285D-58BD-40C8-91D3-5A0D20D6046F}"/>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275294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03">
            <a:extLst>
              <a:ext uri="{FF2B5EF4-FFF2-40B4-BE49-F238E27FC236}">
                <a16:creationId xmlns:a16="http://schemas.microsoft.com/office/drawing/2014/main" id="{23C1B141-C1DD-4CE4-8972-A3FA21F09CA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66775"/>
            <a:ext cx="12192000" cy="5122863"/>
          </a:xfrm>
          <a:prstGeom prst="rect">
            <a:avLst/>
          </a:prstGeom>
        </p:spPr>
      </p:pic>
      <p:sp>
        <p:nvSpPr>
          <p:cNvPr id="4" name="Footer Placeholder 3">
            <a:extLst>
              <a:ext uri="{FF2B5EF4-FFF2-40B4-BE49-F238E27FC236}">
                <a16:creationId xmlns:a16="http://schemas.microsoft.com/office/drawing/2014/main" id="{EEAE6FF9-8425-4153-B24F-DA49F8C447A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323108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2_FX_Page_04">
            <a:extLst>
              <a:ext uri="{FF2B5EF4-FFF2-40B4-BE49-F238E27FC236}">
                <a16:creationId xmlns:a16="http://schemas.microsoft.com/office/drawing/2014/main" id="{74CC207A-9A97-4B8A-BEDA-591DEA22A2F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6363" y="0"/>
            <a:ext cx="11977687" cy="6858000"/>
          </a:xfrm>
          <a:prstGeom prst="rect">
            <a:avLst/>
          </a:prstGeom>
        </p:spPr>
      </p:pic>
      <p:sp>
        <p:nvSpPr>
          <p:cNvPr id="4" name="Footer Placeholder 3">
            <a:extLst>
              <a:ext uri="{FF2B5EF4-FFF2-40B4-BE49-F238E27FC236}">
                <a16:creationId xmlns:a16="http://schemas.microsoft.com/office/drawing/2014/main" id="{0739D89E-5487-4607-AE5E-DCE2FA9DA1E0}"/>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10535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2_FX_Page_05">
            <a:extLst>
              <a:ext uri="{FF2B5EF4-FFF2-40B4-BE49-F238E27FC236}">
                <a16:creationId xmlns:a16="http://schemas.microsoft.com/office/drawing/2014/main" id="{522AEEA2-9FEF-441E-A31E-EF3A42E64C4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00050"/>
            <a:ext cx="12192000" cy="6056313"/>
          </a:xfrm>
          <a:prstGeom prst="rect">
            <a:avLst/>
          </a:prstGeom>
        </p:spPr>
      </p:pic>
      <p:sp>
        <p:nvSpPr>
          <p:cNvPr id="4" name="Footer Placeholder 3">
            <a:extLst>
              <a:ext uri="{FF2B5EF4-FFF2-40B4-BE49-F238E27FC236}">
                <a16:creationId xmlns:a16="http://schemas.microsoft.com/office/drawing/2014/main" id="{70AA6C2E-E857-43E3-B1E3-EDAFAFCA79EE}"/>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77490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2_FX_Page_06">
            <a:extLst>
              <a:ext uri="{FF2B5EF4-FFF2-40B4-BE49-F238E27FC236}">
                <a16:creationId xmlns:a16="http://schemas.microsoft.com/office/drawing/2014/main" id="{CCC7113E-5F76-4483-89D4-A4F0EC642E8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60338" y="0"/>
            <a:ext cx="11871325" cy="6858000"/>
          </a:xfrm>
          <a:prstGeom prst="rect">
            <a:avLst/>
          </a:prstGeom>
        </p:spPr>
      </p:pic>
      <p:sp>
        <p:nvSpPr>
          <p:cNvPr id="4" name="Footer Placeholder 3">
            <a:extLst>
              <a:ext uri="{FF2B5EF4-FFF2-40B4-BE49-F238E27FC236}">
                <a16:creationId xmlns:a16="http://schemas.microsoft.com/office/drawing/2014/main" id="{A59CA1F8-763D-443E-AC4C-9E0B8A91E0C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476811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1CC810-F8BF-454C-8B37-A866168CB44D}"/>
              </a:ext>
            </a:extLst>
          </p:cNvPr>
          <p:cNvSpPr/>
          <p:nvPr/>
        </p:nvSpPr>
        <p:spPr>
          <a:xfrm>
            <a:off x="1363037" y="407096"/>
            <a:ext cx="10421421" cy="6001643"/>
          </a:xfrm>
          <a:prstGeom prst="rect">
            <a:avLst/>
          </a:prstGeom>
        </p:spPr>
        <p:txBody>
          <a:bodyPr wrap="square">
            <a:spAutoFit/>
          </a:bodyPr>
          <a:lstStyle/>
          <a:p>
            <a:pPr algn="ctr"/>
            <a:r>
              <a:rPr lang="en-US" sz="2000" b="1" u="sng" dirty="0">
                <a:solidFill>
                  <a:srgbClr val="222222"/>
                </a:solidFill>
                <a:latin typeface="Roboto"/>
              </a:rPr>
              <a:t>This is an in-class Exam</a:t>
            </a:r>
            <a:endParaRPr lang="en-US" sz="2800" dirty="0">
              <a:solidFill>
                <a:srgbClr val="222222"/>
              </a:solidFill>
              <a:latin typeface="Roboto"/>
            </a:endParaRPr>
          </a:p>
          <a:p>
            <a:r>
              <a:rPr lang="en-US" sz="2800" b="1" dirty="0">
                <a:solidFill>
                  <a:srgbClr val="222222"/>
                </a:solidFill>
                <a:latin typeface="Roboto"/>
              </a:rPr>
              <a:t>The Final Exam</a:t>
            </a:r>
            <a:endParaRPr lang="en-US" sz="2800" dirty="0">
              <a:solidFill>
                <a:srgbClr val="222222"/>
              </a:solidFill>
              <a:latin typeface="Roboto"/>
            </a:endParaRPr>
          </a:p>
          <a:p>
            <a:pPr>
              <a:buFont typeface="Arial" panose="020B0604020202020204" pitchFamily="34" charset="0"/>
              <a:buChar char="•"/>
            </a:pPr>
            <a:r>
              <a:rPr lang="en-US" sz="2800" dirty="0">
                <a:solidFill>
                  <a:srgbClr val="222222"/>
                </a:solidFill>
                <a:latin typeface="Roboto"/>
              </a:rPr>
              <a:t>Covers the </a:t>
            </a:r>
            <a:r>
              <a:rPr lang="en-US" sz="2800" b="1" dirty="0">
                <a:solidFill>
                  <a:srgbClr val="222222"/>
                </a:solidFill>
                <a:latin typeface="Roboto"/>
              </a:rPr>
              <a:t>Chapters 1 </a:t>
            </a:r>
            <a:r>
              <a:rPr lang="en-US" sz="2800" b="1">
                <a:solidFill>
                  <a:srgbClr val="222222"/>
                </a:solidFill>
                <a:latin typeface="Roboto"/>
              </a:rPr>
              <a:t>- 11</a:t>
            </a:r>
            <a:r>
              <a:rPr lang="en-US" sz="2800">
                <a:solidFill>
                  <a:srgbClr val="222222"/>
                </a:solidFill>
                <a:latin typeface="Roboto"/>
              </a:rPr>
              <a:t> </a:t>
            </a:r>
            <a:r>
              <a:rPr lang="en-US" sz="2800" dirty="0">
                <a:solidFill>
                  <a:srgbClr val="222222"/>
                </a:solidFill>
                <a:latin typeface="Roboto"/>
              </a:rPr>
              <a:t>from the textbook.</a:t>
            </a:r>
          </a:p>
          <a:p>
            <a:pPr>
              <a:buFont typeface="Arial" panose="020B0604020202020204" pitchFamily="34" charset="0"/>
              <a:buChar char="•"/>
            </a:pPr>
            <a:r>
              <a:rPr lang="en-US" sz="2800" dirty="0">
                <a:solidFill>
                  <a:srgbClr val="222222"/>
                </a:solidFill>
                <a:latin typeface="Roboto"/>
              </a:rPr>
              <a:t>Contains </a:t>
            </a:r>
            <a:r>
              <a:rPr lang="en-US" sz="2800" b="1" dirty="0">
                <a:solidFill>
                  <a:srgbClr val="222222"/>
                </a:solidFill>
                <a:latin typeface="Roboto"/>
              </a:rPr>
              <a:t>100 multiple-choice and true/false </a:t>
            </a:r>
            <a:r>
              <a:rPr lang="en-US" sz="2800" dirty="0">
                <a:solidFill>
                  <a:srgbClr val="222222"/>
                </a:solidFill>
                <a:latin typeface="Roboto"/>
              </a:rPr>
              <a:t>questions.</a:t>
            </a:r>
          </a:p>
          <a:p>
            <a:pPr>
              <a:buFont typeface="Arial" panose="020B0604020202020204" pitchFamily="34" charset="0"/>
              <a:buChar char="•"/>
            </a:pPr>
            <a:r>
              <a:rPr lang="en-US" sz="2800" dirty="0">
                <a:solidFill>
                  <a:srgbClr val="222222"/>
                </a:solidFill>
                <a:latin typeface="Roboto"/>
              </a:rPr>
              <a:t>Is </a:t>
            </a:r>
            <a:r>
              <a:rPr lang="en-US" sz="2800" b="1" dirty="0">
                <a:solidFill>
                  <a:srgbClr val="222222"/>
                </a:solidFill>
                <a:latin typeface="Roboto"/>
              </a:rPr>
              <a:t>limited</a:t>
            </a:r>
            <a:r>
              <a:rPr lang="en-US" sz="2800" dirty="0">
                <a:solidFill>
                  <a:srgbClr val="222222"/>
                </a:solidFill>
                <a:latin typeface="Roboto"/>
              </a:rPr>
              <a:t> to </a:t>
            </a:r>
            <a:r>
              <a:rPr lang="en-US" sz="2800" b="1" dirty="0">
                <a:solidFill>
                  <a:srgbClr val="222222"/>
                </a:solidFill>
                <a:latin typeface="Roboto"/>
              </a:rPr>
              <a:t>2</a:t>
            </a:r>
            <a:r>
              <a:rPr lang="en-US" sz="2800" dirty="0">
                <a:solidFill>
                  <a:srgbClr val="222222"/>
                </a:solidFill>
                <a:latin typeface="Roboto"/>
              </a:rPr>
              <a:t> </a:t>
            </a:r>
            <a:r>
              <a:rPr lang="en-US" sz="2800" b="1" dirty="0">
                <a:solidFill>
                  <a:srgbClr val="222222"/>
                </a:solidFill>
                <a:latin typeface="Roboto"/>
              </a:rPr>
              <a:t>hours</a:t>
            </a:r>
            <a:r>
              <a:rPr lang="en-US" sz="2800" dirty="0">
                <a:solidFill>
                  <a:srgbClr val="222222"/>
                </a:solidFill>
                <a:latin typeface="Roboto"/>
              </a:rPr>
              <a:t>].</a:t>
            </a:r>
          </a:p>
          <a:p>
            <a:pPr>
              <a:buFont typeface="Arial" panose="020B0604020202020204" pitchFamily="34" charset="0"/>
              <a:buChar char="•"/>
            </a:pPr>
            <a:r>
              <a:rPr lang="en-US" sz="2800" dirty="0">
                <a:solidFill>
                  <a:srgbClr val="222222"/>
                </a:solidFill>
                <a:latin typeface="Roboto"/>
              </a:rPr>
              <a:t>Is </a:t>
            </a:r>
            <a:r>
              <a:rPr lang="en-US" sz="2800" b="1" dirty="0">
                <a:solidFill>
                  <a:srgbClr val="222222"/>
                </a:solidFill>
                <a:latin typeface="Roboto"/>
              </a:rPr>
              <a:t>worth 150 points</a:t>
            </a:r>
            <a:r>
              <a:rPr lang="en-US" sz="2800" dirty="0">
                <a:solidFill>
                  <a:srgbClr val="222222"/>
                </a:solidFill>
                <a:latin typeface="Roboto"/>
              </a:rPr>
              <a:t>.</a:t>
            </a:r>
          </a:p>
          <a:p>
            <a:pPr>
              <a:buFont typeface="Arial" panose="020B0604020202020204" pitchFamily="34" charset="0"/>
              <a:buChar char="•"/>
            </a:pPr>
            <a:endParaRPr lang="en-US" sz="2800" dirty="0">
              <a:solidFill>
                <a:srgbClr val="222222"/>
              </a:solidFill>
              <a:latin typeface="Roboto"/>
            </a:endParaRPr>
          </a:p>
          <a:p>
            <a:r>
              <a:rPr lang="en-US" sz="2800" dirty="0">
                <a:solidFill>
                  <a:srgbClr val="222222"/>
                </a:solidFill>
                <a:latin typeface="Roboto"/>
              </a:rPr>
              <a:t>This exam is closed book and closed note. You have two hours to complete it at which time the exam will but submitted automatically. It consists of 100 true/false and multiple choice questions and is worth 150 points.</a:t>
            </a:r>
          </a:p>
          <a:p>
            <a:endParaRPr lang="en-US" sz="2800" dirty="0">
              <a:solidFill>
                <a:srgbClr val="222222"/>
              </a:solidFill>
              <a:latin typeface="Roboto"/>
            </a:endParaRPr>
          </a:p>
          <a:p>
            <a:r>
              <a:rPr lang="en-US" sz="2800" dirty="0">
                <a:solidFill>
                  <a:srgbClr val="222222"/>
                </a:solidFill>
                <a:latin typeface="Roboto"/>
              </a:rPr>
              <a:t>This is an in-class exam taken on the day of the final according to the final exam schedule.</a:t>
            </a:r>
            <a:endParaRPr lang="en-US" sz="2800" b="0" i="0" dirty="0">
              <a:solidFill>
                <a:srgbClr val="222222"/>
              </a:solidFill>
              <a:effectLst/>
              <a:latin typeface="Roboto"/>
            </a:endParaRPr>
          </a:p>
        </p:txBody>
      </p:sp>
    </p:spTree>
    <p:extLst>
      <p:ext uri="{BB962C8B-B14F-4D97-AF65-F5344CB8AC3E}">
        <p14:creationId xmlns:p14="http://schemas.microsoft.com/office/powerpoint/2010/main" val="783739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3F853D-8782-4E40-AA7E-9DBDB9C59698}"/>
              </a:ext>
            </a:extLst>
          </p:cNvPr>
          <p:cNvSpPr>
            <a:spLocks noGrp="1"/>
          </p:cNvSpPr>
          <p:nvPr>
            <p:ph type="title"/>
          </p:nvPr>
        </p:nvSpPr>
        <p:spPr>
          <a:xfrm>
            <a:off x="2286000" y="264074"/>
            <a:ext cx="8026400" cy="580608"/>
          </a:xfrm>
        </p:spPr>
        <p:txBody>
          <a:bodyPr/>
          <a:lstStyle/>
          <a:p>
            <a:pPr algn="ctr"/>
            <a:r>
              <a:rPr lang="en-US" sz="4400" dirty="0"/>
              <a:t>Course Evaluation</a:t>
            </a:r>
          </a:p>
        </p:txBody>
      </p:sp>
      <p:sp>
        <p:nvSpPr>
          <p:cNvPr id="4" name="Footer Placeholder 3">
            <a:extLst>
              <a:ext uri="{FF2B5EF4-FFF2-40B4-BE49-F238E27FC236}">
                <a16:creationId xmlns:a16="http://schemas.microsoft.com/office/drawing/2014/main" id="{2F5E732D-0E71-4AA6-BC84-9084409FC042}"/>
              </a:ext>
            </a:extLst>
          </p:cNvPr>
          <p:cNvSpPr>
            <a:spLocks noGrp="1"/>
          </p:cNvSpPr>
          <p:nvPr>
            <p:ph type="ftr" sz="quarter" idx="10"/>
          </p:nvPr>
        </p:nvSpPr>
        <p:spPr/>
        <p:txBody>
          <a:bodyPr/>
          <a:lstStyle/>
          <a:p>
            <a:r>
              <a:rPr lang="en-US">
                <a:solidFill>
                  <a:srgbClr val="000000">
                    <a:tint val="75000"/>
                  </a:srgbClr>
                </a:solidFill>
                <a:latin typeface="Arial" charset="0"/>
                <a:cs typeface="Arial" charset="0"/>
              </a:rPr>
              <a:t>© 2017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solidFill>
                <a:srgbClr val="000000">
                  <a:tint val="75000"/>
                </a:srgbClr>
              </a:solidFill>
              <a:latin typeface="Arial" charset="0"/>
              <a:cs typeface="Arial" charset="0"/>
            </a:endParaRPr>
          </a:p>
        </p:txBody>
      </p:sp>
      <p:sp>
        <p:nvSpPr>
          <p:cNvPr id="5" name="Rectangle 4">
            <a:extLst>
              <a:ext uri="{FF2B5EF4-FFF2-40B4-BE49-F238E27FC236}">
                <a16:creationId xmlns:a16="http://schemas.microsoft.com/office/drawing/2014/main" id="{28AD5CD3-E95D-4F42-BAA0-8608428B8940}"/>
              </a:ext>
            </a:extLst>
          </p:cNvPr>
          <p:cNvSpPr/>
          <p:nvPr/>
        </p:nvSpPr>
        <p:spPr>
          <a:xfrm>
            <a:off x="1841500" y="918600"/>
            <a:ext cx="8915400" cy="646331"/>
          </a:xfrm>
          <a:prstGeom prst="rect">
            <a:avLst/>
          </a:prstGeom>
          <a:noFill/>
        </p:spPr>
        <p:txBody>
          <a:bodyPr wrap="square" lIns="91440" tIns="45720" rIns="91440" bIns="45720">
            <a:spAutoFit/>
          </a:bodyPr>
          <a:lstStyle/>
          <a:p>
            <a:r>
              <a:rPr lang="en-US" sz="3600" b="1" dirty="0">
                <a:ln w="22225">
                  <a:solidFill>
                    <a:srgbClr val="055C91"/>
                  </a:solidFill>
                  <a:prstDash val="solid"/>
                </a:ln>
                <a:solidFill>
                  <a:srgbClr val="055C91">
                    <a:lumMod val="40000"/>
                    <a:lumOff val="60000"/>
                  </a:srgbClr>
                </a:solidFill>
                <a:latin typeface="Arial" charset="0"/>
                <a:cs typeface="Arial" charset="0"/>
              </a:rPr>
              <a:t>Time to complete the course evaluation</a:t>
            </a:r>
          </a:p>
        </p:txBody>
      </p:sp>
      <p:pic>
        <p:nvPicPr>
          <p:cNvPr id="7" name="Picture 6">
            <a:extLst>
              <a:ext uri="{FF2B5EF4-FFF2-40B4-BE49-F238E27FC236}">
                <a16:creationId xmlns:a16="http://schemas.microsoft.com/office/drawing/2014/main" id="{50E35DCB-1134-4D2C-B2CE-FE949EDBDF9D}"/>
              </a:ext>
            </a:extLst>
          </p:cNvPr>
          <p:cNvPicPr>
            <a:picLocks noChangeAspect="1"/>
          </p:cNvPicPr>
          <p:nvPr/>
        </p:nvPicPr>
        <p:blipFill>
          <a:blip r:embed="rId2"/>
          <a:stretch>
            <a:fillRect/>
          </a:stretch>
        </p:blipFill>
        <p:spPr>
          <a:xfrm>
            <a:off x="510363" y="1564931"/>
            <a:ext cx="11174818" cy="5258070"/>
          </a:xfrm>
          <a:prstGeom prst="rect">
            <a:avLst/>
          </a:prstGeom>
        </p:spPr>
      </p:pic>
    </p:spTree>
    <p:extLst>
      <p:ext uri="{BB962C8B-B14F-4D97-AF65-F5344CB8AC3E}">
        <p14:creationId xmlns:p14="http://schemas.microsoft.com/office/powerpoint/2010/main" val="192280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254000" y="980254"/>
            <a:ext cx="11328400" cy="4897491"/>
          </a:xfrm>
        </p:spPr>
        <p:txBody>
          <a:bodyPr/>
          <a:lstStyle/>
          <a:p>
            <a:pPr>
              <a:spcBef>
                <a:spcPts val="1200"/>
              </a:spcBef>
            </a:pPr>
            <a:r>
              <a:rPr lang="en-US" sz="2900" dirty="0"/>
              <a:t>JavaFX is easier to use—it provides one API for client functionality, including GUI, graphics and multimedia (images, animation, audio and video). </a:t>
            </a:r>
          </a:p>
          <a:p>
            <a:pPr>
              <a:spcBef>
                <a:spcPts val="1200"/>
              </a:spcBef>
            </a:pPr>
            <a:r>
              <a:rPr lang="en-US" sz="2900" b="1" dirty="0">
                <a:highlight>
                  <a:srgbClr val="00FF00"/>
                </a:highlight>
              </a:rPr>
              <a:t>Swing </a:t>
            </a:r>
            <a:r>
              <a:rPr lang="en-US" sz="2900" dirty="0"/>
              <a:t>is only for GUIs, so you need to use other APIs for graphics and multimedia apps. </a:t>
            </a:r>
          </a:p>
          <a:p>
            <a:pPr>
              <a:spcBef>
                <a:spcPts val="1200"/>
              </a:spcBef>
            </a:pPr>
            <a:r>
              <a:rPr lang="en-US" sz="2900" dirty="0">
                <a:highlight>
                  <a:srgbClr val="00FF00"/>
                </a:highlight>
              </a:rPr>
              <a:t>With Swing</a:t>
            </a:r>
            <a:r>
              <a:rPr lang="en-US" sz="2900" dirty="0"/>
              <a:t>, many IDEs provided GUI design tools for dragging and dropping components onto a layout; however, each IDE produced different code.</a:t>
            </a:r>
          </a:p>
          <a:p>
            <a:pPr>
              <a:spcBef>
                <a:spcPts val="1200"/>
              </a:spcBef>
            </a:pPr>
            <a:r>
              <a:rPr lang="en-US" sz="2900" dirty="0">
                <a:highlight>
                  <a:srgbClr val="00FF00"/>
                </a:highlight>
              </a:rPr>
              <a:t>Though Swing </a:t>
            </a:r>
            <a:r>
              <a:rPr lang="en-US" sz="2900" dirty="0"/>
              <a:t>components could be customized, JavaFX gives you complete control over a JavaFX GUI’s look-and-feel.</a:t>
            </a:r>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274638"/>
            <a:ext cx="10972800" cy="434279"/>
          </a:xfrm>
        </p:spPr>
        <p:txBody>
          <a:bodyPr>
            <a:normAutofit fontScale="90000"/>
          </a:bodyPr>
          <a:lstStyle/>
          <a:p>
            <a:pPr algn="ctr"/>
            <a:r>
              <a:rPr lang="en-US" dirty="0"/>
              <a:t>JavaFX is easier to use</a:t>
            </a:r>
          </a:p>
        </p:txBody>
      </p:sp>
    </p:spTree>
    <p:extLst>
      <p:ext uri="{BB962C8B-B14F-4D97-AF65-F5344CB8AC3E}">
        <p14:creationId xmlns:p14="http://schemas.microsoft.com/office/powerpoint/2010/main" val="1902285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318500" y="585627"/>
            <a:ext cx="11404314" cy="4897491"/>
          </a:xfrm>
        </p:spPr>
        <p:txBody>
          <a:bodyPr/>
          <a:lstStyle/>
          <a:p>
            <a:pPr>
              <a:spcBef>
                <a:spcPts val="1200"/>
              </a:spcBef>
            </a:pPr>
            <a:r>
              <a:rPr lang="en-US" dirty="0"/>
              <a:t>Most Java textbooks that introduce GUI programming provide hand-coded GUIs—that is, the authors build the GUIs from scratch in Java code, rather than using a visual GUI design tool. </a:t>
            </a:r>
          </a:p>
          <a:p>
            <a:pPr>
              <a:spcBef>
                <a:spcPts val="1200"/>
              </a:spcBef>
            </a:pPr>
            <a:r>
              <a:rPr lang="en-US" dirty="0"/>
              <a:t>This is due to the fractured Java IDE market—there are many Java IDEs, so authors can’t depend on any one IDE being used, and each generates different code. </a:t>
            </a:r>
          </a:p>
          <a:p>
            <a:pPr>
              <a:spcBef>
                <a:spcPts val="1200"/>
              </a:spcBef>
            </a:pPr>
            <a:r>
              <a:rPr lang="en-US" dirty="0"/>
              <a:t>JavaFX is organized differently. </a:t>
            </a:r>
          </a:p>
          <a:p>
            <a:pPr>
              <a:spcBef>
                <a:spcPts val="1200"/>
              </a:spcBef>
            </a:pPr>
            <a:r>
              <a:rPr lang="en-US" dirty="0"/>
              <a:t>The </a:t>
            </a:r>
            <a:r>
              <a:rPr lang="en-US" b="1" dirty="0"/>
              <a:t>Scene Builder </a:t>
            </a:r>
            <a:r>
              <a:rPr lang="en-US" dirty="0"/>
              <a:t>tool is a standalone JavaFX GUI visual layout tool that can also be used with various IDEs, including the most popular ones—Eclipse, IntelliJ IDEA and NetBeans. </a:t>
            </a:r>
          </a:p>
          <a:p>
            <a:pPr>
              <a:spcBef>
                <a:spcPts val="1200"/>
              </a:spcBef>
            </a:pPr>
            <a:r>
              <a:rPr lang="en-US" dirty="0"/>
              <a:t>You can download Scene Builder at: </a:t>
            </a:r>
          </a:p>
          <a:p>
            <a:pPr>
              <a:spcBef>
                <a:spcPts val="1200"/>
              </a:spcBef>
            </a:pPr>
            <a:r>
              <a:rPr lang="en-US" dirty="0">
                <a:hlinkClick r:id="rId2"/>
              </a:rPr>
              <a:t>http://gluonhq.com/labs/scene-builder/</a:t>
            </a:r>
            <a:r>
              <a:rPr lang="en-US" dirty="0"/>
              <a:t> </a:t>
            </a:r>
            <a:endParaRPr lang="en-US" sz="2900" dirty="0"/>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151348"/>
            <a:ext cx="10972800" cy="434279"/>
          </a:xfrm>
        </p:spPr>
        <p:txBody>
          <a:bodyPr>
            <a:normAutofit fontScale="90000"/>
          </a:bodyPr>
          <a:lstStyle/>
          <a:p>
            <a:pPr algn="ctr"/>
            <a:r>
              <a:rPr lang="en-US" dirty="0">
                <a:effectLst/>
              </a:rPr>
              <a:t>JavaFX Scene Builder</a:t>
            </a:r>
            <a:endParaRPr lang="en-US" dirty="0"/>
          </a:p>
        </p:txBody>
      </p:sp>
    </p:spTree>
    <p:extLst>
      <p:ext uri="{BB962C8B-B14F-4D97-AF65-F5344CB8AC3E}">
        <p14:creationId xmlns:p14="http://schemas.microsoft.com/office/powerpoint/2010/main" val="3985721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609600" y="708917"/>
            <a:ext cx="10972800" cy="4897491"/>
          </a:xfrm>
        </p:spPr>
        <p:txBody>
          <a:bodyPr/>
          <a:lstStyle/>
          <a:p>
            <a:pPr>
              <a:spcBef>
                <a:spcPts val="1200"/>
              </a:spcBef>
            </a:pPr>
            <a:r>
              <a:rPr lang="en-US" dirty="0"/>
              <a:t>JavaFX Scene Builder enables you to create GUIs </a:t>
            </a:r>
            <a:r>
              <a:rPr lang="en-US" b="1" i="1" dirty="0">
                <a:highlight>
                  <a:srgbClr val="00FF00"/>
                </a:highlight>
              </a:rPr>
              <a:t>by dragging and dropping GUI</a:t>
            </a:r>
            <a:r>
              <a:rPr lang="en-US" dirty="0"/>
              <a:t> components from </a:t>
            </a:r>
            <a:r>
              <a:rPr lang="en-US" b="1" dirty="0"/>
              <a:t>Scene Builder</a:t>
            </a:r>
            <a:r>
              <a:rPr lang="en-US" dirty="0"/>
              <a:t>’s library onto a design area, </a:t>
            </a:r>
          </a:p>
          <a:p>
            <a:pPr>
              <a:spcBef>
                <a:spcPts val="1200"/>
              </a:spcBef>
            </a:pPr>
            <a:r>
              <a:rPr lang="en-US" b="1" u="sng" dirty="0">
                <a:solidFill>
                  <a:srgbClr val="FF0000"/>
                </a:solidFill>
                <a:highlight>
                  <a:srgbClr val="FFFF00"/>
                </a:highlight>
              </a:rPr>
              <a:t>Then modifying and styling the GUI—all without writing any code</a:t>
            </a:r>
            <a:r>
              <a:rPr lang="en-US" b="1" u="sng" dirty="0">
                <a:highlight>
                  <a:srgbClr val="FFFF00"/>
                </a:highlight>
              </a:rPr>
              <a:t>.</a:t>
            </a:r>
          </a:p>
          <a:p>
            <a:pPr>
              <a:spcBef>
                <a:spcPts val="1200"/>
              </a:spcBef>
            </a:pPr>
            <a:r>
              <a:rPr lang="en-US" b="1" dirty="0"/>
              <a:t>JavaFX Scene Builder</a:t>
            </a:r>
            <a:r>
              <a:rPr lang="en-US" dirty="0"/>
              <a:t>’s live editing and preview features allow you to view your GUI as you create and modify it, without compiling and running the app. </a:t>
            </a:r>
          </a:p>
          <a:p>
            <a:pPr>
              <a:spcBef>
                <a:spcPts val="1200"/>
              </a:spcBef>
            </a:pPr>
            <a:r>
              <a:rPr lang="en-US" dirty="0"/>
              <a:t>You can use </a:t>
            </a:r>
            <a:r>
              <a:rPr lang="en-US" b="1" dirty="0"/>
              <a:t>Cascading Style Sheets (CSS)</a:t>
            </a:r>
            <a:r>
              <a:rPr lang="en-US" dirty="0"/>
              <a:t> to change the entire look-and-feel of your GUI—a concept sometimes called </a:t>
            </a:r>
            <a:r>
              <a:rPr lang="en-US" b="1" dirty="0"/>
              <a:t>skinning.</a:t>
            </a:r>
            <a:endParaRPr lang="en-US" sz="2900" dirty="0"/>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274638"/>
            <a:ext cx="10972800" cy="434279"/>
          </a:xfrm>
        </p:spPr>
        <p:txBody>
          <a:bodyPr>
            <a:normAutofit fontScale="90000"/>
          </a:bodyPr>
          <a:lstStyle/>
          <a:p>
            <a:pPr algn="ctr"/>
            <a:r>
              <a:rPr lang="en-US" dirty="0">
                <a:effectLst/>
              </a:rPr>
              <a:t>JavaFX Scene Builder</a:t>
            </a:r>
            <a:endParaRPr lang="en-US" dirty="0"/>
          </a:p>
        </p:txBody>
      </p:sp>
    </p:spTree>
    <p:extLst>
      <p:ext uri="{BB962C8B-B14F-4D97-AF65-F5344CB8AC3E}">
        <p14:creationId xmlns:p14="http://schemas.microsoft.com/office/powerpoint/2010/main" val="2156417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609600" y="708917"/>
            <a:ext cx="10972800" cy="4897491"/>
          </a:xfrm>
        </p:spPr>
        <p:txBody>
          <a:bodyPr/>
          <a:lstStyle/>
          <a:p>
            <a:pPr>
              <a:spcBef>
                <a:spcPts val="1200"/>
              </a:spcBef>
            </a:pPr>
            <a:r>
              <a:rPr lang="en-US" dirty="0"/>
              <a:t>As you create and modify a GUI, JavaFX Scene Builder generates FXML (FX Markup Language)</a:t>
            </a:r>
          </a:p>
          <a:p>
            <a:pPr lvl="1">
              <a:spcBef>
                <a:spcPts val="1200"/>
              </a:spcBef>
            </a:pPr>
            <a:r>
              <a:rPr lang="en-US" dirty="0">
                <a:highlight>
                  <a:srgbClr val="FFFF00"/>
                </a:highlight>
              </a:rPr>
              <a:t>—an XML vocabulary for defining and arranging JavaFX GUI controls without writing any Java code. </a:t>
            </a:r>
          </a:p>
          <a:p>
            <a:pPr>
              <a:spcBef>
                <a:spcPts val="1200"/>
              </a:spcBef>
            </a:pPr>
            <a:r>
              <a:rPr lang="en-US" dirty="0"/>
              <a:t>XML (</a:t>
            </a:r>
            <a:r>
              <a:rPr lang="en-US" dirty="0" err="1"/>
              <a:t>eXtensible</a:t>
            </a:r>
            <a:r>
              <a:rPr lang="en-US" dirty="0"/>
              <a:t> Markup Language) is a widely used language for describing things—it’s readable both by computers and by humans. </a:t>
            </a:r>
          </a:p>
          <a:p>
            <a:pPr>
              <a:spcBef>
                <a:spcPts val="1200"/>
              </a:spcBef>
            </a:pPr>
            <a:r>
              <a:rPr lang="en-US" dirty="0"/>
              <a:t>In JavaFX, FXML concisely describes GUI, graphics and multimedia elements. </a:t>
            </a:r>
          </a:p>
          <a:p>
            <a:pPr>
              <a:spcBef>
                <a:spcPts val="1200"/>
              </a:spcBef>
            </a:pPr>
            <a:r>
              <a:rPr lang="en-US" dirty="0"/>
              <a:t>You do not need to know FXML or XML to develop java GUI. </a:t>
            </a:r>
          </a:p>
          <a:p>
            <a:pPr>
              <a:spcBef>
                <a:spcPts val="1200"/>
              </a:spcBef>
            </a:pPr>
            <a:r>
              <a:rPr lang="en-US" dirty="0"/>
              <a:t>JavaFX Scene Builder hides the FXML details from you, so you can focus on defining what the GUI should contain without specifying how to generate it—this is an example of declarative programming.</a:t>
            </a:r>
            <a:endParaRPr lang="en-US" sz="2900" dirty="0"/>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274638"/>
            <a:ext cx="10972800" cy="434279"/>
          </a:xfrm>
        </p:spPr>
        <p:txBody>
          <a:bodyPr>
            <a:normAutofit fontScale="90000"/>
          </a:bodyPr>
          <a:lstStyle/>
          <a:p>
            <a:pPr algn="ctr"/>
            <a:r>
              <a:rPr lang="en-US" dirty="0">
                <a:effectLst/>
              </a:rPr>
              <a:t>FXML (FX Markup Language)</a:t>
            </a:r>
            <a:endParaRPr lang="en-US" dirty="0"/>
          </a:p>
        </p:txBody>
      </p:sp>
    </p:spTree>
    <p:extLst>
      <p:ext uri="{BB962C8B-B14F-4D97-AF65-F5344CB8AC3E}">
        <p14:creationId xmlns:p14="http://schemas.microsoft.com/office/powerpoint/2010/main" val="2242837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2_FX_Page_08">
            <a:extLst>
              <a:ext uri="{FF2B5EF4-FFF2-40B4-BE49-F238E27FC236}">
                <a16:creationId xmlns:a16="http://schemas.microsoft.com/office/drawing/2014/main" id="{FE5F9F5C-9920-48CB-9BD1-9292653B90B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31900"/>
            <a:ext cx="12192000" cy="4392613"/>
          </a:xfrm>
          <a:prstGeom prst="rect">
            <a:avLst/>
          </a:prstGeom>
        </p:spPr>
      </p:pic>
      <p:sp>
        <p:nvSpPr>
          <p:cNvPr id="4" name="Footer Placeholder 3">
            <a:extLst>
              <a:ext uri="{FF2B5EF4-FFF2-40B4-BE49-F238E27FC236}">
                <a16:creationId xmlns:a16="http://schemas.microsoft.com/office/drawing/2014/main" id="{D4ABFFEB-1CB9-4774-BDB9-5DCBC33D5655}"/>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551673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12_FX_Page_07">
            <a:extLst>
              <a:ext uri="{FF2B5EF4-FFF2-40B4-BE49-F238E27FC236}">
                <a16:creationId xmlns:a16="http://schemas.microsoft.com/office/drawing/2014/main" id="{F61F6FD6-6C6D-45C2-9169-98F6C43CFE0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22400"/>
            <a:ext cx="12192000" cy="4011613"/>
          </a:xfrm>
          <a:prstGeom prst="rect">
            <a:avLst/>
          </a:prstGeom>
        </p:spPr>
      </p:pic>
      <p:sp>
        <p:nvSpPr>
          <p:cNvPr id="4" name="Footer Placeholder 3">
            <a:extLst>
              <a:ext uri="{FF2B5EF4-FFF2-40B4-BE49-F238E27FC236}">
                <a16:creationId xmlns:a16="http://schemas.microsoft.com/office/drawing/2014/main" id="{C49D0550-3E9F-4066-B774-D7B57B2F15E1}"/>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413719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09">
            <a:extLst>
              <a:ext uri="{FF2B5EF4-FFF2-40B4-BE49-F238E27FC236}">
                <a16:creationId xmlns:a16="http://schemas.microsoft.com/office/drawing/2014/main" id="{EE0DE94A-EB7C-4A48-96B6-A400D23443F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158949" y="-510363"/>
            <a:ext cx="13928651" cy="8304028"/>
          </a:xfrm>
          <a:prstGeom prst="rect">
            <a:avLst/>
          </a:prstGeom>
        </p:spPr>
      </p:pic>
    </p:spTree>
    <p:extLst>
      <p:ext uri="{BB962C8B-B14F-4D97-AF65-F5344CB8AC3E}">
        <p14:creationId xmlns:p14="http://schemas.microsoft.com/office/powerpoint/2010/main" val="2909499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0" y="587732"/>
            <a:ext cx="11928296" cy="6246687"/>
          </a:xfrm>
        </p:spPr>
        <p:txBody>
          <a:bodyPr/>
          <a:lstStyle/>
          <a:p>
            <a:pPr>
              <a:spcBef>
                <a:spcPts val="1200"/>
              </a:spcBef>
            </a:pPr>
            <a:r>
              <a:rPr lang="en-US" sz="3200" dirty="0"/>
              <a:t>Swing has a large following, has a proven track record and a wide availability of 3rd party support. </a:t>
            </a:r>
          </a:p>
          <a:p>
            <a:pPr>
              <a:spcBef>
                <a:spcPts val="1200"/>
              </a:spcBef>
            </a:pPr>
            <a:r>
              <a:rPr lang="en-US" sz="3200" dirty="0"/>
              <a:t>The future is a difficult thing to predict and is always fluent.</a:t>
            </a:r>
          </a:p>
          <a:p>
            <a:pPr>
              <a:spcBef>
                <a:spcPts val="1200"/>
              </a:spcBef>
            </a:pPr>
            <a:r>
              <a:rPr lang="en-US" sz="3200" dirty="0"/>
              <a:t>There are still some companies using AWT (Abstract Window Toolkit).</a:t>
            </a:r>
          </a:p>
          <a:p>
            <a:pPr>
              <a:spcBef>
                <a:spcPts val="1200"/>
              </a:spcBef>
            </a:pPr>
            <a:r>
              <a:rPr lang="en-US" sz="3200" dirty="0"/>
              <a:t>Majority of existing GUI java codebases are Swing and likely will stay that way until the codebase rots and nobody maintains it anymore.</a:t>
            </a:r>
          </a:p>
          <a:p>
            <a:pPr>
              <a:spcBef>
                <a:spcPts val="1200"/>
              </a:spcBef>
            </a:pPr>
            <a:endParaRPr lang="en-US" sz="3200" dirty="0"/>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153453"/>
            <a:ext cx="10972800" cy="434279"/>
          </a:xfrm>
        </p:spPr>
        <p:txBody>
          <a:bodyPr>
            <a:normAutofit fontScale="90000"/>
          </a:bodyPr>
          <a:lstStyle/>
          <a:p>
            <a:pPr algn="ctr"/>
            <a:r>
              <a:rPr lang="en-US" dirty="0"/>
              <a:t>Is </a:t>
            </a:r>
            <a:r>
              <a:rPr lang="en-US" dirty="0">
                <a:highlight>
                  <a:srgbClr val="00FF00"/>
                </a:highlight>
              </a:rPr>
              <a:t>Swing</a:t>
            </a:r>
            <a:r>
              <a:rPr lang="en-US" dirty="0"/>
              <a:t> Still in Use Today?</a:t>
            </a:r>
          </a:p>
        </p:txBody>
      </p:sp>
    </p:spTree>
    <p:extLst>
      <p:ext uri="{BB962C8B-B14F-4D97-AF65-F5344CB8AC3E}">
        <p14:creationId xmlns:p14="http://schemas.microsoft.com/office/powerpoint/2010/main" val="2801633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296238" y="980254"/>
            <a:ext cx="11599523" cy="4897491"/>
          </a:xfrm>
        </p:spPr>
        <p:txBody>
          <a:bodyPr/>
          <a:lstStyle/>
          <a:p>
            <a:pPr>
              <a:spcBef>
                <a:spcPts val="1200"/>
              </a:spcBef>
            </a:pPr>
            <a:r>
              <a:rPr lang="en-US" sz="2800" dirty="0"/>
              <a:t>Majority of new GUI java codebases are using JavaFX, which is the Swing replacement in Java8 and is part of the standard java library now. </a:t>
            </a:r>
          </a:p>
          <a:p>
            <a:pPr>
              <a:spcBef>
                <a:spcPts val="1200"/>
              </a:spcBef>
            </a:pPr>
            <a:r>
              <a:rPr lang="en-US" sz="2900" dirty="0"/>
              <a:t>FXML can replace 3,000 lines of extended </a:t>
            </a:r>
            <a:r>
              <a:rPr lang="en-US" sz="2900" b="1" dirty="0" err="1"/>
              <a:t>JFrame</a:t>
            </a:r>
            <a:r>
              <a:rPr lang="en-US" sz="2900" dirty="0"/>
              <a:t> class code for a Swing GUI, </a:t>
            </a:r>
            <a:r>
              <a:rPr lang="en-US" sz="2900" b="1" dirty="0"/>
              <a:t>with 50 lines of FXML.</a:t>
            </a:r>
            <a:endParaRPr lang="en-US" sz="2900" dirty="0"/>
          </a:p>
          <a:p>
            <a:pPr>
              <a:spcBef>
                <a:spcPts val="1200"/>
              </a:spcBef>
            </a:pPr>
            <a:r>
              <a:rPr lang="en-US" sz="2900" b="1" dirty="0"/>
              <a:t>Swing</a:t>
            </a:r>
            <a:r>
              <a:rPr lang="en-US" sz="2900" dirty="0"/>
              <a:t> is still used heavily, and will continue to be for a long while</a:t>
            </a:r>
          </a:p>
          <a:p>
            <a:pPr>
              <a:spcBef>
                <a:spcPts val="1200"/>
              </a:spcBef>
            </a:pPr>
            <a:r>
              <a:rPr lang="en-US" sz="2900" dirty="0"/>
              <a:t>Swing was the only choice for Java for a </a:t>
            </a:r>
            <a:r>
              <a:rPr lang="en-US" sz="2900" dirty="0" err="1"/>
              <a:t>loooong</a:t>
            </a:r>
            <a:r>
              <a:rPr lang="en-US" sz="2900" dirty="0"/>
              <a:t> time. </a:t>
            </a:r>
          </a:p>
          <a:p>
            <a:pPr>
              <a:spcBef>
                <a:spcPts val="1200"/>
              </a:spcBef>
            </a:pPr>
            <a:r>
              <a:rPr lang="en-US" sz="2900" dirty="0"/>
              <a:t>JavaFX, however, is refreshingly nice, and very-much-so worth learning.</a:t>
            </a:r>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274638"/>
            <a:ext cx="10972800" cy="434279"/>
          </a:xfrm>
        </p:spPr>
        <p:txBody>
          <a:bodyPr>
            <a:normAutofit fontScale="90000"/>
          </a:bodyPr>
          <a:lstStyle/>
          <a:p>
            <a:pPr algn="ctr"/>
            <a:r>
              <a:rPr lang="en-US" dirty="0"/>
              <a:t>Is </a:t>
            </a:r>
            <a:r>
              <a:rPr lang="en-US" dirty="0">
                <a:highlight>
                  <a:srgbClr val="00FF00"/>
                </a:highlight>
              </a:rPr>
              <a:t>Swing</a:t>
            </a:r>
            <a:r>
              <a:rPr lang="en-US" dirty="0"/>
              <a:t> Still in Use Today? </a:t>
            </a:r>
            <a:r>
              <a:rPr lang="en-US" dirty="0" err="1"/>
              <a:t>Cont</a:t>
            </a:r>
            <a:r>
              <a:rPr lang="en-US" dirty="0"/>
              <a:t>,</a:t>
            </a:r>
          </a:p>
        </p:txBody>
      </p:sp>
    </p:spTree>
    <p:extLst>
      <p:ext uri="{BB962C8B-B14F-4D97-AF65-F5344CB8AC3E}">
        <p14:creationId xmlns:p14="http://schemas.microsoft.com/office/powerpoint/2010/main" val="294548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E650CD-19F8-42C6-8662-B3ED3A5A6382}"/>
              </a:ext>
            </a:extLst>
          </p:cNvPr>
          <p:cNvSpPr>
            <a:spLocks noGrp="1"/>
          </p:cNvSpPr>
          <p:nvPr>
            <p:ph type="ftr" sz="quarter" idx="11"/>
          </p:nvPr>
        </p:nvSpPr>
        <p:spPr/>
        <p:txBody>
          <a:bodyPr/>
          <a:lstStyle/>
          <a:p>
            <a:r>
              <a:rPr lang="en-US"/>
              <a:t>© Copyright 1992-2018 by Pearson Education, Inc. All Rights Reserved.</a:t>
            </a:r>
          </a:p>
        </p:txBody>
      </p:sp>
      <p:sp>
        <p:nvSpPr>
          <p:cNvPr id="3" name="Rectangle 1">
            <a:extLst>
              <a:ext uri="{FF2B5EF4-FFF2-40B4-BE49-F238E27FC236}">
                <a16:creationId xmlns:a16="http://schemas.microsoft.com/office/drawing/2014/main" id="{AEB7881D-2C5A-4475-A68D-F43C27FE1E9B}"/>
              </a:ext>
            </a:extLst>
          </p:cNvPr>
          <p:cNvSpPr>
            <a:spLocks noChangeArrowheads="1"/>
          </p:cNvSpPr>
          <p:nvPr/>
        </p:nvSpPr>
        <p:spPr bwMode="auto">
          <a:xfrm>
            <a:off x="7738914" y="644963"/>
            <a:ext cx="4358886" cy="6063198"/>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CC7832"/>
                </a:solidFill>
                <a:effectLst/>
                <a:latin typeface="JetBrains Mono"/>
              </a:rPr>
              <a:t>import </a:t>
            </a:r>
            <a:r>
              <a:rPr kumimoji="0" lang="en-US" altLang="en-US" sz="1000" b="0" i="0" u="none" strike="noStrike" cap="none" normalizeH="0" baseline="0" dirty="0" err="1">
                <a:ln>
                  <a:noFill/>
                </a:ln>
                <a:solidFill>
                  <a:srgbClr val="A9B7C6"/>
                </a:solidFill>
                <a:effectLst/>
                <a:latin typeface="JetBrains Mono"/>
              </a:rPr>
              <a:t>javax.swing</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class </a:t>
            </a:r>
            <a:r>
              <a:rPr kumimoji="0" lang="en-US" altLang="en-US" sz="1000" b="0" i="0" u="none" strike="noStrike" cap="none" normalizeH="0" baseline="0" dirty="0" err="1">
                <a:ln>
                  <a:noFill/>
                </a:ln>
                <a:solidFill>
                  <a:srgbClr val="A9B7C6"/>
                </a:solidFill>
                <a:effectLst/>
                <a:latin typeface="JetBrains Mono"/>
              </a:rPr>
              <a:t>TextFields</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extends </a:t>
            </a:r>
            <a:r>
              <a:rPr kumimoji="0" lang="en-US" altLang="en-US" sz="1000" b="0" i="0" u="none" strike="noStrike" cap="none" normalizeH="0" baseline="0" dirty="0" err="1">
                <a:ln>
                  <a:noFill/>
                </a:ln>
                <a:solidFill>
                  <a:srgbClr val="A9B7C6"/>
                </a:solidFill>
                <a:effectLst/>
                <a:latin typeface="JetBrains Mono"/>
              </a:rPr>
              <a:t>JFrame</a:t>
            </a: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JPanel</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JPanel</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JTextField</a:t>
            </a:r>
            <a:r>
              <a:rPr kumimoji="0" lang="en-US" altLang="en-US" sz="1000" b="0" i="0" u="none" strike="noStrike" cap="none" normalizeH="0" baseline="0" dirty="0">
                <a:ln>
                  <a:noFill/>
                </a:ln>
                <a:solidFill>
                  <a:srgbClr val="A9B7C6"/>
                </a:solidFill>
                <a:effectLst/>
                <a:latin typeface="JetBrains Mono"/>
              </a:rPr>
              <a:t> txt1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JTextField</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897BB"/>
                </a:solidFill>
                <a:effectLst/>
                <a:latin typeface="JetBrains Mono"/>
              </a:rPr>
              <a:t>38 </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JTextField</a:t>
            </a:r>
            <a:r>
              <a:rPr kumimoji="0" lang="en-US" altLang="en-US" sz="1000" b="0" i="0" u="none" strike="noStrike" cap="none" normalizeH="0" baseline="0" dirty="0">
                <a:ln>
                  <a:noFill/>
                </a:ln>
                <a:solidFill>
                  <a:srgbClr val="A9B7C6"/>
                </a:solidFill>
                <a:effectLst/>
                <a:latin typeface="JetBrains Mono"/>
              </a:rPr>
              <a:t> txt2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JTextField</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A8759"/>
                </a:solidFill>
                <a:effectLst/>
                <a:latin typeface="JetBrains Mono"/>
              </a:rPr>
              <a:t>"Default Text"</a:t>
            </a: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6897BB"/>
                </a:solidFill>
                <a:effectLst/>
                <a:latin typeface="JetBrains Mono"/>
              </a:rPr>
              <a:t>38 </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JTextArea</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txtArea</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JTextArea</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897BB"/>
                </a:solidFill>
                <a:effectLst/>
                <a:latin typeface="JetBrains Mono"/>
              </a:rPr>
              <a:t>5</a:t>
            </a: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6897BB"/>
                </a:solidFill>
                <a:effectLst/>
                <a:latin typeface="JetBrains Mono"/>
              </a:rPr>
              <a:t>37 </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JScrollPane</a:t>
            </a:r>
            <a:r>
              <a:rPr kumimoji="0" lang="en-US" altLang="en-US" sz="1000" b="0" i="0" u="none" strike="noStrike" cap="none" normalizeH="0" baseline="0" dirty="0">
                <a:ln>
                  <a:noFill/>
                </a:ln>
                <a:solidFill>
                  <a:srgbClr val="A9B7C6"/>
                </a:solidFill>
                <a:effectLst/>
                <a:latin typeface="JetBrains Mono"/>
              </a:rPr>
              <a:t> pane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JScrollPane</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txtArea</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public </a:t>
            </a:r>
            <a:r>
              <a:rPr kumimoji="0" lang="en-US" altLang="en-US" sz="1000" b="0" i="0" u="none" strike="noStrike" cap="none" normalizeH="0" baseline="0" dirty="0" err="1">
                <a:ln>
                  <a:noFill/>
                </a:ln>
                <a:solidFill>
                  <a:srgbClr val="A9B7C6"/>
                </a:solidFill>
                <a:effectLst/>
                <a:latin typeface="JetBrains Mono"/>
              </a:rPr>
              <a:t>TextFields</a:t>
            </a: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super</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A8759"/>
                </a:solidFill>
                <a:effectLst/>
                <a:latin typeface="JetBrains Mono"/>
              </a:rPr>
              <a:t>"Swing Window" </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setSize</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897BB"/>
                </a:solidFill>
                <a:effectLst/>
                <a:latin typeface="JetBrains Mono"/>
              </a:rPr>
              <a:t>500</a:t>
            </a:r>
            <a:r>
              <a:rPr kumimoji="0" lang="en-US" altLang="en-US" sz="1000" b="0" i="0" u="none" strike="noStrike" cap="none" normalizeH="0" baseline="0" dirty="0">
                <a:ln>
                  <a:noFill/>
                </a:ln>
                <a:solidFill>
                  <a:srgbClr val="CC7832"/>
                </a:solidFill>
                <a:effectLst/>
                <a:latin typeface="JetBrains Mono"/>
              </a:rPr>
              <a:t>,</a:t>
            </a:r>
            <a:r>
              <a:rPr kumimoji="0" lang="en-US" altLang="en-US" sz="1000" b="0" i="0" u="none" strike="noStrike" cap="none" normalizeH="0" baseline="0" dirty="0">
                <a:ln>
                  <a:noFill/>
                </a:ln>
                <a:solidFill>
                  <a:srgbClr val="6897BB"/>
                </a:solidFill>
                <a:effectLst/>
                <a:latin typeface="JetBrains Mono"/>
              </a:rPr>
              <a:t>200 </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setDefaultCloseOperation</a:t>
            </a:r>
            <a:r>
              <a:rPr kumimoji="0" lang="en-US" altLang="en-US" sz="1000" b="0" i="0" u="none" strike="noStrike" cap="none" normalizeH="0" baseline="0" dirty="0">
                <a:ln>
                  <a:noFill/>
                </a:ln>
                <a:solidFill>
                  <a:srgbClr val="A9B7C6"/>
                </a:solidFill>
                <a:effectLst/>
                <a:latin typeface="JetBrains Mono"/>
              </a:rPr>
              <a:t>( EXIT_ON_CLOSE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A9B7C6"/>
                </a:solidFill>
                <a:effectLst/>
                <a:latin typeface="JetBrains Mono"/>
              </a:rPr>
              <a:t>add(</a:t>
            </a:r>
            <a:r>
              <a:rPr kumimoji="0" lang="en-US" altLang="en-US" sz="1000" b="0" i="0" u="none" strike="noStrike" cap="none" normalizeH="0" baseline="0" dirty="0" err="1">
                <a:ln>
                  <a:noFill/>
                </a:ln>
                <a:solidFill>
                  <a:srgbClr val="A9B7C6"/>
                </a:solidFill>
                <a:effectLst/>
                <a:latin typeface="JetBrains Mono"/>
              </a:rPr>
              <a:t>pnl</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txtArea.setLineWrap</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true </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txtArea.setWrapStyleWord</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true </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pane.setVerticalScrollBarPolicy</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err="1">
                <a:ln>
                  <a:noFill/>
                </a:ln>
                <a:solidFill>
                  <a:srgbClr val="A9B7C6"/>
                </a:solidFill>
                <a:effectLst/>
                <a:latin typeface="JetBrains Mono"/>
              </a:rPr>
              <a:t>JScrollPane.VERTICAL_SCROLLBAR_ALWAYS</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pnl.add</a:t>
            </a:r>
            <a:r>
              <a:rPr kumimoji="0" lang="en-US" altLang="en-US" sz="1000" b="0" i="0" u="none" strike="noStrike" cap="none" normalizeH="0" baseline="0" dirty="0">
                <a:ln>
                  <a:noFill/>
                </a:ln>
                <a:solidFill>
                  <a:srgbClr val="A9B7C6"/>
                </a:solidFill>
                <a:effectLst/>
                <a:latin typeface="JetBrains Mono"/>
              </a:rPr>
              <a:t>( txt1 )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pnl.add</a:t>
            </a:r>
            <a:r>
              <a:rPr kumimoji="0" lang="en-US" altLang="en-US" sz="1000" b="0" i="0" u="none" strike="noStrike" cap="none" normalizeH="0" baseline="0" dirty="0">
                <a:ln>
                  <a:noFill/>
                </a:ln>
                <a:solidFill>
                  <a:srgbClr val="A9B7C6"/>
                </a:solidFill>
                <a:effectLst/>
                <a:latin typeface="JetBrains Mono"/>
              </a:rPr>
              <a:t>( txt2 )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pnl.add</a:t>
            </a:r>
            <a:r>
              <a:rPr kumimoji="0" lang="en-US" altLang="en-US" sz="1000" b="0" i="0" u="none" strike="noStrike" cap="none" normalizeH="0" baseline="0" dirty="0">
                <a:ln>
                  <a:noFill/>
                </a:ln>
                <a:solidFill>
                  <a:srgbClr val="A9B7C6"/>
                </a:solidFill>
                <a:effectLst/>
                <a:latin typeface="JetBrains Mono"/>
              </a:rPr>
              <a:t>( pane )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setVisible</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true </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public static void </a:t>
            </a:r>
            <a:r>
              <a:rPr kumimoji="0" lang="en-US" altLang="en-US" sz="1000" b="0" i="0" u="none" strike="noStrike" cap="none" normalizeH="0" baseline="0" dirty="0">
                <a:ln>
                  <a:noFill/>
                </a:ln>
                <a:solidFill>
                  <a:srgbClr val="A9B7C6"/>
                </a:solidFill>
                <a:effectLst/>
                <a:latin typeface="JetBrains Mono"/>
              </a:rPr>
              <a:t>main ( String[] </a:t>
            </a:r>
            <a:r>
              <a:rPr kumimoji="0" lang="en-US" altLang="en-US" sz="1000" b="0" i="0" u="none" strike="noStrike" cap="none" normalizeH="0" baseline="0" dirty="0" err="1">
                <a:ln>
                  <a:noFill/>
                </a:ln>
                <a:solidFill>
                  <a:srgbClr val="A9B7C6"/>
                </a:solidFill>
                <a:effectLst/>
                <a:latin typeface="JetBrains Mono"/>
              </a:rPr>
              <a:t>args</a:t>
            </a: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TextFields</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gui</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TextFields</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Title 2">
            <a:extLst>
              <a:ext uri="{FF2B5EF4-FFF2-40B4-BE49-F238E27FC236}">
                <a16:creationId xmlns:a16="http://schemas.microsoft.com/office/drawing/2014/main" id="{9DD23E46-89DA-4E35-9A92-D06B7D987EAD}"/>
              </a:ext>
            </a:extLst>
          </p:cNvPr>
          <p:cNvSpPr txBox="1">
            <a:spLocks/>
          </p:cNvSpPr>
          <p:nvPr/>
        </p:nvSpPr>
        <p:spPr>
          <a:xfrm>
            <a:off x="311649" y="-88739"/>
            <a:ext cx="10972800" cy="434279"/>
          </a:xfrm>
          <a:prstGeom prst="rect">
            <a:avLst/>
          </a:prstGeom>
        </p:spPr>
        <p:txBody>
          <a:bodyPr>
            <a:noAutofit/>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3600" dirty="0"/>
              <a:t>Examples of Swing Coding</a:t>
            </a:r>
          </a:p>
        </p:txBody>
      </p:sp>
      <p:sp>
        <p:nvSpPr>
          <p:cNvPr id="5" name="Rectangle 2">
            <a:extLst>
              <a:ext uri="{FF2B5EF4-FFF2-40B4-BE49-F238E27FC236}">
                <a16:creationId xmlns:a16="http://schemas.microsoft.com/office/drawing/2014/main" id="{7FF7CEED-F8D2-44BF-8932-5AA0F51841CD}"/>
              </a:ext>
            </a:extLst>
          </p:cNvPr>
          <p:cNvSpPr>
            <a:spLocks noChangeArrowheads="1"/>
          </p:cNvSpPr>
          <p:nvPr/>
        </p:nvSpPr>
        <p:spPr bwMode="auto">
          <a:xfrm>
            <a:off x="4589016" y="512665"/>
            <a:ext cx="3013967" cy="621708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CC7832"/>
                </a:solidFill>
                <a:effectLst/>
                <a:latin typeface="JetBrains Mono"/>
              </a:rPr>
              <a:t>import </a:t>
            </a:r>
            <a:r>
              <a:rPr kumimoji="0" lang="en-US" altLang="en-US" sz="1000" b="0" i="0" u="none" strike="noStrike" cap="none" normalizeH="0" baseline="0" dirty="0">
                <a:ln>
                  <a:noFill/>
                </a:ln>
                <a:solidFill>
                  <a:srgbClr val="A9B7C6"/>
                </a:solidFill>
                <a:effectLst/>
                <a:latin typeface="JetBrains Mono"/>
              </a:rPr>
              <a:t>javax.swing.*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import </a:t>
            </a:r>
            <a:r>
              <a:rPr kumimoji="0" lang="en-US" altLang="en-US" sz="1000" b="0" i="0" u="none" strike="noStrike" cap="none" normalizeH="0" baseline="0" dirty="0" err="1">
                <a:ln>
                  <a:noFill/>
                </a:ln>
                <a:solidFill>
                  <a:srgbClr val="A9B7C6"/>
                </a:solidFill>
                <a:effectLst/>
                <a:latin typeface="JetBrains Mono"/>
              </a:rPr>
              <a:t>java.awt</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class </a:t>
            </a:r>
            <a:r>
              <a:rPr kumimoji="0" lang="en-US" altLang="en-US" sz="1000" b="0" i="0" u="none" strike="noStrike" cap="none" normalizeH="0" baseline="0" dirty="0">
                <a:ln>
                  <a:noFill/>
                </a:ln>
                <a:solidFill>
                  <a:srgbClr val="A9B7C6"/>
                </a:solidFill>
                <a:effectLst/>
                <a:latin typeface="JetBrains Mono"/>
              </a:rPr>
              <a:t>Layout </a:t>
            </a:r>
            <a:r>
              <a:rPr kumimoji="0" lang="en-US" altLang="en-US" sz="1000" b="0" i="0" u="none" strike="noStrike" cap="none" normalizeH="0" baseline="0" dirty="0">
                <a:ln>
                  <a:noFill/>
                </a:ln>
                <a:solidFill>
                  <a:srgbClr val="CC7832"/>
                </a:solidFill>
                <a:effectLst/>
                <a:latin typeface="JetBrains Mono"/>
              </a:rPr>
              <a:t>extends </a:t>
            </a:r>
            <a:r>
              <a:rPr kumimoji="0" lang="en-US" altLang="en-US" sz="1000" b="0" i="0" u="none" strike="noStrike" cap="none" normalizeH="0" baseline="0" dirty="0" err="1">
                <a:ln>
                  <a:noFill/>
                </a:ln>
                <a:solidFill>
                  <a:srgbClr val="A9B7C6"/>
                </a:solidFill>
                <a:effectLst/>
                <a:latin typeface="JetBrains Mono"/>
              </a:rPr>
              <a:t>JFrame</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Container </a:t>
            </a:r>
            <a:r>
              <a:rPr kumimoji="0" lang="en-US" altLang="en-US" sz="1000" b="0" i="0" u="none" strike="noStrike" cap="none" normalizeH="0" baseline="0" dirty="0" err="1">
                <a:ln>
                  <a:noFill/>
                </a:ln>
                <a:solidFill>
                  <a:srgbClr val="A9B7C6"/>
                </a:solidFill>
                <a:effectLst/>
                <a:latin typeface="JetBrains Mono"/>
              </a:rPr>
              <a:t>contentPane</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err="1">
                <a:ln>
                  <a:noFill/>
                </a:ln>
                <a:solidFill>
                  <a:srgbClr val="A9B7C6"/>
                </a:solidFill>
                <a:effectLst/>
                <a:latin typeface="JetBrains Mono"/>
              </a:rPr>
              <a:t>getContentPane</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JPanel</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JPanel</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JPanel</a:t>
            </a:r>
            <a:r>
              <a:rPr kumimoji="0" lang="en-US" altLang="en-US" sz="1000" b="0" i="0" u="none" strike="noStrike" cap="none" normalizeH="0" baseline="0" dirty="0">
                <a:ln>
                  <a:noFill/>
                </a:ln>
                <a:solidFill>
                  <a:srgbClr val="A9B7C6"/>
                </a:solidFill>
                <a:effectLst/>
                <a:latin typeface="JetBrains Mono"/>
              </a:rPr>
              <a:t> grid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JPanel</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GridLayout</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897BB"/>
                </a:solidFill>
                <a:effectLst/>
                <a:latin typeface="JetBrains Mono"/>
              </a:rPr>
              <a:t>2</a:t>
            </a:r>
            <a:r>
              <a:rPr kumimoji="0" lang="en-US" altLang="en-US" sz="1000" b="0" i="0" u="none" strike="noStrike" cap="none" normalizeH="0" baseline="0" dirty="0">
                <a:ln>
                  <a:noFill/>
                </a:ln>
                <a:solidFill>
                  <a:srgbClr val="CC7832"/>
                </a:solidFill>
                <a:effectLst/>
                <a:latin typeface="JetBrains Mono"/>
              </a:rPr>
              <a:t>,</a:t>
            </a:r>
            <a:r>
              <a:rPr kumimoji="0" lang="en-US" altLang="en-US" sz="1000" b="0" i="0" u="none" strike="noStrike" cap="none" normalizeH="0" baseline="0" dirty="0">
                <a:ln>
                  <a:noFill/>
                </a:ln>
                <a:solidFill>
                  <a:srgbClr val="6897BB"/>
                </a:solidFill>
                <a:effectLst/>
                <a:latin typeface="JetBrains Mono"/>
              </a:rPr>
              <a:t>2</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public </a:t>
            </a:r>
            <a:r>
              <a:rPr kumimoji="0" lang="en-US" altLang="en-US" sz="1000" b="0" i="0" u="none" strike="noStrike" cap="none" normalizeH="0" baseline="0" dirty="0">
                <a:ln>
                  <a:noFill/>
                </a:ln>
                <a:solidFill>
                  <a:srgbClr val="A9B7C6"/>
                </a:solidFill>
                <a:effectLst/>
                <a:latin typeface="JetBrains Mono"/>
              </a:rPr>
              <a:t>Layout()</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super</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A8759"/>
                </a:solidFill>
                <a:effectLst/>
                <a:latin typeface="JetBrains Mono"/>
              </a:rPr>
              <a:t>"Swing Window" </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setSize</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6897BB"/>
                </a:solidFill>
                <a:effectLst/>
                <a:latin typeface="JetBrains Mono"/>
              </a:rPr>
              <a:t>500</a:t>
            </a:r>
            <a:r>
              <a:rPr kumimoji="0" lang="en-US" altLang="en-US" sz="1000" b="0" i="0" u="none" strike="noStrike" cap="none" normalizeH="0" baseline="0" dirty="0">
                <a:ln>
                  <a:noFill/>
                </a:ln>
                <a:solidFill>
                  <a:srgbClr val="CC7832"/>
                </a:solidFill>
                <a:effectLst/>
                <a:latin typeface="JetBrains Mono"/>
              </a:rPr>
              <a:t>,</a:t>
            </a:r>
            <a:r>
              <a:rPr kumimoji="0" lang="en-US" altLang="en-US" sz="1000" b="0" i="0" u="none" strike="noStrike" cap="none" normalizeH="0" baseline="0" dirty="0">
                <a:ln>
                  <a:noFill/>
                </a:ln>
                <a:solidFill>
                  <a:srgbClr val="6897BB"/>
                </a:solidFill>
                <a:effectLst/>
                <a:latin typeface="JetBrains Mono"/>
              </a:rPr>
              <a:t>200 </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setDefaultCloseOperation</a:t>
            </a:r>
            <a:r>
              <a:rPr kumimoji="0" lang="en-US" altLang="en-US" sz="1000" b="0" i="0" u="none" strike="noStrike" cap="none" normalizeH="0" baseline="0" dirty="0">
                <a:ln>
                  <a:noFill/>
                </a:ln>
                <a:solidFill>
                  <a:srgbClr val="A9B7C6"/>
                </a:solidFill>
                <a:effectLst/>
                <a:latin typeface="JetBrains Mono"/>
              </a:rPr>
              <a:t>( EXIT_ON_CLOSE )</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"Yes"</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"No"</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"Cancel"</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grid.add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"1"</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grid.add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"2"</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grid.add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"3"</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grid.add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"4"</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contentPane.add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"North"</a:t>
            </a: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pnl</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contentPane.add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"Center"</a:t>
            </a: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A9B7C6"/>
                </a:solidFill>
                <a:effectLst/>
                <a:latin typeface="JetBrains Mono"/>
              </a:rPr>
              <a:t>grid )</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contentPane.add</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a:t>
            </a:r>
            <a:r>
              <a:rPr kumimoji="0" lang="en-US" altLang="en-US" sz="1000" b="0" i="0" u="none" strike="noStrike" cap="none" normalizeH="0" baseline="0" dirty="0" err="1">
                <a:ln>
                  <a:noFill/>
                </a:ln>
                <a:solidFill>
                  <a:srgbClr val="6A8759"/>
                </a:solidFill>
                <a:effectLst/>
                <a:latin typeface="JetBrains Mono"/>
              </a:rPr>
              <a:t>West"</a:t>
            </a:r>
            <a:r>
              <a:rPr kumimoji="0" lang="en-US" altLang="en-US" sz="1000" b="0" i="0" u="none" strike="noStrike" cap="none" normalizeH="0" baseline="0" dirty="0" err="1">
                <a:ln>
                  <a:noFill/>
                </a:ln>
                <a:solidFill>
                  <a:srgbClr val="CC7832"/>
                </a:solidFill>
                <a:effectLst/>
                <a:latin typeface="JetBrains Mono"/>
              </a:rPr>
              <a:t>,new</a:t>
            </a: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JButton</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6A8759"/>
                </a:solidFill>
                <a:effectLst/>
                <a:latin typeface="JetBrains Mono"/>
              </a:rPr>
              <a:t>"West"</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 </a:t>
            </a:r>
            <a:br>
              <a:rPr kumimoji="0" lang="en-US" altLang="en-US" sz="1000" b="0" i="0" u="none" strike="noStrike" cap="none" normalizeH="0" baseline="0" dirty="0">
                <a:ln>
                  <a:noFill/>
                </a:ln>
                <a:solidFill>
                  <a:srgbClr val="CC7832"/>
                </a:solidFill>
                <a:effectLst/>
                <a:latin typeface="JetBrains Mono"/>
              </a:rPr>
            </a:b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err="1">
                <a:ln>
                  <a:noFill/>
                </a:ln>
                <a:solidFill>
                  <a:srgbClr val="A9B7C6"/>
                </a:solidFill>
                <a:effectLst/>
                <a:latin typeface="JetBrains Mono"/>
              </a:rPr>
              <a:t>setVisible</a:t>
            </a: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true </a:t>
            </a:r>
            <a:r>
              <a:rPr kumimoji="0" lang="en-US" altLang="en-US" sz="1000" b="0" i="0" u="none" strike="noStrike" cap="none" normalizeH="0" baseline="0" dirty="0">
                <a:ln>
                  <a:noFill/>
                </a:ln>
                <a:solidFill>
                  <a:srgbClr val="A9B7C6"/>
                </a:solidFill>
                <a:effectLst/>
                <a:latin typeface="JetBrains Mono"/>
              </a:rPr>
              <a:t>)</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r>
              <a:rPr kumimoji="0" lang="en-US" altLang="en-US" sz="1000" b="0" i="0" u="none" strike="noStrike" cap="none" normalizeH="0" baseline="0" dirty="0">
                <a:ln>
                  <a:noFill/>
                </a:ln>
                <a:solidFill>
                  <a:srgbClr val="CC7832"/>
                </a:solidFill>
                <a:effectLst/>
                <a:latin typeface="JetBrains Mono"/>
              </a:rPr>
              <a:t>public static void </a:t>
            </a:r>
            <a:r>
              <a:rPr kumimoji="0" lang="en-US" altLang="en-US" sz="1000" b="0" i="0" u="none" strike="noStrike" cap="none" normalizeH="0" baseline="0" dirty="0">
                <a:ln>
                  <a:noFill/>
                </a:ln>
                <a:solidFill>
                  <a:srgbClr val="A9B7C6"/>
                </a:solidFill>
                <a:effectLst/>
                <a:latin typeface="JetBrains Mono"/>
              </a:rPr>
              <a:t>main( String[] </a:t>
            </a:r>
            <a:r>
              <a:rPr kumimoji="0" lang="en-US" altLang="en-US" sz="1000" b="0" i="0" u="none" strike="noStrike" cap="none" normalizeH="0" baseline="0" dirty="0" err="1">
                <a:ln>
                  <a:noFill/>
                </a:ln>
                <a:solidFill>
                  <a:srgbClr val="A9B7C6"/>
                </a:solidFill>
                <a:effectLst/>
                <a:latin typeface="JetBrains Mono"/>
              </a:rPr>
              <a:t>args</a:t>
            </a:r>
            <a:r>
              <a:rPr kumimoji="0" lang="en-US" altLang="en-US" sz="1000" b="0" i="0" u="none" strike="noStrike" cap="none" normalizeH="0" baseline="0" dirty="0">
                <a:ln>
                  <a:noFill/>
                </a:ln>
                <a:solidFill>
                  <a:srgbClr val="A9B7C6"/>
                </a:solidFill>
                <a:effectLst/>
                <a:latin typeface="JetBrains Mono"/>
              </a:rPr>
              <a:t> )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      Layout </a:t>
            </a:r>
            <a:r>
              <a:rPr kumimoji="0" lang="en-US" altLang="en-US" sz="1000" b="0" i="0" u="none" strike="noStrike" cap="none" normalizeH="0" baseline="0" dirty="0" err="1">
                <a:ln>
                  <a:noFill/>
                </a:ln>
                <a:solidFill>
                  <a:srgbClr val="A9B7C6"/>
                </a:solidFill>
                <a:effectLst/>
                <a:latin typeface="JetBrains Mono"/>
              </a:rPr>
              <a:t>gui</a:t>
            </a:r>
            <a:r>
              <a:rPr kumimoji="0" lang="en-US" altLang="en-US" sz="1000" b="0" i="0" u="none" strike="noStrike" cap="none" normalizeH="0" baseline="0" dirty="0">
                <a:ln>
                  <a:noFill/>
                </a:ln>
                <a:solidFill>
                  <a:srgbClr val="A9B7C6"/>
                </a:solidFill>
                <a:effectLst/>
                <a:latin typeface="JetBrains Mono"/>
              </a:rPr>
              <a:t> = </a:t>
            </a:r>
            <a:r>
              <a:rPr kumimoji="0" lang="en-US" altLang="en-US" sz="1000" b="0" i="0" u="none" strike="noStrike" cap="none" normalizeH="0" baseline="0" dirty="0">
                <a:ln>
                  <a:noFill/>
                </a:ln>
                <a:solidFill>
                  <a:srgbClr val="CC7832"/>
                </a:solidFill>
                <a:effectLst/>
                <a:latin typeface="JetBrains Mono"/>
              </a:rPr>
              <a:t>new </a:t>
            </a:r>
            <a:r>
              <a:rPr kumimoji="0" lang="en-US" altLang="en-US" sz="1000" b="0" i="0" u="none" strike="noStrike" cap="none" normalizeH="0" baseline="0" dirty="0">
                <a:ln>
                  <a:noFill/>
                </a:ln>
                <a:solidFill>
                  <a:srgbClr val="A9B7C6"/>
                </a:solidFill>
                <a:effectLst/>
                <a:latin typeface="JetBrains Mono"/>
              </a:rPr>
              <a:t>Layout() </a:t>
            </a:r>
            <a:r>
              <a:rPr kumimoji="0" lang="en-US" altLang="en-US" sz="1000" b="0" i="0" u="none" strike="noStrike" cap="none" normalizeH="0" baseline="0" dirty="0">
                <a:ln>
                  <a:noFill/>
                </a:ln>
                <a:solidFill>
                  <a:srgbClr val="CC7832"/>
                </a:solidFill>
                <a:effectLst/>
                <a:latin typeface="JetBrains Mono"/>
              </a:rPr>
              <a:t>;</a:t>
            </a:r>
            <a:br>
              <a:rPr kumimoji="0" lang="en-US" altLang="en-US" sz="1000" b="0" i="0" u="none" strike="noStrike" cap="none" normalizeH="0" baseline="0" dirty="0">
                <a:ln>
                  <a:noFill/>
                </a:ln>
                <a:solidFill>
                  <a:srgbClr val="CC7832"/>
                </a:solidFill>
                <a:effectLst/>
                <a:latin typeface="JetBrains Mono"/>
              </a:rPr>
            </a:br>
            <a:r>
              <a:rPr kumimoji="0" lang="en-US" altLang="en-US" sz="1000" b="0" i="0" u="none" strike="noStrike" cap="none" normalizeH="0" baseline="0" dirty="0">
                <a:ln>
                  <a:noFill/>
                </a:ln>
                <a:solidFill>
                  <a:srgbClr val="CC7832"/>
                </a:solidFill>
                <a:effectLst/>
                <a:latin typeface="JetBrains Mono"/>
              </a:rPr>
              <a:t>   </a:t>
            </a:r>
            <a:r>
              <a:rPr kumimoji="0" lang="en-US" altLang="en-US" sz="1000" b="0" i="0" u="none" strike="noStrike" cap="none" normalizeH="0" baseline="0" dirty="0">
                <a:ln>
                  <a:noFill/>
                </a:ln>
                <a:solidFill>
                  <a:srgbClr val="A9B7C6"/>
                </a:solidFill>
                <a:effectLst/>
                <a:latin typeface="JetBrains Mono"/>
              </a:rPr>
              <a:t>}  </a:t>
            </a:r>
            <a:br>
              <a:rPr kumimoji="0" lang="en-US" altLang="en-US" sz="1000" b="0" i="0" u="none" strike="noStrike" cap="none" normalizeH="0" baseline="0" dirty="0">
                <a:ln>
                  <a:noFill/>
                </a:ln>
                <a:solidFill>
                  <a:srgbClr val="A9B7C6"/>
                </a:solidFill>
                <a:effectLst/>
                <a:latin typeface="JetBrains Mono"/>
              </a:rPr>
            </a:br>
            <a:r>
              <a:rPr kumimoji="0" lang="en-US" altLang="en-US" sz="1000" b="0" i="0" u="none" strike="noStrike" cap="none" normalizeH="0" baseline="0" dirty="0">
                <a:ln>
                  <a:noFill/>
                </a:ln>
                <a:solidFill>
                  <a:srgbClr val="A9B7C6"/>
                </a:solidFill>
                <a:effectLst/>
                <a:latin typeface="JetBrains Mono"/>
              </a:rPr>
              <a:t>}</a:t>
            </a:r>
            <a:br>
              <a:rPr kumimoji="0" lang="en-US" altLang="en-US" sz="1000" b="0" i="0" u="none" strike="noStrike" cap="none" normalizeH="0" baseline="0" dirty="0">
                <a:ln>
                  <a:noFill/>
                </a:ln>
                <a:solidFill>
                  <a:srgbClr val="A9B7C6"/>
                </a:solidFill>
                <a:effectLst/>
                <a:latin typeface="JetBrains Mono"/>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5CE0AE2F-D38A-4C8F-8F3A-200883FCFD55}"/>
              </a:ext>
            </a:extLst>
          </p:cNvPr>
          <p:cNvSpPr>
            <a:spLocks noChangeArrowheads="1"/>
          </p:cNvSpPr>
          <p:nvPr/>
        </p:nvSpPr>
        <p:spPr bwMode="auto">
          <a:xfrm>
            <a:off x="311649" y="558880"/>
            <a:ext cx="4157963" cy="6032421"/>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CC7832"/>
                </a:solidFill>
                <a:effectLst/>
                <a:latin typeface="JetBrains Mono"/>
              </a:rPr>
              <a:t>import </a:t>
            </a:r>
            <a:r>
              <a:rPr kumimoji="0" lang="en-US" altLang="en-US" b="0" i="0" u="none" strike="noStrike" cap="none" normalizeH="0" baseline="0" dirty="0" err="1">
                <a:ln>
                  <a:noFill/>
                </a:ln>
                <a:solidFill>
                  <a:srgbClr val="A9B7C6"/>
                </a:solidFill>
                <a:effectLst/>
                <a:latin typeface="JetBrains Mono"/>
              </a:rPr>
              <a:t>javax.swing</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class </a:t>
            </a:r>
            <a:r>
              <a:rPr kumimoji="0" lang="en-US" altLang="en-US" b="0" i="0" u="none" strike="noStrike" cap="none" normalizeH="0" baseline="0" dirty="0">
                <a:ln>
                  <a:noFill/>
                </a:ln>
                <a:solidFill>
                  <a:srgbClr val="A9B7C6"/>
                </a:solidFill>
                <a:effectLst/>
                <a:latin typeface="JetBrains Mono"/>
              </a:rPr>
              <a:t>Window </a:t>
            </a:r>
            <a:r>
              <a:rPr kumimoji="0" lang="en-US" altLang="en-US" b="0" i="0" u="none" strike="noStrike" cap="none" normalizeH="0" baseline="0" dirty="0">
                <a:ln>
                  <a:noFill/>
                </a:ln>
                <a:solidFill>
                  <a:srgbClr val="CC7832"/>
                </a:solidFill>
                <a:effectLst/>
                <a:latin typeface="JetBrains Mono"/>
              </a:rPr>
              <a:t>extends </a:t>
            </a:r>
            <a:r>
              <a:rPr kumimoji="0" lang="en-US" altLang="en-US" b="0" i="0" u="none" strike="noStrike" cap="none" normalizeH="0" baseline="0" dirty="0" err="1">
                <a:ln>
                  <a:noFill/>
                </a:ln>
                <a:solidFill>
                  <a:srgbClr val="A9B7C6"/>
                </a:solidFill>
                <a:effectLst/>
                <a:latin typeface="JetBrains Mono"/>
              </a:rPr>
              <a:t>JFrame</a:t>
            </a:r>
            <a:r>
              <a:rPr kumimoji="0" lang="en-US" altLang="en-US" b="0" i="0" u="none" strike="noStrike" cap="none" normalizeH="0" baseline="0" dirty="0">
                <a:ln>
                  <a:noFill/>
                </a:ln>
                <a:solidFill>
                  <a:srgbClr val="A9B7C6"/>
                </a:solidFill>
                <a:effectLst/>
                <a:latin typeface="JetBrains Mono"/>
              </a:rPr>
              <a:t> </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err="1">
                <a:ln>
                  <a:noFill/>
                </a:ln>
                <a:solidFill>
                  <a:srgbClr val="A9B7C6"/>
                </a:solidFill>
                <a:effectLst/>
                <a:latin typeface="JetBrains Mono"/>
              </a:rPr>
              <a:t>JPanel</a:t>
            </a: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err="1">
                <a:ln>
                  <a:noFill/>
                </a:ln>
                <a:solidFill>
                  <a:srgbClr val="A9B7C6"/>
                </a:solidFill>
                <a:effectLst/>
                <a:latin typeface="JetBrains Mono"/>
              </a:rPr>
              <a:t>pnl</a:t>
            </a:r>
            <a:r>
              <a:rPr kumimoji="0" lang="en-US" altLang="en-US" b="0" i="0" u="none" strike="noStrike" cap="none" normalizeH="0" baseline="0" dirty="0">
                <a:ln>
                  <a:noFill/>
                </a:ln>
                <a:solidFill>
                  <a:srgbClr val="A9B7C6"/>
                </a:solidFill>
                <a:effectLst/>
                <a:latin typeface="JetBrains Mono"/>
              </a:rPr>
              <a:t> = </a:t>
            </a:r>
            <a:r>
              <a:rPr kumimoji="0" lang="en-US" altLang="en-US" b="0" i="0" u="none" strike="noStrike" cap="none" normalizeH="0" baseline="0" dirty="0">
                <a:ln>
                  <a:noFill/>
                </a:ln>
                <a:solidFill>
                  <a:srgbClr val="CC7832"/>
                </a:solidFill>
                <a:effectLst/>
                <a:latin typeface="JetBrains Mono"/>
              </a:rPr>
              <a:t>new </a:t>
            </a:r>
            <a:r>
              <a:rPr kumimoji="0" lang="en-US" altLang="en-US" b="0" i="0" u="none" strike="noStrike" cap="none" normalizeH="0" baseline="0" dirty="0" err="1">
                <a:ln>
                  <a:noFill/>
                </a:ln>
                <a:solidFill>
                  <a:srgbClr val="A9B7C6"/>
                </a:solidFill>
                <a:effectLst/>
                <a:latin typeface="JetBrains Mono"/>
              </a:rPr>
              <a:t>JPanel</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public </a:t>
            </a:r>
            <a:r>
              <a:rPr kumimoji="0" lang="en-US" altLang="en-US" b="0" i="0" u="none" strike="noStrike" cap="none" normalizeH="0" baseline="0" dirty="0">
                <a:ln>
                  <a:noFill/>
                </a:ln>
                <a:solidFill>
                  <a:srgbClr val="A9B7C6"/>
                </a:solidFill>
                <a:effectLst/>
                <a:latin typeface="JetBrains Mono"/>
              </a:rPr>
              <a:t>Window()</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CC7832"/>
                </a:solidFill>
                <a:effectLst/>
                <a:latin typeface="JetBrains Mono"/>
              </a:rPr>
              <a:t>super</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6A8759"/>
                </a:solidFill>
                <a:effectLst/>
                <a:latin typeface="JetBrains Mono"/>
              </a:rPr>
              <a:t>"Swing Window"</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err="1">
                <a:ln>
                  <a:noFill/>
                </a:ln>
                <a:solidFill>
                  <a:srgbClr val="A9B7C6"/>
                </a:solidFill>
                <a:effectLst/>
                <a:latin typeface="JetBrains Mono"/>
              </a:rPr>
              <a:t>setSize</a:t>
            </a: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6897BB"/>
                </a:solidFill>
                <a:effectLst/>
                <a:latin typeface="JetBrains Mono"/>
              </a:rPr>
              <a:t>500</a:t>
            </a:r>
            <a:r>
              <a:rPr kumimoji="0" lang="en-US" altLang="en-US" b="0" i="0" u="none" strike="noStrike" cap="none" normalizeH="0" baseline="0" dirty="0">
                <a:ln>
                  <a:noFill/>
                </a:ln>
                <a:solidFill>
                  <a:srgbClr val="CC7832"/>
                </a:solidFill>
                <a:effectLst/>
                <a:latin typeface="JetBrains Mono"/>
              </a:rPr>
              <a:t>,</a:t>
            </a:r>
            <a:r>
              <a:rPr kumimoji="0" lang="en-US" altLang="en-US" b="0" i="0" u="none" strike="noStrike" cap="none" normalizeH="0" baseline="0" dirty="0">
                <a:ln>
                  <a:noFill/>
                </a:ln>
                <a:solidFill>
                  <a:srgbClr val="6897BB"/>
                </a:solidFill>
                <a:effectLst/>
                <a:latin typeface="JetBrains Mono"/>
              </a:rPr>
              <a:t>200 </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err="1">
                <a:ln>
                  <a:noFill/>
                </a:ln>
                <a:solidFill>
                  <a:srgbClr val="A9B7C6"/>
                </a:solidFill>
                <a:effectLst/>
                <a:latin typeface="JetBrains Mono"/>
              </a:rPr>
              <a:t>setDefaultCloseOperation</a:t>
            </a:r>
            <a:r>
              <a:rPr kumimoji="0" lang="en-US" altLang="en-US" b="0" i="0" u="none" strike="noStrike" cap="none" normalizeH="0" baseline="0" dirty="0">
                <a:ln>
                  <a:noFill/>
                </a:ln>
                <a:solidFill>
                  <a:srgbClr val="A9B7C6"/>
                </a:solidFill>
                <a:effectLst/>
                <a:latin typeface="JetBrains Mono"/>
              </a:rPr>
              <a:t>( EXIT_ON_CLOSE )</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a:ln>
                  <a:noFill/>
                </a:ln>
                <a:solidFill>
                  <a:srgbClr val="A9B7C6"/>
                </a:solidFill>
                <a:effectLst/>
                <a:latin typeface="JetBrains Mono"/>
              </a:rPr>
              <a:t>add(</a:t>
            </a:r>
            <a:r>
              <a:rPr kumimoji="0" lang="en-US" altLang="en-US" b="0" i="0" u="none" strike="noStrike" cap="none" normalizeH="0" baseline="0" dirty="0" err="1">
                <a:ln>
                  <a:noFill/>
                </a:ln>
                <a:solidFill>
                  <a:srgbClr val="A9B7C6"/>
                </a:solidFill>
                <a:effectLst/>
                <a:latin typeface="JetBrains Mono"/>
              </a:rPr>
              <a:t>pnl</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err="1">
                <a:ln>
                  <a:noFill/>
                </a:ln>
                <a:solidFill>
                  <a:srgbClr val="A9B7C6"/>
                </a:solidFill>
                <a:effectLst/>
                <a:latin typeface="JetBrains Mono"/>
              </a:rPr>
              <a:t>setVisible</a:t>
            </a: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CC7832"/>
                </a:solidFill>
                <a:effectLst/>
                <a:latin typeface="JetBrains Mono"/>
              </a:rPr>
              <a:t>true </a:t>
            </a:r>
            <a:r>
              <a:rPr kumimoji="0" lang="en-US" altLang="en-US" b="0" i="0" u="none" strike="noStrike" cap="none" normalizeH="0" baseline="0" dirty="0">
                <a:ln>
                  <a:noFill/>
                </a:ln>
                <a:solidFill>
                  <a:srgbClr val="A9B7C6"/>
                </a:solidFill>
                <a:effectLst/>
                <a:latin typeface="JetBrains Mono"/>
              </a:rPr>
              <a:t>)</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a:ln>
                  <a:noFill/>
                </a:ln>
                <a:solidFill>
                  <a:srgbClr val="A9B7C6"/>
                </a:solidFill>
                <a:effectLst/>
                <a:latin typeface="JetBrains Mono"/>
              </a:rPr>
              <a:t>}</a:t>
            </a:r>
            <a:br>
              <a:rPr kumimoji="0" lang="en-US" altLang="en-US" b="0" i="0" u="none" strike="noStrike" cap="none" normalizeH="0" baseline="0" dirty="0">
                <a:ln>
                  <a:noFill/>
                </a:ln>
                <a:solidFill>
                  <a:srgbClr val="A9B7C6"/>
                </a:solidFill>
                <a:effectLst/>
                <a:latin typeface="JetBrains Mono"/>
              </a:rPr>
            </a:b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r>
              <a:rPr kumimoji="0" lang="en-US" altLang="en-US" b="0" i="0" u="none" strike="noStrike" cap="none" normalizeH="0" baseline="0" dirty="0">
                <a:ln>
                  <a:noFill/>
                </a:ln>
                <a:solidFill>
                  <a:srgbClr val="CC7832"/>
                </a:solidFill>
                <a:effectLst/>
                <a:latin typeface="JetBrains Mono"/>
              </a:rPr>
              <a:t>public static void </a:t>
            </a:r>
            <a:r>
              <a:rPr kumimoji="0" lang="en-US" altLang="en-US" b="0" i="0" u="none" strike="noStrike" cap="none" normalizeH="0" baseline="0" dirty="0">
                <a:ln>
                  <a:noFill/>
                </a:ln>
                <a:solidFill>
                  <a:srgbClr val="A9B7C6"/>
                </a:solidFill>
                <a:effectLst/>
                <a:latin typeface="JetBrains Mono"/>
              </a:rPr>
              <a:t>main ( String[] </a:t>
            </a:r>
            <a:r>
              <a:rPr kumimoji="0" lang="en-US" altLang="en-US" b="0" i="0" u="none" strike="noStrike" cap="none" normalizeH="0" baseline="0" dirty="0" err="1">
                <a:ln>
                  <a:noFill/>
                </a:ln>
                <a:solidFill>
                  <a:srgbClr val="A9B7C6"/>
                </a:solidFill>
                <a:effectLst/>
                <a:latin typeface="JetBrains Mono"/>
              </a:rPr>
              <a:t>args</a:t>
            </a:r>
            <a:r>
              <a:rPr kumimoji="0" lang="en-US" altLang="en-US" b="0" i="0" u="none" strike="noStrike" cap="none" normalizeH="0" baseline="0" dirty="0">
                <a:ln>
                  <a:noFill/>
                </a:ln>
                <a:solidFill>
                  <a:srgbClr val="A9B7C6"/>
                </a:solidFill>
                <a:effectLst/>
                <a:latin typeface="JetBrains Mono"/>
              </a:rPr>
              <a:t> )</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a:t>
            </a:r>
            <a:br>
              <a:rPr kumimoji="0" lang="en-US" altLang="en-US" b="0" i="0" u="none" strike="noStrike" cap="none" normalizeH="0" baseline="0" dirty="0">
                <a:ln>
                  <a:noFill/>
                </a:ln>
                <a:solidFill>
                  <a:srgbClr val="A9B7C6"/>
                </a:solidFill>
                <a:effectLst/>
                <a:latin typeface="JetBrains Mono"/>
              </a:rPr>
            </a:br>
            <a:r>
              <a:rPr kumimoji="0" lang="en-US" altLang="en-US" b="0" i="0" u="none" strike="noStrike" cap="none" normalizeH="0" baseline="0" dirty="0">
                <a:ln>
                  <a:noFill/>
                </a:ln>
                <a:solidFill>
                  <a:srgbClr val="A9B7C6"/>
                </a:solidFill>
                <a:effectLst/>
                <a:latin typeface="JetBrains Mono"/>
              </a:rPr>
              <a:t>      Window </a:t>
            </a:r>
            <a:r>
              <a:rPr kumimoji="0" lang="en-US" altLang="en-US" b="0" i="0" u="none" strike="noStrike" cap="none" normalizeH="0" baseline="0" dirty="0" err="1">
                <a:ln>
                  <a:noFill/>
                </a:ln>
                <a:solidFill>
                  <a:srgbClr val="A9B7C6"/>
                </a:solidFill>
                <a:effectLst/>
                <a:latin typeface="JetBrains Mono"/>
              </a:rPr>
              <a:t>gui</a:t>
            </a:r>
            <a:r>
              <a:rPr kumimoji="0" lang="en-US" altLang="en-US" b="0" i="0" u="none" strike="noStrike" cap="none" normalizeH="0" baseline="0" dirty="0">
                <a:ln>
                  <a:noFill/>
                </a:ln>
                <a:solidFill>
                  <a:srgbClr val="A9B7C6"/>
                </a:solidFill>
                <a:effectLst/>
                <a:latin typeface="JetBrains Mono"/>
              </a:rPr>
              <a:t> = </a:t>
            </a:r>
            <a:r>
              <a:rPr kumimoji="0" lang="en-US" altLang="en-US" b="0" i="0" u="none" strike="noStrike" cap="none" normalizeH="0" baseline="0" dirty="0">
                <a:ln>
                  <a:noFill/>
                </a:ln>
                <a:solidFill>
                  <a:srgbClr val="CC7832"/>
                </a:solidFill>
                <a:effectLst/>
                <a:latin typeface="JetBrains Mono"/>
              </a:rPr>
              <a:t>new </a:t>
            </a:r>
            <a:r>
              <a:rPr kumimoji="0" lang="en-US" altLang="en-US" b="0" i="0" u="none" strike="noStrike" cap="none" normalizeH="0" baseline="0" dirty="0">
                <a:ln>
                  <a:noFill/>
                </a:ln>
                <a:solidFill>
                  <a:srgbClr val="A9B7C6"/>
                </a:solidFill>
                <a:effectLst/>
                <a:latin typeface="JetBrains Mono"/>
              </a:rPr>
              <a:t>Window()</a:t>
            </a:r>
            <a:r>
              <a:rPr kumimoji="0" lang="en-US" altLang="en-US" b="0" i="0" u="none" strike="noStrike" cap="none" normalizeH="0" baseline="0" dirty="0">
                <a:ln>
                  <a:noFill/>
                </a:ln>
                <a:solidFill>
                  <a:srgbClr val="CC7832"/>
                </a:solidFill>
                <a:effectLst/>
                <a:latin typeface="JetBrains Mono"/>
              </a:rPr>
              <a:t>;</a:t>
            </a:r>
            <a:br>
              <a:rPr kumimoji="0" lang="en-US" altLang="en-US" b="0" i="0" u="none" strike="noStrike" cap="none" normalizeH="0" baseline="0" dirty="0">
                <a:ln>
                  <a:noFill/>
                </a:ln>
                <a:solidFill>
                  <a:srgbClr val="CC7832"/>
                </a:solidFill>
                <a:effectLst/>
                <a:latin typeface="JetBrains Mono"/>
              </a:rPr>
            </a:br>
            <a:r>
              <a:rPr kumimoji="0" lang="en-US" altLang="en-US" b="0" i="0" u="none" strike="noStrike" cap="none" normalizeH="0" baseline="0" dirty="0">
                <a:ln>
                  <a:noFill/>
                </a:ln>
                <a:solidFill>
                  <a:srgbClr val="CC7832"/>
                </a:solidFill>
                <a:effectLst/>
                <a:latin typeface="JetBrains Mono"/>
              </a:rPr>
              <a:t>   </a:t>
            </a:r>
            <a:r>
              <a:rPr kumimoji="0" lang="en-US" altLang="en-US" b="0" i="0" u="none" strike="noStrike" cap="none" normalizeH="0" baseline="0" dirty="0">
                <a:ln>
                  <a:noFill/>
                </a:ln>
                <a:solidFill>
                  <a:srgbClr val="A9B7C6"/>
                </a:solidFill>
                <a:effectLst/>
                <a:latin typeface="JetBrains Mono"/>
              </a:rPr>
              <a:t>}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9920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E650CD-19F8-42C6-8662-B3ED3A5A6382}"/>
              </a:ext>
            </a:extLst>
          </p:cNvPr>
          <p:cNvSpPr>
            <a:spLocks noGrp="1"/>
          </p:cNvSpPr>
          <p:nvPr>
            <p:ph type="ftr" sz="quarter" idx="11"/>
          </p:nvPr>
        </p:nvSpPr>
        <p:spPr/>
        <p:txBody>
          <a:bodyPr/>
          <a:lstStyle/>
          <a:p>
            <a:r>
              <a:rPr lang="en-US"/>
              <a:t>© Copyright 1992-2018 by Pearson Education, Inc. All Rights Reserved.</a:t>
            </a:r>
          </a:p>
        </p:txBody>
      </p:sp>
      <p:sp>
        <p:nvSpPr>
          <p:cNvPr id="4" name="Title 2">
            <a:extLst>
              <a:ext uri="{FF2B5EF4-FFF2-40B4-BE49-F238E27FC236}">
                <a16:creationId xmlns:a16="http://schemas.microsoft.com/office/drawing/2014/main" id="{9DD23E46-89DA-4E35-9A92-D06B7D987EAD}"/>
              </a:ext>
            </a:extLst>
          </p:cNvPr>
          <p:cNvSpPr txBox="1">
            <a:spLocks/>
          </p:cNvSpPr>
          <p:nvPr/>
        </p:nvSpPr>
        <p:spPr>
          <a:xfrm>
            <a:off x="311649" y="-88739"/>
            <a:ext cx="10972800" cy="434279"/>
          </a:xfrm>
          <a:prstGeom prst="rect">
            <a:avLst/>
          </a:prstGeom>
        </p:spPr>
        <p:txBody>
          <a:bodyPr>
            <a:noAutofit/>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3600" dirty="0"/>
              <a:t>Examples of Swing Coding</a:t>
            </a:r>
          </a:p>
        </p:txBody>
      </p:sp>
      <p:sp>
        <p:nvSpPr>
          <p:cNvPr id="7" name="Rectangle 1">
            <a:extLst>
              <a:ext uri="{FF2B5EF4-FFF2-40B4-BE49-F238E27FC236}">
                <a16:creationId xmlns:a16="http://schemas.microsoft.com/office/drawing/2014/main" id="{D74764FF-1619-49DA-B0E6-E56F46138FA7}"/>
              </a:ext>
            </a:extLst>
          </p:cNvPr>
          <p:cNvSpPr>
            <a:spLocks noChangeArrowheads="1"/>
          </p:cNvSpPr>
          <p:nvPr/>
        </p:nvSpPr>
        <p:spPr bwMode="auto">
          <a:xfrm>
            <a:off x="801384" y="587555"/>
            <a:ext cx="4458984" cy="618630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CC7832"/>
                </a:solidFill>
                <a:effectLst/>
                <a:latin typeface="JetBrains Mono"/>
              </a:rPr>
              <a:t>import </a:t>
            </a:r>
            <a:r>
              <a:rPr kumimoji="0" lang="en-US" altLang="en-US" sz="1200" b="0" i="0" u="none" strike="noStrike" cap="none" normalizeH="0" baseline="0" dirty="0" err="1">
                <a:ln>
                  <a:noFill/>
                </a:ln>
                <a:solidFill>
                  <a:srgbClr val="A9B7C6"/>
                </a:solidFill>
                <a:effectLst/>
                <a:latin typeface="JetBrains Mono"/>
              </a:rPr>
              <a:t>javax.swing</a:t>
            </a:r>
            <a:r>
              <a:rPr kumimoji="0" lang="en-US" altLang="en-US" sz="1200" b="0" i="0" u="none" strike="noStrike" cap="none" normalizeH="0" baseline="0" dirty="0">
                <a:ln>
                  <a:noFill/>
                </a:ln>
                <a:solidFill>
                  <a:srgbClr val="A9B7C6"/>
                </a:solidFill>
                <a:effectLst/>
                <a:latin typeface="JetBrains Mono"/>
              </a:rPr>
              <a:t>.*</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class </a:t>
            </a:r>
            <a:r>
              <a:rPr kumimoji="0" lang="en-US" altLang="en-US" sz="1200" b="0" i="0" u="none" strike="noStrike" cap="none" normalizeH="0" baseline="0" dirty="0">
                <a:ln>
                  <a:noFill/>
                </a:ln>
                <a:solidFill>
                  <a:srgbClr val="A9B7C6"/>
                </a:solidFill>
                <a:effectLst/>
                <a:latin typeface="JetBrains Mono"/>
              </a:rPr>
              <a:t>Radios </a:t>
            </a:r>
            <a:r>
              <a:rPr kumimoji="0" lang="en-US" altLang="en-US" sz="1200" b="0" i="0" u="none" strike="noStrike" cap="none" normalizeH="0" baseline="0" dirty="0">
                <a:ln>
                  <a:noFill/>
                </a:ln>
                <a:solidFill>
                  <a:srgbClr val="CC7832"/>
                </a:solidFill>
                <a:effectLst/>
                <a:latin typeface="JetBrains Mono"/>
              </a:rPr>
              <a:t>extends </a:t>
            </a:r>
            <a:r>
              <a:rPr kumimoji="0" lang="en-US" altLang="en-US" sz="1200" b="0" i="0" u="none" strike="noStrike" cap="none" normalizeH="0" baseline="0" dirty="0" err="1">
                <a:ln>
                  <a:noFill/>
                </a:ln>
                <a:solidFill>
                  <a:srgbClr val="A9B7C6"/>
                </a:solidFill>
                <a:effectLst/>
                <a:latin typeface="JetBrains Mono"/>
              </a:rPr>
              <a:t>JFrame</a:t>
            </a:r>
            <a:r>
              <a:rPr kumimoji="0" lang="en-US" altLang="en-US" sz="1200" b="0" i="0" u="none" strike="noStrike" cap="none" normalizeH="0" baseline="0" dirty="0">
                <a:ln>
                  <a:noFill/>
                </a:ln>
                <a:solidFill>
                  <a:srgbClr val="A9B7C6"/>
                </a:solidFill>
                <a:effectLst/>
                <a:latin typeface="JetBrains Mono"/>
              </a:rPr>
              <a:t> </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JPanel</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pnl</a:t>
            </a:r>
            <a:r>
              <a:rPr kumimoji="0" lang="en-US" altLang="en-US" sz="1200" b="0" i="0" u="none" strike="noStrike" cap="none" normalizeH="0" baseline="0" dirty="0">
                <a:ln>
                  <a:noFill/>
                </a:ln>
                <a:solidFill>
                  <a:srgbClr val="A9B7C6"/>
                </a:solidFill>
                <a:effectLst/>
                <a:latin typeface="JetBrains Mono"/>
              </a:rPr>
              <a:t> = </a:t>
            </a:r>
            <a:r>
              <a:rPr kumimoji="0" lang="en-US" altLang="en-US" sz="1200" b="0" i="0" u="none" strike="noStrike" cap="none" normalizeH="0" baseline="0" dirty="0">
                <a:ln>
                  <a:noFill/>
                </a:ln>
                <a:solidFill>
                  <a:srgbClr val="CC7832"/>
                </a:solidFill>
                <a:effectLst/>
                <a:latin typeface="JetBrains Mono"/>
              </a:rPr>
              <a:t>new </a:t>
            </a:r>
            <a:r>
              <a:rPr kumimoji="0" lang="en-US" altLang="en-US" sz="1200" b="0" i="0" u="none" strike="noStrike" cap="none" normalizeH="0" baseline="0" dirty="0" err="1">
                <a:ln>
                  <a:noFill/>
                </a:ln>
                <a:solidFill>
                  <a:srgbClr val="A9B7C6"/>
                </a:solidFill>
                <a:effectLst/>
                <a:latin typeface="JetBrains Mono"/>
              </a:rPr>
              <a:t>JPanel</a:t>
            </a:r>
            <a:r>
              <a:rPr kumimoji="0" lang="en-US" altLang="en-US" sz="1200" b="0" i="0" u="none" strike="noStrike" cap="none" normalizeH="0" baseline="0" dirty="0">
                <a:ln>
                  <a:noFill/>
                </a:ln>
                <a:solidFill>
                  <a:srgbClr val="A9B7C6"/>
                </a:solidFill>
                <a:effectLst/>
                <a:latin typeface="JetBrains Mono"/>
              </a:rPr>
              <a:t>()</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JRadioButton</a:t>
            </a:r>
            <a:r>
              <a:rPr kumimoji="0" lang="en-US" altLang="en-US" sz="1200" b="0" i="0" u="none" strike="noStrike" cap="none" normalizeH="0" baseline="0" dirty="0">
                <a:ln>
                  <a:noFill/>
                </a:ln>
                <a:solidFill>
                  <a:srgbClr val="A9B7C6"/>
                </a:solidFill>
                <a:effectLst/>
                <a:latin typeface="JetBrains Mono"/>
              </a:rPr>
              <a:t> rad1 = </a:t>
            </a:r>
            <a:r>
              <a:rPr kumimoji="0" lang="en-US" altLang="en-US" sz="1200" b="0" i="0" u="none" strike="noStrike" cap="none" normalizeH="0" baseline="0" dirty="0">
                <a:ln>
                  <a:noFill/>
                </a:ln>
                <a:solidFill>
                  <a:srgbClr val="CC7832"/>
                </a:solidFill>
                <a:effectLst/>
                <a:latin typeface="JetBrains Mono"/>
              </a:rPr>
              <a:t>new </a:t>
            </a:r>
            <a:r>
              <a:rPr kumimoji="0" lang="en-US" altLang="en-US" sz="1200" b="0" i="0" u="none" strike="noStrike" cap="none" normalizeH="0" baseline="0" dirty="0" err="1">
                <a:ln>
                  <a:noFill/>
                </a:ln>
                <a:solidFill>
                  <a:srgbClr val="A9B7C6"/>
                </a:solidFill>
                <a:effectLst/>
                <a:latin typeface="JetBrains Mono"/>
              </a:rPr>
              <a:t>JRadioButton</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6A8759"/>
                </a:solidFill>
                <a:effectLst/>
                <a:latin typeface="JetBrains Mono"/>
              </a:rPr>
              <a:t>"Red"</a:t>
            </a:r>
            <a:r>
              <a:rPr kumimoji="0" lang="en-US" altLang="en-US" sz="1200" b="0" i="0" u="none" strike="noStrike" cap="none" normalizeH="0" baseline="0" dirty="0">
                <a:ln>
                  <a:noFill/>
                </a:ln>
                <a:solidFill>
                  <a:srgbClr val="CC7832"/>
                </a:solidFill>
                <a:effectLst/>
                <a:latin typeface="JetBrains Mono"/>
              </a:rPr>
              <a:t>, true </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JRadioButton</a:t>
            </a:r>
            <a:r>
              <a:rPr kumimoji="0" lang="en-US" altLang="en-US" sz="1200" b="0" i="0" u="none" strike="noStrike" cap="none" normalizeH="0" baseline="0" dirty="0">
                <a:ln>
                  <a:noFill/>
                </a:ln>
                <a:solidFill>
                  <a:srgbClr val="A9B7C6"/>
                </a:solidFill>
                <a:effectLst/>
                <a:latin typeface="JetBrains Mono"/>
              </a:rPr>
              <a:t> rad2 = </a:t>
            </a:r>
            <a:r>
              <a:rPr kumimoji="0" lang="en-US" altLang="en-US" sz="1200" b="0" i="0" u="none" strike="noStrike" cap="none" normalizeH="0" baseline="0" dirty="0">
                <a:ln>
                  <a:noFill/>
                </a:ln>
                <a:solidFill>
                  <a:srgbClr val="CC7832"/>
                </a:solidFill>
                <a:effectLst/>
                <a:latin typeface="JetBrains Mono"/>
              </a:rPr>
              <a:t>new </a:t>
            </a:r>
            <a:r>
              <a:rPr kumimoji="0" lang="en-US" altLang="en-US" sz="1200" b="0" i="0" u="none" strike="noStrike" cap="none" normalizeH="0" baseline="0" dirty="0" err="1">
                <a:ln>
                  <a:noFill/>
                </a:ln>
                <a:solidFill>
                  <a:srgbClr val="A9B7C6"/>
                </a:solidFill>
                <a:effectLst/>
                <a:latin typeface="JetBrains Mono"/>
              </a:rPr>
              <a:t>JRadioButton</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6A8759"/>
                </a:solidFill>
                <a:effectLst/>
                <a:latin typeface="JetBrains Mono"/>
              </a:rPr>
              <a:t>"Ros</a:t>
            </a:r>
            <a:r>
              <a:rPr kumimoji="0" lang="en-US" altLang="en-US" sz="12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a:t>
            </a:r>
            <a:r>
              <a:rPr kumimoji="0" lang="en-US" altLang="en-US" sz="1200" b="0" i="0" u="none" strike="noStrike" cap="none" normalizeH="0" baseline="0" dirty="0">
                <a:ln>
                  <a:noFill/>
                </a:ln>
                <a:solidFill>
                  <a:srgbClr val="6A8759"/>
                </a:solidFill>
                <a:effectLst/>
                <a:latin typeface="JetBrains Mono"/>
              </a:rPr>
              <a:t>" </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JRadioButton</a:t>
            </a:r>
            <a:r>
              <a:rPr kumimoji="0" lang="en-US" altLang="en-US" sz="1200" b="0" i="0" u="none" strike="noStrike" cap="none" normalizeH="0" baseline="0" dirty="0">
                <a:ln>
                  <a:noFill/>
                </a:ln>
                <a:solidFill>
                  <a:srgbClr val="A9B7C6"/>
                </a:solidFill>
                <a:effectLst/>
                <a:latin typeface="JetBrains Mono"/>
              </a:rPr>
              <a:t> rad3 = </a:t>
            </a:r>
            <a:r>
              <a:rPr kumimoji="0" lang="en-US" altLang="en-US" sz="1200" b="0" i="0" u="none" strike="noStrike" cap="none" normalizeH="0" baseline="0" dirty="0">
                <a:ln>
                  <a:noFill/>
                </a:ln>
                <a:solidFill>
                  <a:srgbClr val="CC7832"/>
                </a:solidFill>
                <a:effectLst/>
                <a:latin typeface="JetBrains Mono"/>
              </a:rPr>
              <a:t>new </a:t>
            </a:r>
            <a:r>
              <a:rPr kumimoji="0" lang="en-US" altLang="en-US" sz="1200" b="0" i="0" u="none" strike="noStrike" cap="none" normalizeH="0" baseline="0" dirty="0" err="1">
                <a:ln>
                  <a:noFill/>
                </a:ln>
                <a:solidFill>
                  <a:srgbClr val="A9B7C6"/>
                </a:solidFill>
                <a:effectLst/>
                <a:latin typeface="JetBrains Mono"/>
              </a:rPr>
              <a:t>JRadioButton</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6A8759"/>
                </a:solidFill>
                <a:effectLst/>
                <a:latin typeface="JetBrains Mono"/>
              </a:rPr>
              <a:t>"White" </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ButtonGroup</a:t>
            </a:r>
            <a:r>
              <a:rPr kumimoji="0" lang="en-US" altLang="en-US" sz="1200" b="0" i="0" u="none" strike="noStrike" cap="none" normalizeH="0" baseline="0" dirty="0">
                <a:ln>
                  <a:noFill/>
                </a:ln>
                <a:solidFill>
                  <a:srgbClr val="A9B7C6"/>
                </a:solidFill>
                <a:effectLst/>
                <a:latin typeface="JetBrains Mono"/>
              </a:rPr>
              <a:t> wines = </a:t>
            </a:r>
            <a:r>
              <a:rPr kumimoji="0" lang="en-US" altLang="en-US" sz="1200" b="0" i="0" u="none" strike="noStrike" cap="none" normalizeH="0" baseline="0" dirty="0">
                <a:ln>
                  <a:noFill/>
                </a:ln>
                <a:solidFill>
                  <a:srgbClr val="CC7832"/>
                </a:solidFill>
                <a:effectLst/>
                <a:latin typeface="JetBrains Mono"/>
              </a:rPr>
              <a:t>new </a:t>
            </a:r>
            <a:r>
              <a:rPr kumimoji="0" lang="en-US" altLang="en-US" sz="1200" b="0" i="0" u="none" strike="noStrike" cap="none" normalizeH="0" baseline="0" dirty="0" err="1">
                <a:ln>
                  <a:noFill/>
                </a:ln>
                <a:solidFill>
                  <a:srgbClr val="A9B7C6"/>
                </a:solidFill>
                <a:effectLst/>
                <a:latin typeface="JetBrains Mono"/>
              </a:rPr>
              <a:t>ButtonGroup</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    </a:t>
            </a:r>
            <a:br>
              <a:rPr kumimoji="0" lang="en-US" altLang="en-US" sz="1200" b="0" i="0" u="none" strike="noStrike" cap="none" normalizeH="0" baseline="0" dirty="0">
                <a:ln>
                  <a:noFill/>
                </a:ln>
                <a:solidFill>
                  <a:srgbClr val="CC7832"/>
                </a:solidFill>
                <a:effectLst/>
                <a:latin typeface="JetBrains Mono"/>
              </a:rPr>
            </a:b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public </a:t>
            </a:r>
            <a:r>
              <a:rPr kumimoji="0" lang="en-US" altLang="en-US" sz="1200" b="0" i="0" u="none" strike="noStrike" cap="none" normalizeH="0" baseline="0" dirty="0">
                <a:ln>
                  <a:noFill/>
                </a:ln>
                <a:solidFill>
                  <a:srgbClr val="A9B7C6"/>
                </a:solidFill>
                <a:effectLst/>
                <a:latin typeface="JetBrains Mono"/>
              </a:rPr>
              <a:t>Radios()</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   {</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super</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6A8759"/>
                </a:solidFill>
                <a:effectLst/>
                <a:latin typeface="JetBrains Mono"/>
              </a:rPr>
              <a:t>"Swing Window" </a:t>
            </a:r>
            <a:r>
              <a:rPr kumimoji="0" lang="en-US" altLang="en-US" sz="1200" b="0" i="0" u="none" strike="noStrike" cap="none" normalizeH="0" baseline="0" dirty="0">
                <a:ln>
                  <a:noFill/>
                </a:ln>
                <a:solidFill>
                  <a:srgbClr val="A9B7C6"/>
                </a:solidFill>
                <a:effectLst/>
                <a:latin typeface="JetBrains Mono"/>
              </a:rPr>
              <a:t>)</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setSize</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6897BB"/>
                </a:solidFill>
                <a:effectLst/>
                <a:latin typeface="JetBrains Mono"/>
              </a:rPr>
              <a:t>500</a:t>
            </a:r>
            <a:r>
              <a:rPr kumimoji="0" lang="en-US" altLang="en-US" sz="1200" b="0" i="0" u="none" strike="noStrike" cap="none" normalizeH="0" baseline="0" dirty="0">
                <a:ln>
                  <a:noFill/>
                </a:ln>
                <a:solidFill>
                  <a:srgbClr val="CC7832"/>
                </a:solidFill>
                <a:effectLst/>
                <a:latin typeface="JetBrains Mono"/>
              </a:rPr>
              <a:t>,</a:t>
            </a:r>
            <a:r>
              <a:rPr kumimoji="0" lang="en-US" altLang="en-US" sz="1200" b="0" i="0" u="none" strike="noStrike" cap="none" normalizeH="0" baseline="0" dirty="0">
                <a:ln>
                  <a:noFill/>
                </a:ln>
                <a:solidFill>
                  <a:srgbClr val="6897BB"/>
                </a:solidFill>
                <a:effectLst/>
                <a:latin typeface="JetBrains Mono"/>
              </a:rPr>
              <a:t>200 </a:t>
            </a:r>
            <a:r>
              <a:rPr kumimoji="0" lang="en-US" altLang="en-US" sz="1200" b="0" i="0" u="none" strike="noStrike" cap="none" normalizeH="0" baseline="0" dirty="0">
                <a:ln>
                  <a:noFill/>
                </a:ln>
                <a:solidFill>
                  <a:srgbClr val="A9B7C6"/>
                </a:solidFill>
                <a:effectLst/>
                <a:latin typeface="JetBrains Mono"/>
              </a:rPr>
              <a:t>)</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setDefaultCloseOperation</a:t>
            </a:r>
            <a:r>
              <a:rPr kumimoji="0" lang="en-US" altLang="en-US" sz="1200" b="0" i="0" u="none" strike="noStrike" cap="none" normalizeH="0" baseline="0" dirty="0">
                <a:ln>
                  <a:noFill/>
                </a:ln>
                <a:solidFill>
                  <a:srgbClr val="A9B7C6"/>
                </a:solidFill>
                <a:effectLst/>
                <a:latin typeface="JetBrains Mono"/>
              </a:rPr>
              <a:t>( EXIT_ON_CLOSE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a:ln>
                  <a:noFill/>
                </a:ln>
                <a:solidFill>
                  <a:srgbClr val="A9B7C6"/>
                </a:solidFill>
                <a:effectLst/>
                <a:latin typeface="JetBrains Mono"/>
              </a:rPr>
              <a:t>add(</a:t>
            </a:r>
            <a:r>
              <a:rPr kumimoji="0" lang="en-US" altLang="en-US" sz="1200" b="0" i="0" u="none" strike="noStrike" cap="none" normalizeH="0" baseline="0" dirty="0" err="1">
                <a:ln>
                  <a:noFill/>
                </a:ln>
                <a:solidFill>
                  <a:srgbClr val="A9B7C6"/>
                </a:solidFill>
                <a:effectLst/>
                <a:latin typeface="JetBrains Mono"/>
              </a:rPr>
              <a:t>pnl</a:t>
            </a:r>
            <a:r>
              <a:rPr kumimoji="0" lang="en-US" altLang="en-US" sz="1200" b="0" i="0" u="none" strike="noStrike" cap="none" normalizeH="0" baseline="0" dirty="0">
                <a:ln>
                  <a:noFill/>
                </a:ln>
                <a:solidFill>
                  <a:srgbClr val="A9B7C6"/>
                </a:solidFill>
                <a:effectLst/>
                <a:latin typeface="JetBrains Mono"/>
              </a:rPr>
              <a:t>)</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wines.add</a:t>
            </a:r>
            <a:r>
              <a:rPr kumimoji="0" lang="en-US" altLang="en-US" sz="1200" b="0" i="0" u="none" strike="noStrike" cap="none" normalizeH="0" baseline="0" dirty="0">
                <a:ln>
                  <a:noFill/>
                </a:ln>
                <a:solidFill>
                  <a:srgbClr val="A9B7C6"/>
                </a:solidFill>
                <a:effectLst/>
                <a:latin typeface="JetBrains Mono"/>
              </a:rPr>
              <a:t>( rad1 )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wines.add</a:t>
            </a:r>
            <a:r>
              <a:rPr kumimoji="0" lang="en-US" altLang="en-US" sz="1200" b="0" i="0" u="none" strike="noStrike" cap="none" normalizeH="0" baseline="0" dirty="0">
                <a:ln>
                  <a:noFill/>
                </a:ln>
                <a:solidFill>
                  <a:srgbClr val="A9B7C6"/>
                </a:solidFill>
                <a:effectLst/>
                <a:latin typeface="JetBrains Mono"/>
              </a:rPr>
              <a:t>( rad2 )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wines.add</a:t>
            </a:r>
            <a:r>
              <a:rPr kumimoji="0" lang="en-US" altLang="en-US" sz="1200" b="0" i="0" u="none" strike="noStrike" cap="none" normalizeH="0" baseline="0" dirty="0">
                <a:ln>
                  <a:noFill/>
                </a:ln>
                <a:solidFill>
                  <a:srgbClr val="A9B7C6"/>
                </a:solidFill>
                <a:effectLst/>
                <a:latin typeface="JetBrains Mono"/>
              </a:rPr>
              <a:t>( rad3 )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pnl.add</a:t>
            </a:r>
            <a:r>
              <a:rPr kumimoji="0" lang="en-US" altLang="en-US" sz="1200" b="0" i="0" u="none" strike="noStrike" cap="none" normalizeH="0" baseline="0" dirty="0">
                <a:ln>
                  <a:noFill/>
                </a:ln>
                <a:solidFill>
                  <a:srgbClr val="A9B7C6"/>
                </a:solidFill>
                <a:effectLst/>
                <a:latin typeface="JetBrains Mono"/>
              </a:rPr>
              <a:t>( rad1 )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pnl.add</a:t>
            </a:r>
            <a:r>
              <a:rPr kumimoji="0" lang="en-US" altLang="en-US" sz="1200" b="0" i="0" u="none" strike="noStrike" cap="none" normalizeH="0" baseline="0" dirty="0">
                <a:ln>
                  <a:noFill/>
                </a:ln>
                <a:solidFill>
                  <a:srgbClr val="A9B7C6"/>
                </a:solidFill>
                <a:effectLst/>
                <a:latin typeface="JetBrains Mono"/>
              </a:rPr>
              <a:t>( rad2 )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pnl.add</a:t>
            </a:r>
            <a:r>
              <a:rPr kumimoji="0" lang="en-US" altLang="en-US" sz="1200" b="0" i="0" u="none" strike="noStrike" cap="none" normalizeH="0" baseline="0" dirty="0">
                <a:ln>
                  <a:noFill/>
                </a:ln>
                <a:solidFill>
                  <a:srgbClr val="A9B7C6"/>
                </a:solidFill>
                <a:effectLst/>
                <a:latin typeface="JetBrains Mono"/>
              </a:rPr>
              <a:t>( rad3 ) </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err="1">
                <a:ln>
                  <a:noFill/>
                </a:ln>
                <a:solidFill>
                  <a:srgbClr val="A9B7C6"/>
                </a:solidFill>
                <a:effectLst/>
                <a:latin typeface="JetBrains Mono"/>
              </a:rPr>
              <a:t>setVisible</a:t>
            </a: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true </a:t>
            </a:r>
            <a:r>
              <a:rPr kumimoji="0" lang="en-US" altLang="en-US" sz="1200" b="0" i="0" u="none" strike="noStrike" cap="none" normalizeH="0" baseline="0" dirty="0">
                <a:ln>
                  <a:noFill/>
                </a:ln>
                <a:solidFill>
                  <a:srgbClr val="A9B7C6"/>
                </a:solidFill>
                <a:effectLst/>
                <a:latin typeface="JetBrains Mono"/>
              </a:rPr>
              <a:t>)</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a:ln>
                  <a:noFill/>
                </a:ln>
                <a:solidFill>
                  <a:srgbClr val="A9B7C6"/>
                </a:solidFill>
                <a:effectLst/>
                <a:latin typeface="JetBrains Mono"/>
              </a:rPr>
              <a:t>}</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   </a:t>
            </a:r>
            <a:r>
              <a:rPr kumimoji="0" lang="en-US" altLang="en-US" sz="1200" b="0" i="0" u="none" strike="noStrike" cap="none" normalizeH="0" baseline="0" dirty="0">
                <a:ln>
                  <a:noFill/>
                </a:ln>
                <a:solidFill>
                  <a:srgbClr val="CC7832"/>
                </a:solidFill>
                <a:effectLst/>
                <a:latin typeface="JetBrains Mono"/>
              </a:rPr>
              <a:t>public static void </a:t>
            </a:r>
            <a:r>
              <a:rPr kumimoji="0" lang="en-US" altLang="en-US" sz="1200" b="0" i="0" u="none" strike="noStrike" cap="none" normalizeH="0" baseline="0" dirty="0">
                <a:ln>
                  <a:noFill/>
                </a:ln>
                <a:solidFill>
                  <a:srgbClr val="A9B7C6"/>
                </a:solidFill>
                <a:effectLst/>
                <a:latin typeface="JetBrains Mono"/>
              </a:rPr>
              <a:t>main ( String[] </a:t>
            </a:r>
            <a:r>
              <a:rPr kumimoji="0" lang="en-US" altLang="en-US" sz="1200" b="0" i="0" u="none" strike="noStrike" cap="none" normalizeH="0" baseline="0" dirty="0" err="1">
                <a:ln>
                  <a:noFill/>
                </a:ln>
                <a:solidFill>
                  <a:srgbClr val="A9B7C6"/>
                </a:solidFill>
                <a:effectLst/>
                <a:latin typeface="JetBrains Mono"/>
              </a:rPr>
              <a:t>args</a:t>
            </a:r>
            <a:r>
              <a:rPr kumimoji="0" lang="en-US" altLang="en-US" sz="1200" b="0" i="0" u="none" strike="noStrike" cap="none" normalizeH="0" baseline="0" dirty="0">
                <a:ln>
                  <a:noFill/>
                </a:ln>
                <a:solidFill>
                  <a:srgbClr val="A9B7C6"/>
                </a:solidFill>
                <a:effectLst/>
                <a:latin typeface="JetBrains Mono"/>
              </a:rPr>
              <a:t> )</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   {</a:t>
            </a:r>
            <a:br>
              <a:rPr kumimoji="0" lang="en-US" altLang="en-US" sz="1200" b="0" i="0" u="none" strike="noStrike" cap="none" normalizeH="0" baseline="0" dirty="0">
                <a:ln>
                  <a:noFill/>
                </a:ln>
                <a:solidFill>
                  <a:srgbClr val="A9B7C6"/>
                </a:solidFill>
                <a:effectLst/>
                <a:latin typeface="JetBrains Mono"/>
              </a:rPr>
            </a:br>
            <a:r>
              <a:rPr kumimoji="0" lang="en-US" altLang="en-US" sz="1200" b="0" i="0" u="none" strike="noStrike" cap="none" normalizeH="0" baseline="0" dirty="0">
                <a:ln>
                  <a:noFill/>
                </a:ln>
                <a:solidFill>
                  <a:srgbClr val="A9B7C6"/>
                </a:solidFill>
                <a:effectLst/>
                <a:latin typeface="JetBrains Mono"/>
              </a:rPr>
              <a:t>      Radios </a:t>
            </a:r>
            <a:r>
              <a:rPr kumimoji="0" lang="en-US" altLang="en-US" sz="1200" b="0" i="0" u="none" strike="noStrike" cap="none" normalizeH="0" baseline="0" dirty="0" err="1">
                <a:ln>
                  <a:noFill/>
                </a:ln>
                <a:solidFill>
                  <a:srgbClr val="A9B7C6"/>
                </a:solidFill>
                <a:effectLst/>
                <a:latin typeface="JetBrains Mono"/>
              </a:rPr>
              <a:t>gui</a:t>
            </a:r>
            <a:r>
              <a:rPr kumimoji="0" lang="en-US" altLang="en-US" sz="1200" b="0" i="0" u="none" strike="noStrike" cap="none" normalizeH="0" baseline="0" dirty="0">
                <a:ln>
                  <a:noFill/>
                </a:ln>
                <a:solidFill>
                  <a:srgbClr val="A9B7C6"/>
                </a:solidFill>
                <a:effectLst/>
                <a:latin typeface="JetBrains Mono"/>
              </a:rPr>
              <a:t> = </a:t>
            </a:r>
            <a:r>
              <a:rPr kumimoji="0" lang="en-US" altLang="en-US" sz="1200" b="0" i="0" u="none" strike="noStrike" cap="none" normalizeH="0" baseline="0" dirty="0">
                <a:ln>
                  <a:noFill/>
                </a:ln>
                <a:solidFill>
                  <a:srgbClr val="CC7832"/>
                </a:solidFill>
                <a:effectLst/>
                <a:latin typeface="JetBrains Mono"/>
              </a:rPr>
              <a:t>new </a:t>
            </a:r>
            <a:r>
              <a:rPr kumimoji="0" lang="en-US" altLang="en-US" sz="1200" b="0" i="0" u="none" strike="noStrike" cap="none" normalizeH="0" baseline="0" dirty="0">
                <a:ln>
                  <a:noFill/>
                </a:ln>
                <a:solidFill>
                  <a:srgbClr val="A9B7C6"/>
                </a:solidFill>
                <a:effectLst/>
                <a:latin typeface="JetBrains Mono"/>
              </a:rPr>
              <a:t>Radios()</a:t>
            </a:r>
            <a:r>
              <a:rPr kumimoji="0" lang="en-US" altLang="en-US" sz="1200" b="0" i="0" u="none" strike="noStrike" cap="none" normalizeH="0" baseline="0" dirty="0">
                <a:ln>
                  <a:noFill/>
                </a:ln>
                <a:solidFill>
                  <a:srgbClr val="CC7832"/>
                </a:solidFill>
                <a:effectLst/>
                <a:latin typeface="JetBrains Mono"/>
              </a:rPr>
              <a:t>;</a:t>
            </a:r>
            <a:br>
              <a:rPr kumimoji="0" lang="en-US" altLang="en-US" sz="1200" b="0" i="0" u="none" strike="noStrike" cap="none" normalizeH="0" baseline="0" dirty="0">
                <a:ln>
                  <a:noFill/>
                </a:ln>
                <a:solidFill>
                  <a:srgbClr val="CC7832"/>
                </a:solidFill>
                <a:effectLst/>
                <a:latin typeface="JetBrains Mono"/>
              </a:rPr>
            </a:br>
            <a:r>
              <a:rPr kumimoji="0" lang="en-US" altLang="en-US" sz="1200" b="0" i="0" u="none" strike="noStrike" cap="none" normalizeH="0" baseline="0" dirty="0">
                <a:ln>
                  <a:noFill/>
                </a:ln>
                <a:solidFill>
                  <a:srgbClr val="CC7832"/>
                </a:solidFill>
                <a:effectLst/>
                <a:latin typeface="JetBrains Mono"/>
              </a:rPr>
              <a:t>   </a:t>
            </a:r>
            <a:r>
              <a:rPr kumimoji="0" lang="en-US" altLang="en-US" sz="1200" b="0" i="0" u="none" strike="noStrike" cap="none" normalizeH="0" baseline="0" dirty="0">
                <a:ln>
                  <a:noFill/>
                </a:ln>
                <a:solidFill>
                  <a:srgbClr val="A9B7C6"/>
                </a:solidFill>
                <a:effectLst/>
                <a:latin typeface="JetBrains Mono"/>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3A0BAF64-236E-463C-98EC-0D35382C8EA2}"/>
              </a:ext>
            </a:extLst>
          </p:cNvPr>
          <p:cNvSpPr>
            <a:spLocks noChangeArrowheads="1"/>
          </p:cNvSpPr>
          <p:nvPr/>
        </p:nvSpPr>
        <p:spPr bwMode="auto">
          <a:xfrm>
            <a:off x="6292160" y="541389"/>
            <a:ext cx="3976098" cy="623247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CC7832"/>
                </a:solidFill>
                <a:effectLst/>
                <a:latin typeface="JetBrains Mono"/>
              </a:rPr>
              <a:t>import </a:t>
            </a:r>
            <a:r>
              <a:rPr kumimoji="0" lang="en-US" altLang="en-US" sz="1050" b="0" i="0" u="none" strike="noStrike" cap="none" normalizeH="0" baseline="0" dirty="0" err="1">
                <a:ln>
                  <a:noFill/>
                </a:ln>
                <a:solidFill>
                  <a:srgbClr val="A9B7C6"/>
                </a:solidFill>
                <a:effectLst/>
                <a:latin typeface="JetBrains Mono"/>
              </a:rPr>
              <a:t>javax.swing</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class </a:t>
            </a:r>
            <a:r>
              <a:rPr kumimoji="0" lang="en-US" altLang="en-US" sz="1050" b="0" i="0" u="none" strike="noStrike" cap="none" normalizeH="0" baseline="0" dirty="0">
                <a:ln>
                  <a:noFill/>
                </a:ln>
                <a:solidFill>
                  <a:srgbClr val="A9B7C6"/>
                </a:solidFill>
                <a:effectLst/>
                <a:latin typeface="JetBrains Mono"/>
              </a:rPr>
              <a:t>Buttons </a:t>
            </a:r>
            <a:r>
              <a:rPr kumimoji="0" lang="en-US" altLang="en-US" sz="1050" b="0" i="0" u="none" strike="noStrike" cap="none" normalizeH="0" baseline="0" dirty="0">
                <a:ln>
                  <a:noFill/>
                </a:ln>
                <a:solidFill>
                  <a:srgbClr val="CC7832"/>
                </a:solidFill>
                <a:effectLst/>
                <a:latin typeface="JetBrains Mono"/>
              </a:rPr>
              <a:t>extends </a:t>
            </a:r>
            <a:r>
              <a:rPr kumimoji="0" lang="en-US" altLang="en-US" sz="1050" b="0" i="0" u="none" strike="noStrike" cap="none" normalizeH="0" baseline="0" dirty="0" err="1">
                <a:ln>
                  <a:noFill/>
                </a:ln>
                <a:solidFill>
                  <a:srgbClr val="A9B7C6"/>
                </a:solidFill>
                <a:effectLst/>
                <a:latin typeface="JetBrains Mono"/>
              </a:rPr>
              <a:t>JFrame</a:t>
            </a:r>
            <a:r>
              <a:rPr kumimoji="0" lang="en-US" altLang="en-US" sz="1050" b="0" i="0" u="none" strike="noStrike" cap="none" normalizeH="0" baseline="0" dirty="0">
                <a:ln>
                  <a:noFill/>
                </a:ln>
                <a:solidFill>
                  <a:srgbClr val="A9B7C6"/>
                </a:solidFill>
                <a:effectLst/>
                <a:latin typeface="JetBrains Mono"/>
              </a:rPr>
              <a:t> </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JPanel</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pnl</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err="1">
                <a:ln>
                  <a:noFill/>
                </a:ln>
                <a:solidFill>
                  <a:srgbClr val="A9B7C6"/>
                </a:solidFill>
                <a:effectLst/>
                <a:latin typeface="JetBrains Mono"/>
              </a:rPr>
              <a:t>JPanel</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ClassLoader</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ldr</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err="1">
                <a:ln>
                  <a:noFill/>
                </a:ln>
                <a:solidFill>
                  <a:srgbClr val="CC7832"/>
                </a:solidFill>
                <a:effectLst/>
                <a:latin typeface="JetBrains Mono"/>
              </a:rPr>
              <a:t>this</a:t>
            </a:r>
            <a:r>
              <a:rPr kumimoji="0" lang="en-US" altLang="en-US" sz="1050" b="0" i="0" u="none" strike="noStrike" cap="none" normalizeH="0" baseline="0" dirty="0" err="1">
                <a:ln>
                  <a:noFill/>
                </a:ln>
                <a:solidFill>
                  <a:srgbClr val="A9B7C6"/>
                </a:solidFill>
                <a:effectLst/>
                <a:latin typeface="JetBrains Mono"/>
              </a:rPr>
              <a:t>.getClass</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err="1">
                <a:ln>
                  <a:noFill/>
                </a:ln>
                <a:solidFill>
                  <a:srgbClr val="A9B7C6"/>
                </a:solidFill>
                <a:effectLst/>
                <a:latin typeface="JetBrains Mono"/>
              </a:rPr>
              <a:t>getClassLoader</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a:ln>
                  <a:noFill/>
                </a:ln>
                <a:solidFill>
                  <a:srgbClr val="A9B7C6"/>
                </a:solidFill>
                <a:effectLst/>
                <a:latin typeface="JetBrains Mono"/>
              </a:rPr>
              <a:t>java.net.URL </a:t>
            </a:r>
            <a:r>
              <a:rPr kumimoji="0" lang="en-US" altLang="en-US" sz="1050" b="0" i="0" u="none" strike="noStrike" cap="none" normalizeH="0" baseline="0" dirty="0" err="1">
                <a:ln>
                  <a:noFill/>
                </a:ln>
                <a:solidFill>
                  <a:srgbClr val="A9B7C6"/>
                </a:solidFill>
                <a:effectLst/>
                <a:latin typeface="JetBrains Mono"/>
              </a:rPr>
              <a:t>tickURL</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err="1">
                <a:ln>
                  <a:noFill/>
                </a:ln>
                <a:solidFill>
                  <a:srgbClr val="A9B7C6"/>
                </a:solidFill>
                <a:effectLst/>
                <a:latin typeface="JetBrains Mono"/>
              </a:rPr>
              <a:t>ldr.getResource</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6A8759"/>
                </a:solidFill>
                <a:effectLst/>
                <a:latin typeface="JetBrains Mono"/>
              </a:rPr>
              <a:t>"Tick.png"</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a:ln>
                  <a:noFill/>
                </a:ln>
                <a:solidFill>
                  <a:srgbClr val="A9B7C6"/>
                </a:solidFill>
                <a:effectLst/>
                <a:latin typeface="JetBrains Mono"/>
              </a:rPr>
              <a:t>java.net.URL </a:t>
            </a:r>
            <a:r>
              <a:rPr kumimoji="0" lang="en-US" altLang="en-US" sz="1050" b="0" i="0" u="none" strike="noStrike" cap="none" normalizeH="0" baseline="0" dirty="0" err="1">
                <a:ln>
                  <a:noFill/>
                </a:ln>
                <a:solidFill>
                  <a:srgbClr val="A9B7C6"/>
                </a:solidFill>
                <a:effectLst/>
                <a:latin typeface="JetBrains Mono"/>
              </a:rPr>
              <a:t>crossURL</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err="1">
                <a:ln>
                  <a:noFill/>
                </a:ln>
                <a:solidFill>
                  <a:srgbClr val="A9B7C6"/>
                </a:solidFill>
                <a:effectLst/>
                <a:latin typeface="JetBrains Mono"/>
              </a:rPr>
              <a:t>ldr.getResource</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6A8759"/>
                </a:solidFill>
                <a:effectLst/>
                <a:latin typeface="JetBrains Mono"/>
              </a:rPr>
              <a:t>"Cross.png"</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ImageIcon</a:t>
            </a:r>
            <a:r>
              <a:rPr kumimoji="0" lang="en-US" altLang="en-US" sz="1050" b="0" i="0" u="none" strike="noStrike" cap="none" normalizeH="0" baseline="0" dirty="0">
                <a:ln>
                  <a:noFill/>
                </a:ln>
                <a:solidFill>
                  <a:srgbClr val="A9B7C6"/>
                </a:solidFill>
                <a:effectLst/>
                <a:latin typeface="JetBrains Mono"/>
              </a:rPr>
              <a:t> tick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err="1">
                <a:ln>
                  <a:noFill/>
                </a:ln>
                <a:solidFill>
                  <a:srgbClr val="A9B7C6"/>
                </a:solidFill>
                <a:effectLst/>
                <a:latin typeface="JetBrains Mono"/>
              </a:rPr>
              <a:t>ImageIcon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tickURL</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 </a:t>
            </a:r>
            <a:r>
              <a:rPr kumimoji="0" lang="en-US" altLang="en-US" sz="1050" b="0" i="0" u="none" strike="noStrike" cap="none" normalizeH="0" baseline="0" dirty="0" err="1">
                <a:ln>
                  <a:noFill/>
                </a:ln>
                <a:solidFill>
                  <a:srgbClr val="A9B7C6"/>
                </a:solidFill>
                <a:effectLst/>
                <a:latin typeface="JetBrains Mono"/>
              </a:rPr>
              <a:t>ImageIcon</a:t>
            </a:r>
            <a:r>
              <a:rPr kumimoji="0" lang="en-US" altLang="en-US" sz="1050" b="0" i="0" u="none" strike="noStrike" cap="none" normalizeH="0" baseline="0" dirty="0">
                <a:ln>
                  <a:noFill/>
                </a:ln>
                <a:solidFill>
                  <a:srgbClr val="A9B7C6"/>
                </a:solidFill>
                <a:effectLst/>
                <a:latin typeface="JetBrains Mono"/>
              </a:rPr>
              <a:t> cross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err="1">
                <a:ln>
                  <a:noFill/>
                </a:ln>
                <a:solidFill>
                  <a:srgbClr val="A9B7C6"/>
                </a:solidFill>
                <a:effectLst/>
                <a:latin typeface="JetBrains Mono"/>
              </a:rPr>
              <a:t>ImageIcon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crossURL</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808080"/>
                </a:solidFill>
                <a:effectLst/>
                <a:latin typeface="JetBrains Mono"/>
              </a:rPr>
              <a:t>ImageIcon</a:t>
            </a:r>
            <a:r>
              <a:rPr kumimoji="0" lang="en-US" altLang="en-US" sz="1050" b="0" i="0" u="none" strike="noStrike" cap="none" normalizeH="0" baseline="0" dirty="0">
                <a:ln>
                  <a:noFill/>
                </a:ln>
                <a:solidFill>
                  <a:srgbClr val="808080"/>
                </a:solidFill>
                <a:effectLst/>
                <a:latin typeface="JetBrains Mono"/>
              </a:rPr>
              <a:t> tick = new </a:t>
            </a:r>
            <a:r>
              <a:rPr kumimoji="0" lang="en-US" altLang="en-US" sz="1050" b="0" i="0" u="none" strike="noStrike" cap="none" normalizeH="0" baseline="0" dirty="0" err="1">
                <a:ln>
                  <a:noFill/>
                </a:ln>
                <a:solidFill>
                  <a:srgbClr val="808080"/>
                </a:solidFill>
                <a:effectLst/>
                <a:latin typeface="JetBrains Mono"/>
              </a:rPr>
              <a:t>ImageIcon</a:t>
            </a:r>
            <a:r>
              <a:rPr kumimoji="0" lang="en-US" altLang="en-US" sz="1050" b="0" i="0" u="none" strike="noStrike" cap="none" normalizeH="0" baseline="0" dirty="0">
                <a:ln>
                  <a:noFill/>
                </a:ln>
                <a:solidFill>
                  <a:srgbClr val="808080"/>
                </a:solidFill>
                <a:effectLst/>
                <a:latin typeface="JetBrains Mono"/>
              </a:rPr>
              <a:t>( "tick.png" );</a:t>
            </a:r>
            <a:br>
              <a:rPr kumimoji="0" lang="en-US" altLang="en-US" sz="1050" b="0" i="0" u="none" strike="noStrike" cap="none" normalizeH="0" baseline="0" dirty="0">
                <a:ln>
                  <a:noFill/>
                </a:ln>
                <a:solidFill>
                  <a:srgbClr val="808080"/>
                </a:solidFill>
                <a:effectLst/>
                <a:latin typeface="JetBrains Mono"/>
              </a:rPr>
            </a:br>
            <a:r>
              <a:rPr kumimoji="0" lang="en-US" altLang="en-US" sz="1050" b="0" i="0" u="none" strike="noStrike" cap="none" normalizeH="0" baseline="0" dirty="0">
                <a:ln>
                  <a:noFill/>
                </a:ln>
                <a:solidFill>
                  <a:srgbClr val="808080"/>
                </a:solidFill>
                <a:effectLst/>
                <a:latin typeface="JetBrains Mono"/>
              </a:rPr>
              <a:t>   </a:t>
            </a:r>
            <a:r>
              <a:rPr kumimoji="0" lang="en-US" altLang="en-US" sz="1050" b="0" i="0" u="none" strike="noStrike" cap="none" normalizeH="0" baseline="0" dirty="0" err="1">
                <a:ln>
                  <a:noFill/>
                </a:ln>
                <a:solidFill>
                  <a:srgbClr val="808080"/>
                </a:solidFill>
                <a:effectLst/>
                <a:latin typeface="JetBrains Mono"/>
              </a:rPr>
              <a:t>ImageIcon</a:t>
            </a:r>
            <a:r>
              <a:rPr kumimoji="0" lang="en-US" altLang="en-US" sz="1050" b="0" i="0" u="none" strike="noStrike" cap="none" normalizeH="0" baseline="0" dirty="0">
                <a:ln>
                  <a:noFill/>
                </a:ln>
                <a:solidFill>
                  <a:srgbClr val="808080"/>
                </a:solidFill>
                <a:effectLst/>
                <a:latin typeface="JetBrains Mono"/>
              </a:rPr>
              <a:t> cross = new </a:t>
            </a:r>
            <a:r>
              <a:rPr kumimoji="0" lang="en-US" altLang="en-US" sz="1050" b="0" i="0" u="none" strike="noStrike" cap="none" normalizeH="0" baseline="0" dirty="0" err="1">
                <a:ln>
                  <a:noFill/>
                </a:ln>
                <a:solidFill>
                  <a:srgbClr val="808080"/>
                </a:solidFill>
                <a:effectLst/>
                <a:latin typeface="JetBrains Mono"/>
              </a:rPr>
              <a:t>ImageIcon</a:t>
            </a:r>
            <a:r>
              <a:rPr kumimoji="0" lang="en-US" altLang="en-US" sz="1050" b="0" i="0" u="none" strike="noStrike" cap="none" normalizeH="0" baseline="0" dirty="0">
                <a:ln>
                  <a:noFill/>
                </a:ln>
                <a:solidFill>
                  <a:srgbClr val="808080"/>
                </a:solidFill>
                <a:effectLst/>
                <a:latin typeface="JetBrains Mono"/>
              </a:rPr>
              <a:t>( "cross.png" );</a:t>
            </a:r>
            <a:br>
              <a:rPr kumimoji="0" lang="en-US" altLang="en-US" sz="1050" b="0" i="0" u="none" strike="noStrike" cap="none" normalizeH="0" baseline="0" dirty="0">
                <a:ln>
                  <a:noFill/>
                </a:ln>
                <a:solidFill>
                  <a:srgbClr val="808080"/>
                </a:solidFill>
                <a:effectLst/>
                <a:latin typeface="JetBrains Mono"/>
              </a:rPr>
            </a:br>
            <a:br>
              <a:rPr kumimoji="0" lang="en-US" altLang="en-US" sz="1050" b="0" i="0" u="none" strike="noStrike" cap="none" normalizeH="0" baseline="0" dirty="0">
                <a:ln>
                  <a:noFill/>
                </a:ln>
                <a:solidFill>
                  <a:srgbClr val="808080"/>
                </a:solidFill>
                <a:effectLst/>
                <a:latin typeface="JetBrains Mono"/>
              </a:rPr>
            </a:br>
            <a:r>
              <a:rPr kumimoji="0" lang="en-US" altLang="en-US" sz="1050" b="0" i="0" u="none" strike="noStrike" cap="none" normalizeH="0" baseline="0" dirty="0">
                <a:ln>
                  <a:noFill/>
                </a:ln>
                <a:solidFill>
                  <a:srgbClr val="808080"/>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JButton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btn</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err="1">
                <a:ln>
                  <a:noFill/>
                </a:ln>
                <a:solidFill>
                  <a:srgbClr val="A9B7C6"/>
                </a:solidFill>
                <a:effectLst/>
                <a:latin typeface="JetBrains Mono"/>
              </a:rPr>
              <a:t>JButton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6A8759"/>
                </a:solidFill>
                <a:effectLst/>
                <a:latin typeface="JetBrains Mono"/>
              </a:rPr>
              <a:t>"Click Me" </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JButton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tickBtn</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err="1">
                <a:ln>
                  <a:noFill/>
                </a:ln>
                <a:solidFill>
                  <a:srgbClr val="A9B7C6"/>
                </a:solidFill>
                <a:effectLst/>
                <a:latin typeface="JetBrains Mono"/>
              </a:rPr>
              <a:t>JButton</a:t>
            </a:r>
            <a:r>
              <a:rPr kumimoji="0" lang="en-US" altLang="en-US" sz="1050" b="0" i="0" u="none" strike="noStrike" cap="none" normalizeH="0" baseline="0" dirty="0">
                <a:ln>
                  <a:noFill/>
                </a:ln>
                <a:solidFill>
                  <a:srgbClr val="A9B7C6"/>
                </a:solidFill>
                <a:effectLst/>
                <a:latin typeface="JetBrains Mono"/>
              </a:rPr>
              <a:t>( tick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JButton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crossBtn</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err="1">
                <a:ln>
                  <a:noFill/>
                </a:ln>
                <a:solidFill>
                  <a:srgbClr val="A9B7C6"/>
                </a:solidFill>
                <a:effectLst/>
                <a:latin typeface="JetBrains Mono"/>
              </a:rPr>
              <a:t>JButton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6A8759"/>
                </a:solidFill>
                <a:effectLst/>
                <a:latin typeface="JetBrains Mono"/>
              </a:rPr>
              <a:t>"STOP"</a:t>
            </a: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a:ln>
                  <a:noFill/>
                </a:ln>
                <a:solidFill>
                  <a:srgbClr val="A9B7C6"/>
                </a:solidFill>
                <a:effectLst/>
                <a:latin typeface="JetBrains Mono"/>
              </a:rPr>
              <a:t>cross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public </a:t>
            </a:r>
            <a:r>
              <a:rPr kumimoji="0" lang="en-US" altLang="en-US" sz="1050" b="0" i="0" u="none" strike="noStrike" cap="none" normalizeH="0" baseline="0" dirty="0">
                <a:ln>
                  <a:noFill/>
                </a:ln>
                <a:solidFill>
                  <a:srgbClr val="A9B7C6"/>
                </a:solidFill>
                <a:effectLst/>
                <a:latin typeface="JetBrains Mono"/>
              </a:rPr>
              <a:t>Buttons()</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   {</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super</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6A8759"/>
                </a:solidFill>
                <a:effectLst/>
                <a:latin typeface="JetBrains Mono"/>
              </a:rPr>
              <a:t>"Swing Window"</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setSize</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6897BB"/>
                </a:solidFill>
                <a:effectLst/>
                <a:latin typeface="JetBrains Mono"/>
              </a:rPr>
              <a:t>500</a:t>
            </a:r>
            <a:r>
              <a:rPr kumimoji="0" lang="en-US" altLang="en-US" sz="1050" b="0" i="0" u="none" strike="noStrike" cap="none" normalizeH="0" baseline="0" dirty="0">
                <a:ln>
                  <a:noFill/>
                </a:ln>
                <a:solidFill>
                  <a:srgbClr val="CC7832"/>
                </a:solidFill>
                <a:effectLst/>
                <a:latin typeface="JetBrains Mono"/>
              </a:rPr>
              <a:t>,</a:t>
            </a:r>
            <a:r>
              <a:rPr kumimoji="0" lang="en-US" altLang="en-US" sz="1050" b="0" i="0" u="none" strike="noStrike" cap="none" normalizeH="0" baseline="0" dirty="0">
                <a:ln>
                  <a:noFill/>
                </a:ln>
                <a:solidFill>
                  <a:srgbClr val="6897BB"/>
                </a:solidFill>
                <a:effectLst/>
                <a:latin typeface="JetBrains Mono"/>
              </a:rPr>
              <a:t>200 </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setDefaultCloseOperation</a:t>
            </a:r>
            <a:r>
              <a:rPr kumimoji="0" lang="en-US" altLang="en-US" sz="1050" b="0" i="0" u="none" strike="noStrike" cap="none" normalizeH="0" baseline="0" dirty="0">
                <a:ln>
                  <a:noFill/>
                </a:ln>
                <a:solidFill>
                  <a:srgbClr val="A9B7C6"/>
                </a:solidFill>
                <a:effectLst/>
                <a:latin typeface="JetBrains Mono"/>
              </a:rPr>
              <a:t>( EXIT_ON_CLOSE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a:ln>
                  <a:noFill/>
                </a:ln>
                <a:solidFill>
                  <a:srgbClr val="A9B7C6"/>
                </a:solidFill>
                <a:effectLst/>
                <a:latin typeface="JetBrains Mono"/>
              </a:rPr>
              <a:t>add(</a:t>
            </a:r>
            <a:r>
              <a:rPr kumimoji="0" lang="en-US" altLang="en-US" sz="1050" b="0" i="0" u="none" strike="noStrike" cap="none" normalizeH="0" baseline="0" dirty="0" err="1">
                <a:ln>
                  <a:noFill/>
                </a:ln>
                <a:solidFill>
                  <a:srgbClr val="A9B7C6"/>
                </a:solidFill>
                <a:effectLst/>
                <a:latin typeface="JetBrains Mono"/>
              </a:rPr>
              <a:t>pnl</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pnl.add</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btn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pnl.add</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tickBtn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pnl.add</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crossBtn</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err="1">
                <a:ln>
                  <a:noFill/>
                </a:ln>
                <a:solidFill>
                  <a:srgbClr val="A9B7C6"/>
                </a:solidFill>
                <a:effectLst/>
                <a:latin typeface="JetBrains Mono"/>
              </a:rPr>
              <a:t>setVisible</a:t>
            </a: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true </a:t>
            </a:r>
            <a:r>
              <a:rPr kumimoji="0" lang="en-US" altLang="en-US" sz="1050" b="0" i="0" u="none" strike="noStrike" cap="none" normalizeH="0" baseline="0" dirty="0">
                <a:ln>
                  <a:noFill/>
                </a:ln>
                <a:solidFill>
                  <a:srgbClr val="A9B7C6"/>
                </a:solidFill>
                <a:effectLst/>
                <a:latin typeface="JetBrains Mono"/>
              </a:rPr>
              <a:t>)</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a:ln>
                  <a:noFill/>
                </a:ln>
                <a:solidFill>
                  <a:srgbClr val="A9B7C6"/>
                </a:solidFill>
                <a:effectLst/>
                <a:latin typeface="JetBrains Mono"/>
              </a:rPr>
              <a:t>}</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   </a:t>
            </a:r>
            <a:r>
              <a:rPr kumimoji="0" lang="en-US" altLang="en-US" sz="1050" b="0" i="0" u="none" strike="noStrike" cap="none" normalizeH="0" baseline="0" dirty="0">
                <a:ln>
                  <a:noFill/>
                </a:ln>
                <a:solidFill>
                  <a:srgbClr val="CC7832"/>
                </a:solidFill>
                <a:effectLst/>
                <a:latin typeface="JetBrains Mono"/>
              </a:rPr>
              <a:t>public static void </a:t>
            </a:r>
            <a:r>
              <a:rPr kumimoji="0" lang="en-US" altLang="en-US" sz="1050" b="0" i="0" u="none" strike="noStrike" cap="none" normalizeH="0" baseline="0" dirty="0">
                <a:ln>
                  <a:noFill/>
                </a:ln>
                <a:solidFill>
                  <a:srgbClr val="A9B7C6"/>
                </a:solidFill>
                <a:effectLst/>
                <a:latin typeface="JetBrains Mono"/>
              </a:rPr>
              <a:t>main ( String[] </a:t>
            </a:r>
            <a:r>
              <a:rPr kumimoji="0" lang="en-US" altLang="en-US" sz="1050" b="0" i="0" u="none" strike="noStrike" cap="none" normalizeH="0" baseline="0" dirty="0" err="1">
                <a:ln>
                  <a:noFill/>
                </a:ln>
                <a:solidFill>
                  <a:srgbClr val="A9B7C6"/>
                </a:solidFill>
                <a:effectLst/>
                <a:latin typeface="JetBrains Mono"/>
              </a:rPr>
              <a:t>args</a:t>
            </a:r>
            <a:r>
              <a:rPr kumimoji="0" lang="en-US" altLang="en-US" sz="1050" b="0" i="0" u="none" strike="noStrike" cap="none" normalizeH="0" baseline="0" dirty="0">
                <a:ln>
                  <a:noFill/>
                </a:ln>
                <a:solidFill>
                  <a:srgbClr val="A9B7C6"/>
                </a:solidFill>
                <a:effectLst/>
                <a:latin typeface="JetBrains Mono"/>
              </a:rPr>
              <a:t> )</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   {</a:t>
            </a:r>
            <a:br>
              <a:rPr kumimoji="0" lang="en-US" altLang="en-US" sz="1050" b="0" i="0" u="none" strike="noStrike" cap="none" normalizeH="0" baseline="0" dirty="0">
                <a:ln>
                  <a:noFill/>
                </a:ln>
                <a:solidFill>
                  <a:srgbClr val="A9B7C6"/>
                </a:solidFill>
                <a:effectLst/>
                <a:latin typeface="JetBrains Mono"/>
              </a:rPr>
            </a:br>
            <a:r>
              <a:rPr kumimoji="0" lang="en-US" altLang="en-US" sz="1050" b="0" i="0" u="none" strike="noStrike" cap="none" normalizeH="0" baseline="0" dirty="0">
                <a:ln>
                  <a:noFill/>
                </a:ln>
                <a:solidFill>
                  <a:srgbClr val="A9B7C6"/>
                </a:solidFill>
                <a:effectLst/>
                <a:latin typeface="JetBrains Mono"/>
              </a:rPr>
              <a:t>      Buttons </a:t>
            </a:r>
            <a:r>
              <a:rPr kumimoji="0" lang="en-US" altLang="en-US" sz="1050" b="0" i="0" u="none" strike="noStrike" cap="none" normalizeH="0" baseline="0" dirty="0" err="1">
                <a:ln>
                  <a:noFill/>
                </a:ln>
                <a:solidFill>
                  <a:srgbClr val="A9B7C6"/>
                </a:solidFill>
                <a:effectLst/>
                <a:latin typeface="JetBrains Mono"/>
              </a:rPr>
              <a:t>gui</a:t>
            </a:r>
            <a:r>
              <a:rPr kumimoji="0" lang="en-US" altLang="en-US" sz="1050" b="0" i="0" u="none" strike="noStrike" cap="none" normalizeH="0" baseline="0" dirty="0">
                <a:ln>
                  <a:noFill/>
                </a:ln>
                <a:solidFill>
                  <a:srgbClr val="A9B7C6"/>
                </a:solidFill>
                <a:effectLst/>
                <a:latin typeface="JetBrains Mono"/>
              </a:rPr>
              <a:t> = </a:t>
            </a:r>
            <a:r>
              <a:rPr kumimoji="0" lang="en-US" altLang="en-US" sz="1050" b="0" i="0" u="none" strike="noStrike" cap="none" normalizeH="0" baseline="0" dirty="0">
                <a:ln>
                  <a:noFill/>
                </a:ln>
                <a:solidFill>
                  <a:srgbClr val="CC7832"/>
                </a:solidFill>
                <a:effectLst/>
                <a:latin typeface="JetBrains Mono"/>
              </a:rPr>
              <a:t>new </a:t>
            </a:r>
            <a:r>
              <a:rPr kumimoji="0" lang="en-US" altLang="en-US" sz="1050" b="0" i="0" u="none" strike="noStrike" cap="none" normalizeH="0" baseline="0" dirty="0">
                <a:ln>
                  <a:noFill/>
                </a:ln>
                <a:solidFill>
                  <a:srgbClr val="A9B7C6"/>
                </a:solidFill>
                <a:effectLst/>
                <a:latin typeface="JetBrains Mono"/>
              </a:rPr>
              <a:t>Buttons()</a:t>
            </a:r>
            <a:r>
              <a:rPr kumimoji="0" lang="en-US" altLang="en-US" sz="1050" b="0" i="0" u="none" strike="noStrike" cap="none" normalizeH="0" baseline="0" dirty="0">
                <a:ln>
                  <a:noFill/>
                </a:ln>
                <a:solidFill>
                  <a:srgbClr val="CC7832"/>
                </a:solidFill>
                <a:effectLst/>
                <a:latin typeface="JetBrains Mono"/>
              </a:rPr>
              <a:t>;</a:t>
            </a:r>
            <a:br>
              <a:rPr kumimoji="0" lang="en-US" altLang="en-US" sz="1050" b="0" i="0" u="none" strike="noStrike" cap="none" normalizeH="0" baseline="0" dirty="0">
                <a:ln>
                  <a:noFill/>
                </a:ln>
                <a:solidFill>
                  <a:srgbClr val="CC7832"/>
                </a:solidFill>
                <a:effectLst/>
                <a:latin typeface="JetBrains Mono"/>
              </a:rPr>
            </a:br>
            <a:r>
              <a:rPr kumimoji="0" lang="en-US" altLang="en-US" sz="1050" b="0" i="0" u="none" strike="noStrike" cap="none" normalizeH="0" baseline="0" dirty="0">
                <a:ln>
                  <a:noFill/>
                </a:ln>
                <a:solidFill>
                  <a:srgbClr val="CC7832"/>
                </a:solidFill>
                <a:effectLst/>
                <a:latin typeface="JetBrains Mono"/>
              </a:rPr>
              <a:t>   </a:t>
            </a:r>
            <a:r>
              <a:rPr kumimoji="0" lang="en-US" altLang="en-US" sz="1050" b="0" i="0" u="none" strike="noStrike" cap="none" normalizeH="0" baseline="0" dirty="0">
                <a:ln>
                  <a:noFill/>
                </a:ln>
                <a:solidFill>
                  <a:srgbClr val="A9B7C6"/>
                </a:solidFill>
                <a:effectLst/>
                <a:latin typeface="JetBrains Mono"/>
              </a:rPr>
              <a:t>} }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5443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1">
            <a:extLst>
              <a:ext uri="{FF2B5EF4-FFF2-40B4-BE49-F238E27FC236}">
                <a16:creationId xmlns:a16="http://schemas.microsoft.com/office/drawing/2014/main" id="{9B4593E3-6FB1-45E6-A73E-A02532A91F5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50874" y="-414670"/>
            <a:ext cx="13397023" cy="7772400"/>
          </a:xfrm>
          <a:prstGeom prst="rect">
            <a:avLst/>
          </a:prstGeom>
        </p:spPr>
      </p:pic>
    </p:spTree>
    <p:extLst>
      <p:ext uri="{BB962C8B-B14F-4D97-AF65-F5344CB8AC3E}">
        <p14:creationId xmlns:p14="http://schemas.microsoft.com/office/powerpoint/2010/main" val="2958401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81516" y="491777"/>
            <a:ext cx="5486400" cy="4897491"/>
          </a:xfrm>
        </p:spPr>
        <p:txBody>
          <a:bodyPr/>
          <a:lstStyle/>
          <a:p>
            <a:pPr marL="109537" indent="0">
              <a:spcBef>
                <a:spcPts val="1200"/>
              </a:spcBef>
              <a:buNone/>
            </a:pPr>
            <a:r>
              <a:rPr lang="en-US" sz="2200" b="1" dirty="0"/>
              <a:t>Controls</a:t>
            </a:r>
          </a:p>
          <a:p>
            <a:pPr>
              <a:spcBef>
                <a:spcPts val="1200"/>
              </a:spcBef>
            </a:pPr>
            <a:r>
              <a:rPr lang="en-US" sz="2200" dirty="0"/>
              <a:t>Controls are GUI components, such as Labels that display text, </a:t>
            </a:r>
            <a:r>
              <a:rPr lang="en-US" sz="2200" b="1" dirty="0" err="1"/>
              <a:t>TextFields</a:t>
            </a:r>
            <a:r>
              <a:rPr lang="en-US" sz="2200" b="1" dirty="0"/>
              <a:t> </a:t>
            </a:r>
            <a:r>
              <a:rPr lang="en-US" sz="2200" dirty="0"/>
              <a:t>that enable a program to receive user input, </a:t>
            </a:r>
            <a:r>
              <a:rPr lang="en-US" sz="2200" b="1" dirty="0"/>
              <a:t>Buttons</a:t>
            </a:r>
            <a:r>
              <a:rPr lang="en-US" sz="2200" dirty="0"/>
              <a:t> that users click to initiate actions, and more.</a:t>
            </a:r>
          </a:p>
          <a:p>
            <a:pPr marL="109537" indent="0">
              <a:spcBef>
                <a:spcPts val="1200"/>
              </a:spcBef>
              <a:buNone/>
            </a:pPr>
            <a:r>
              <a:rPr lang="en-US" sz="2200" b="1" dirty="0"/>
              <a:t>Stage</a:t>
            </a:r>
          </a:p>
          <a:p>
            <a:pPr>
              <a:spcBef>
                <a:spcPts val="1200"/>
              </a:spcBef>
            </a:pPr>
            <a:r>
              <a:rPr lang="en-US" sz="2200" dirty="0"/>
              <a:t> The window in which a JavaFX app’s GUI is displayed is known as the stage and is an instance of class Stage (package </a:t>
            </a:r>
            <a:r>
              <a:rPr lang="en-US" sz="2200" dirty="0" err="1"/>
              <a:t>javafx.stage</a:t>
            </a:r>
            <a:r>
              <a:rPr lang="en-US" sz="2200" dirty="0"/>
              <a:t>). </a:t>
            </a:r>
          </a:p>
          <a:p>
            <a:pPr marL="109537" indent="0">
              <a:spcBef>
                <a:spcPts val="1200"/>
              </a:spcBef>
              <a:buNone/>
            </a:pPr>
            <a:r>
              <a:rPr lang="en-US" sz="2200" b="1" dirty="0"/>
              <a:t>Scene</a:t>
            </a:r>
          </a:p>
          <a:p>
            <a:pPr>
              <a:spcBef>
                <a:spcPts val="1200"/>
              </a:spcBef>
            </a:pPr>
            <a:r>
              <a:rPr lang="en-US" sz="2200" b="1" dirty="0"/>
              <a:t> </a:t>
            </a:r>
            <a:r>
              <a:rPr lang="en-US" sz="2200" dirty="0"/>
              <a:t>The stage contains one active scene that defines the GUI as a scene graph—such as GUI controls, shapes, images, video, text and more</a:t>
            </a:r>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91259"/>
            <a:ext cx="10972800" cy="434279"/>
          </a:xfrm>
        </p:spPr>
        <p:txBody>
          <a:bodyPr>
            <a:normAutofit fontScale="90000"/>
          </a:bodyPr>
          <a:lstStyle/>
          <a:p>
            <a:pPr algn="ctr"/>
            <a:r>
              <a:rPr lang="en-US" dirty="0">
                <a:effectLst/>
              </a:rPr>
              <a:t>FXML (FX Markup Language)</a:t>
            </a:r>
            <a:endParaRPr lang="en-US" dirty="0"/>
          </a:p>
        </p:txBody>
      </p:sp>
      <p:pic>
        <p:nvPicPr>
          <p:cNvPr id="5" name="Picture 4">
            <a:extLst>
              <a:ext uri="{FF2B5EF4-FFF2-40B4-BE49-F238E27FC236}">
                <a16:creationId xmlns:a16="http://schemas.microsoft.com/office/drawing/2014/main" id="{650B646D-3D27-433E-A00D-638B3962E69F}"/>
              </a:ext>
            </a:extLst>
          </p:cNvPr>
          <p:cNvPicPr>
            <a:picLocks noChangeAspect="1"/>
          </p:cNvPicPr>
          <p:nvPr/>
        </p:nvPicPr>
        <p:blipFill>
          <a:blip r:embed="rId2"/>
          <a:stretch>
            <a:fillRect/>
          </a:stretch>
        </p:blipFill>
        <p:spPr>
          <a:xfrm>
            <a:off x="5567916" y="997135"/>
            <a:ext cx="6542568" cy="4863730"/>
          </a:xfrm>
          <a:prstGeom prst="rect">
            <a:avLst/>
          </a:prstGeom>
        </p:spPr>
      </p:pic>
    </p:spTree>
    <p:extLst>
      <p:ext uri="{BB962C8B-B14F-4D97-AF65-F5344CB8AC3E}">
        <p14:creationId xmlns:p14="http://schemas.microsoft.com/office/powerpoint/2010/main" val="4055956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177209" y="599485"/>
            <a:ext cx="5918791" cy="4897491"/>
          </a:xfrm>
        </p:spPr>
        <p:txBody>
          <a:bodyPr/>
          <a:lstStyle/>
          <a:p>
            <a:pPr marL="109537" indent="0">
              <a:spcBef>
                <a:spcPts val="1200"/>
              </a:spcBef>
              <a:buNone/>
            </a:pPr>
            <a:r>
              <a:rPr lang="en-US" sz="2300" b="1" dirty="0"/>
              <a:t>Nodes </a:t>
            </a:r>
          </a:p>
          <a:p>
            <a:pPr>
              <a:spcBef>
                <a:spcPts val="1200"/>
              </a:spcBef>
            </a:pPr>
            <a:r>
              <a:rPr lang="en-US" sz="2300" dirty="0"/>
              <a:t>Each visual element in the scene graph is a node—an instance of a subclass of Node (package </a:t>
            </a:r>
            <a:r>
              <a:rPr lang="en-US" sz="2300" dirty="0" err="1"/>
              <a:t>javafx.scene</a:t>
            </a:r>
            <a:r>
              <a:rPr lang="en-US" sz="2300" dirty="0"/>
              <a:t>). </a:t>
            </a:r>
          </a:p>
          <a:p>
            <a:pPr>
              <a:spcBef>
                <a:spcPts val="1200"/>
              </a:spcBef>
            </a:pPr>
            <a:r>
              <a:rPr lang="en-US" sz="2300" dirty="0"/>
              <a:t>With the exception of the first node in the scene graph—the root node—each node in the scene graph has one parent. </a:t>
            </a:r>
          </a:p>
          <a:p>
            <a:pPr>
              <a:spcBef>
                <a:spcPts val="1200"/>
              </a:spcBef>
            </a:pPr>
            <a:r>
              <a:rPr lang="en-US" sz="2300" dirty="0"/>
              <a:t>Nodes can have transforms (e.g., moving, rotating and scaling), opacity (whether a node is transparent, partially transparent or opaque), effects (e.g., drop shadows, blurs, reflection and lighting) and more. </a:t>
            </a:r>
          </a:p>
          <a:p>
            <a:pPr>
              <a:spcBef>
                <a:spcPts val="1200"/>
              </a:spcBef>
            </a:pPr>
            <a:r>
              <a:rPr lang="en-US" sz="2300" dirty="0"/>
              <a:t>Layout Containers Nodes that have children are typically layout containers that arrange their child nodes in the scene. </a:t>
            </a:r>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274638"/>
            <a:ext cx="10972800" cy="434279"/>
          </a:xfrm>
        </p:spPr>
        <p:txBody>
          <a:bodyPr>
            <a:normAutofit fontScale="90000"/>
          </a:bodyPr>
          <a:lstStyle/>
          <a:p>
            <a:pPr algn="ctr"/>
            <a:r>
              <a:rPr lang="en-US" dirty="0">
                <a:effectLst/>
              </a:rPr>
              <a:t>FXML (FX Markup Language)</a:t>
            </a:r>
            <a:endParaRPr lang="en-US" dirty="0"/>
          </a:p>
        </p:txBody>
      </p:sp>
      <p:pic>
        <p:nvPicPr>
          <p:cNvPr id="5" name="Picture 4">
            <a:extLst>
              <a:ext uri="{FF2B5EF4-FFF2-40B4-BE49-F238E27FC236}">
                <a16:creationId xmlns:a16="http://schemas.microsoft.com/office/drawing/2014/main" id="{CE6DF191-383C-41E2-B9AF-085C6A14900C}"/>
              </a:ext>
            </a:extLst>
          </p:cNvPr>
          <p:cNvPicPr>
            <a:picLocks noChangeAspect="1"/>
          </p:cNvPicPr>
          <p:nvPr/>
        </p:nvPicPr>
        <p:blipFill>
          <a:blip r:embed="rId2"/>
          <a:stretch>
            <a:fillRect/>
          </a:stretch>
        </p:blipFill>
        <p:spPr>
          <a:xfrm>
            <a:off x="6191692" y="997135"/>
            <a:ext cx="5918792" cy="4863730"/>
          </a:xfrm>
          <a:prstGeom prst="rect">
            <a:avLst/>
          </a:prstGeom>
        </p:spPr>
      </p:pic>
    </p:spTree>
    <p:extLst>
      <p:ext uri="{BB962C8B-B14F-4D97-AF65-F5344CB8AC3E}">
        <p14:creationId xmlns:p14="http://schemas.microsoft.com/office/powerpoint/2010/main" val="4191258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7E8A4F6-1798-41AE-9265-31E8F821BF53}"/>
              </a:ext>
            </a:extLst>
          </p:cNvPr>
          <p:cNvSpPr>
            <a:spLocks noGrp="1"/>
          </p:cNvSpPr>
          <p:nvPr>
            <p:ph idx="1"/>
          </p:nvPr>
        </p:nvSpPr>
        <p:spPr>
          <a:xfrm>
            <a:off x="81516" y="963374"/>
            <a:ext cx="6631173" cy="4897491"/>
          </a:xfrm>
        </p:spPr>
        <p:txBody>
          <a:bodyPr/>
          <a:lstStyle/>
          <a:p>
            <a:pPr marL="109537" indent="0">
              <a:spcBef>
                <a:spcPts val="1200"/>
              </a:spcBef>
              <a:buNone/>
            </a:pPr>
            <a:r>
              <a:rPr lang="en-US" b="1" dirty="0"/>
              <a:t>Event Handler and Controller Class </a:t>
            </a:r>
          </a:p>
          <a:p>
            <a:pPr>
              <a:spcBef>
                <a:spcPts val="1200"/>
              </a:spcBef>
            </a:pPr>
            <a:r>
              <a:rPr lang="en-US" sz="2500" dirty="0"/>
              <a:t>When the user interacts with a control, such as clicking a Button or typing text into a </a:t>
            </a:r>
            <a:r>
              <a:rPr lang="en-US" sz="2500" b="1" dirty="0" err="1"/>
              <a:t>TextField</a:t>
            </a:r>
            <a:r>
              <a:rPr lang="en-US" sz="2500" dirty="0"/>
              <a:t>, the control generates an event. </a:t>
            </a:r>
          </a:p>
          <a:p>
            <a:pPr>
              <a:spcBef>
                <a:spcPts val="1200"/>
              </a:spcBef>
            </a:pPr>
            <a:r>
              <a:rPr lang="en-US" sz="2500" dirty="0"/>
              <a:t>Programs can respond to these events—known as event handling—to specify what should happen when each user interaction occurs. </a:t>
            </a:r>
          </a:p>
          <a:p>
            <a:pPr>
              <a:spcBef>
                <a:spcPts val="1200"/>
              </a:spcBef>
            </a:pPr>
            <a:r>
              <a:rPr lang="en-US" sz="2500" dirty="0"/>
              <a:t>An event handler is a method that responds to a user interaction. </a:t>
            </a:r>
          </a:p>
          <a:p>
            <a:pPr>
              <a:spcBef>
                <a:spcPts val="1200"/>
              </a:spcBef>
            </a:pPr>
            <a:r>
              <a:rPr lang="en-US" sz="2500" dirty="0"/>
              <a:t>An FXML GUI’s event handlers are defined in a so-called controller class (as you’ll see in Section</a:t>
            </a:r>
          </a:p>
        </p:txBody>
      </p:sp>
      <p:sp>
        <p:nvSpPr>
          <p:cNvPr id="3" name="Title 2">
            <a:extLst>
              <a:ext uri="{FF2B5EF4-FFF2-40B4-BE49-F238E27FC236}">
                <a16:creationId xmlns:a16="http://schemas.microsoft.com/office/drawing/2014/main" id="{882E7289-ADE8-4953-A64F-052E9C3E658A}"/>
              </a:ext>
            </a:extLst>
          </p:cNvPr>
          <p:cNvSpPr>
            <a:spLocks noGrp="1"/>
          </p:cNvSpPr>
          <p:nvPr>
            <p:ph type="title"/>
          </p:nvPr>
        </p:nvSpPr>
        <p:spPr>
          <a:xfrm>
            <a:off x="609600" y="274638"/>
            <a:ext cx="10972800" cy="434279"/>
          </a:xfrm>
        </p:spPr>
        <p:txBody>
          <a:bodyPr>
            <a:normAutofit fontScale="90000"/>
          </a:bodyPr>
          <a:lstStyle/>
          <a:p>
            <a:pPr algn="ctr"/>
            <a:r>
              <a:rPr lang="en-US" dirty="0">
                <a:effectLst/>
              </a:rPr>
              <a:t>FXML (FX Markup Language)</a:t>
            </a:r>
            <a:endParaRPr lang="en-US" dirty="0"/>
          </a:p>
        </p:txBody>
      </p:sp>
      <p:pic>
        <p:nvPicPr>
          <p:cNvPr id="5" name="Picture 4">
            <a:extLst>
              <a:ext uri="{FF2B5EF4-FFF2-40B4-BE49-F238E27FC236}">
                <a16:creationId xmlns:a16="http://schemas.microsoft.com/office/drawing/2014/main" id="{C7217B55-7DB1-4D69-8635-AA9D4764D43E}"/>
              </a:ext>
            </a:extLst>
          </p:cNvPr>
          <p:cNvPicPr>
            <a:picLocks noChangeAspect="1"/>
          </p:cNvPicPr>
          <p:nvPr/>
        </p:nvPicPr>
        <p:blipFill>
          <a:blip r:embed="rId2"/>
          <a:stretch>
            <a:fillRect/>
          </a:stretch>
        </p:blipFill>
        <p:spPr>
          <a:xfrm>
            <a:off x="6712689" y="997135"/>
            <a:ext cx="5397795" cy="4863730"/>
          </a:xfrm>
          <a:prstGeom prst="rect">
            <a:avLst/>
          </a:prstGeom>
        </p:spPr>
      </p:pic>
    </p:spTree>
    <p:extLst>
      <p:ext uri="{BB962C8B-B14F-4D97-AF65-F5344CB8AC3E}">
        <p14:creationId xmlns:p14="http://schemas.microsoft.com/office/powerpoint/2010/main" val="1915152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JavaFX Scene Builder Tutorial for Beginners">
            <a:hlinkClick r:id="" action="ppaction://media"/>
            <a:extLst>
              <a:ext uri="{FF2B5EF4-FFF2-40B4-BE49-F238E27FC236}">
                <a16:creationId xmlns:a16="http://schemas.microsoft.com/office/drawing/2014/main" id="{4D903AC5-490C-433D-94D1-201660D243C6}"/>
              </a:ext>
            </a:extLst>
          </p:cNvPr>
          <p:cNvPicPr>
            <a:picLocks noRot="1" noChangeAspect="1"/>
          </p:cNvPicPr>
          <p:nvPr>
            <a:videoFile r:link="rId1"/>
          </p:nvPr>
        </p:nvPicPr>
        <p:blipFill>
          <a:blip r:embed="rId4"/>
          <a:stretch>
            <a:fillRect/>
          </a:stretch>
        </p:blipFill>
        <p:spPr>
          <a:xfrm>
            <a:off x="104775" y="489370"/>
            <a:ext cx="12020550" cy="6067547"/>
          </a:xfrm>
          <a:prstGeom prst="rect">
            <a:avLst/>
          </a:prstGeom>
        </p:spPr>
      </p:pic>
      <p:sp>
        <p:nvSpPr>
          <p:cNvPr id="4" name="Title 2">
            <a:extLst>
              <a:ext uri="{FF2B5EF4-FFF2-40B4-BE49-F238E27FC236}">
                <a16:creationId xmlns:a16="http://schemas.microsoft.com/office/drawing/2014/main" id="{7C9E0B36-1430-4386-B8C6-4EFFF9B4FF97}"/>
              </a:ext>
            </a:extLst>
          </p:cNvPr>
          <p:cNvSpPr txBox="1">
            <a:spLocks/>
          </p:cNvSpPr>
          <p:nvPr/>
        </p:nvSpPr>
        <p:spPr>
          <a:xfrm>
            <a:off x="609600" y="115149"/>
            <a:ext cx="10972800" cy="434279"/>
          </a:xfrm>
          <a:prstGeom prst="rect">
            <a:avLst/>
          </a:prstGeom>
        </p:spPr>
        <p:txBody>
          <a:bodyPr>
            <a:normAutofit fontScale="67500" lnSpcReduction="20000"/>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dirty="0"/>
              <a:t>JavaFX is easier to use (</a:t>
            </a:r>
            <a:r>
              <a:rPr lang="en-US" dirty="0">
                <a:solidFill>
                  <a:srgbClr val="FF0000"/>
                </a:solidFill>
              </a:rPr>
              <a:t>It is an art and design but not coding!</a:t>
            </a:r>
            <a:r>
              <a:rPr lang="en-US" dirty="0"/>
              <a:t>)</a:t>
            </a:r>
          </a:p>
        </p:txBody>
      </p:sp>
    </p:spTree>
    <p:extLst>
      <p:ext uri="{BB962C8B-B14F-4D97-AF65-F5344CB8AC3E}">
        <p14:creationId xmlns:p14="http://schemas.microsoft.com/office/powerpoint/2010/main" val="31340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0">
            <a:extLst>
              <a:ext uri="{FF2B5EF4-FFF2-40B4-BE49-F238E27FC236}">
                <a16:creationId xmlns:a16="http://schemas.microsoft.com/office/drawing/2014/main" id="{9E223918-0F2F-4086-90DC-57968A94301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195485" y="1063256"/>
            <a:ext cx="5782746" cy="5521694"/>
          </a:xfrm>
          <a:prstGeom prst="rect">
            <a:avLst/>
          </a:prstGeom>
        </p:spPr>
      </p:pic>
      <p:sp>
        <p:nvSpPr>
          <p:cNvPr id="2" name="Title 1">
            <a:extLst>
              <a:ext uri="{FF2B5EF4-FFF2-40B4-BE49-F238E27FC236}">
                <a16:creationId xmlns:a16="http://schemas.microsoft.com/office/drawing/2014/main" id="{26921165-0CF3-45DD-8789-2AEE31FF9849}"/>
              </a:ext>
            </a:extLst>
          </p:cNvPr>
          <p:cNvSpPr>
            <a:spLocks noGrp="1"/>
          </p:cNvSpPr>
          <p:nvPr>
            <p:ph type="title"/>
          </p:nvPr>
        </p:nvSpPr>
        <p:spPr/>
        <p:txBody>
          <a:bodyPr/>
          <a:lstStyle/>
          <a:p>
            <a:pPr algn="ctr"/>
            <a:r>
              <a:rPr lang="en-US" dirty="0"/>
              <a:t>Java FX Scene Builder </a:t>
            </a:r>
            <a:r>
              <a:rPr lang="en-US" dirty="0" err="1"/>
              <a:t>Excercises</a:t>
            </a:r>
            <a:endParaRPr lang="en-US" dirty="0"/>
          </a:p>
        </p:txBody>
      </p:sp>
      <p:sp>
        <p:nvSpPr>
          <p:cNvPr id="6" name="Content Placeholder 5">
            <a:extLst>
              <a:ext uri="{FF2B5EF4-FFF2-40B4-BE49-F238E27FC236}">
                <a16:creationId xmlns:a16="http://schemas.microsoft.com/office/drawing/2014/main" id="{9426901C-A0CF-47F0-895E-53DE29796813}"/>
              </a:ext>
            </a:extLst>
          </p:cNvPr>
          <p:cNvSpPr>
            <a:spLocks noGrp="1"/>
          </p:cNvSpPr>
          <p:nvPr>
            <p:ph sz="quarter" idx="2"/>
          </p:nvPr>
        </p:nvSpPr>
        <p:spPr/>
        <p:txBody>
          <a:bodyPr/>
          <a:lstStyle/>
          <a:p>
            <a:pPr>
              <a:spcBef>
                <a:spcPts val="1200"/>
              </a:spcBef>
            </a:pPr>
            <a:r>
              <a:rPr lang="en-US" sz="3200" dirty="0"/>
              <a:t>If you have the recommended textbook, practice with many of the exercises including :</a:t>
            </a:r>
          </a:p>
          <a:p>
            <a:pPr lvl="1">
              <a:spcBef>
                <a:spcPts val="1200"/>
              </a:spcBef>
            </a:pPr>
            <a:r>
              <a:rPr lang="en-US" sz="2400" dirty="0"/>
              <a:t>12.4 Welcome App—Displaying Text and an Image</a:t>
            </a:r>
          </a:p>
          <a:p>
            <a:pPr lvl="1">
              <a:spcBef>
                <a:spcPts val="1200"/>
              </a:spcBef>
            </a:pPr>
            <a:r>
              <a:rPr lang="en-US" sz="2400" dirty="0"/>
              <a:t>12.5 Tip Calculator App—Introduction to Event Handling</a:t>
            </a:r>
          </a:p>
          <a:p>
            <a:endParaRPr lang="en-US" dirty="0"/>
          </a:p>
        </p:txBody>
      </p:sp>
    </p:spTree>
    <p:extLst>
      <p:ext uri="{BB962C8B-B14F-4D97-AF65-F5344CB8AC3E}">
        <p14:creationId xmlns:p14="http://schemas.microsoft.com/office/powerpoint/2010/main" val="1106636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2">
            <a:extLst>
              <a:ext uri="{FF2B5EF4-FFF2-40B4-BE49-F238E27FC236}">
                <a16:creationId xmlns:a16="http://schemas.microsoft.com/office/drawing/2014/main" id="{A6E91DE0-350C-469E-820F-5A67DE6799E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61925" y="0"/>
            <a:ext cx="11868150" cy="6858000"/>
          </a:xfrm>
          <a:prstGeom prst="rect">
            <a:avLst/>
          </a:prstGeom>
        </p:spPr>
      </p:pic>
      <p:sp>
        <p:nvSpPr>
          <p:cNvPr id="4" name="Footer Placeholder 3">
            <a:extLst>
              <a:ext uri="{FF2B5EF4-FFF2-40B4-BE49-F238E27FC236}">
                <a16:creationId xmlns:a16="http://schemas.microsoft.com/office/drawing/2014/main" id="{911D52EC-3E56-46C3-9934-90E2F3011DEE}"/>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958972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3">
            <a:extLst>
              <a:ext uri="{FF2B5EF4-FFF2-40B4-BE49-F238E27FC236}">
                <a16:creationId xmlns:a16="http://schemas.microsoft.com/office/drawing/2014/main" id="{1E4086F0-B661-4A9E-8397-8FD04AB37D7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6513" y="0"/>
            <a:ext cx="12118975" cy="6858000"/>
          </a:xfrm>
          <a:prstGeom prst="rect">
            <a:avLst/>
          </a:prstGeom>
        </p:spPr>
      </p:pic>
      <p:sp>
        <p:nvSpPr>
          <p:cNvPr id="4" name="Footer Placeholder 3">
            <a:extLst>
              <a:ext uri="{FF2B5EF4-FFF2-40B4-BE49-F238E27FC236}">
                <a16:creationId xmlns:a16="http://schemas.microsoft.com/office/drawing/2014/main" id="{FA617F81-2619-40BC-BC86-2344CC988CA5}"/>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5173580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4">
            <a:extLst>
              <a:ext uri="{FF2B5EF4-FFF2-40B4-BE49-F238E27FC236}">
                <a16:creationId xmlns:a16="http://schemas.microsoft.com/office/drawing/2014/main" id="{3A7F9B3B-1F73-4BD6-AFE4-D02145BAA87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74320" y="0"/>
            <a:ext cx="11917680" cy="6858000"/>
          </a:xfrm>
          <a:prstGeom prst="rect">
            <a:avLst/>
          </a:prstGeom>
        </p:spPr>
      </p:pic>
      <p:sp>
        <p:nvSpPr>
          <p:cNvPr id="4" name="Footer Placeholder 3">
            <a:extLst>
              <a:ext uri="{FF2B5EF4-FFF2-40B4-BE49-F238E27FC236}">
                <a16:creationId xmlns:a16="http://schemas.microsoft.com/office/drawing/2014/main" id="{82BE0B03-02C6-474F-B132-EF5C4A38DF89}"/>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279828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5">
            <a:extLst>
              <a:ext uri="{FF2B5EF4-FFF2-40B4-BE49-F238E27FC236}">
                <a16:creationId xmlns:a16="http://schemas.microsoft.com/office/drawing/2014/main" id="{C3B983AC-48BC-470E-9858-4A294820411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946150" y="0"/>
            <a:ext cx="10298113" cy="6858000"/>
          </a:xfrm>
          <a:prstGeom prst="rect">
            <a:avLst/>
          </a:prstGeom>
        </p:spPr>
      </p:pic>
      <p:sp>
        <p:nvSpPr>
          <p:cNvPr id="4" name="Footer Placeholder 3">
            <a:extLst>
              <a:ext uri="{FF2B5EF4-FFF2-40B4-BE49-F238E27FC236}">
                <a16:creationId xmlns:a16="http://schemas.microsoft.com/office/drawing/2014/main" id="{30E34CE8-814F-4FD1-8912-F62B48E2574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716685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0">
            <a:extLst>
              <a:ext uri="{FF2B5EF4-FFF2-40B4-BE49-F238E27FC236}">
                <a16:creationId xmlns:a16="http://schemas.microsoft.com/office/drawing/2014/main" id="{9E223918-0F2F-4086-90DC-57968A94301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195485" y="1063256"/>
            <a:ext cx="5782746" cy="5521694"/>
          </a:xfrm>
          <a:prstGeom prst="rect">
            <a:avLst/>
          </a:prstGeom>
        </p:spPr>
      </p:pic>
      <p:sp>
        <p:nvSpPr>
          <p:cNvPr id="2" name="Title 1">
            <a:extLst>
              <a:ext uri="{FF2B5EF4-FFF2-40B4-BE49-F238E27FC236}">
                <a16:creationId xmlns:a16="http://schemas.microsoft.com/office/drawing/2014/main" id="{26921165-0CF3-45DD-8789-2AEE31FF9849}"/>
              </a:ext>
            </a:extLst>
          </p:cNvPr>
          <p:cNvSpPr>
            <a:spLocks noGrp="1"/>
          </p:cNvSpPr>
          <p:nvPr>
            <p:ph type="title"/>
          </p:nvPr>
        </p:nvSpPr>
        <p:spPr/>
        <p:txBody>
          <a:bodyPr/>
          <a:lstStyle/>
          <a:p>
            <a:pPr algn="ctr"/>
            <a:r>
              <a:rPr lang="en-US" dirty="0"/>
              <a:t>Java FX Scene Builder </a:t>
            </a:r>
            <a:r>
              <a:rPr lang="en-US" dirty="0" err="1"/>
              <a:t>Excercises</a:t>
            </a:r>
            <a:endParaRPr lang="en-US" dirty="0"/>
          </a:p>
        </p:txBody>
      </p:sp>
      <p:sp>
        <p:nvSpPr>
          <p:cNvPr id="6" name="Content Placeholder 5">
            <a:extLst>
              <a:ext uri="{FF2B5EF4-FFF2-40B4-BE49-F238E27FC236}">
                <a16:creationId xmlns:a16="http://schemas.microsoft.com/office/drawing/2014/main" id="{9426901C-A0CF-47F0-895E-53DE29796813}"/>
              </a:ext>
            </a:extLst>
          </p:cNvPr>
          <p:cNvSpPr>
            <a:spLocks noGrp="1"/>
          </p:cNvSpPr>
          <p:nvPr>
            <p:ph sz="quarter" idx="2"/>
          </p:nvPr>
        </p:nvSpPr>
        <p:spPr>
          <a:xfrm>
            <a:off x="213770" y="1444295"/>
            <a:ext cx="5782748" cy="3941763"/>
          </a:xfrm>
        </p:spPr>
        <p:txBody>
          <a:bodyPr/>
          <a:lstStyle/>
          <a:p>
            <a:pPr>
              <a:spcBef>
                <a:spcPts val="1200"/>
              </a:spcBef>
            </a:pPr>
            <a:r>
              <a:rPr lang="en-US" sz="3200" dirty="0"/>
              <a:t>If you have the recommended textbook, practice with many of the exercises including :</a:t>
            </a:r>
          </a:p>
          <a:p>
            <a:pPr lvl="1">
              <a:spcBef>
                <a:spcPts val="1200"/>
              </a:spcBef>
            </a:pPr>
            <a:r>
              <a:rPr lang="en-US" sz="2400" dirty="0"/>
              <a:t>12.4 Welcome App—Displaying Text and an Image</a:t>
            </a:r>
          </a:p>
          <a:p>
            <a:pPr lvl="1">
              <a:spcBef>
                <a:spcPts val="1200"/>
              </a:spcBef>
            </a:pPr>
            <a:r>
              <a:rPr lang="en-US" sz="2400" dirty="0"/>
              <a:t>12.5 Tip Calculator App—Introduction to Event Handling.</a:t>
            </a:r>
          </a:p>
          <a:p>
            <a:pPr lvl="1">
              <a:spcBef>
                <a:spcPts val="1200"/>
              </a:spcBef>
            </a:pPr>
            <a:r>
              <a:rPr lang="en-US" sz="2400" b="1" dirty="0">
                <a:solidFill>
                  <a:srgbClr val="FF0000"/>
                </a:solidFill>
                <a:highlight>
                  <a:srgbClr val="00FF00"/>
                </a:highlight>
              </a:rPr>
              <a:t>Ensure you practice THOROUGHLY</a:t>
            </a:r>
            <a:endParaRPr lang="en-US" dirty="0"/>
          </a:p>
        </p:txBody>
      </p:sp>
    </p:spTree>
    <p:extLst>
      <p:ext uri="{BB962C8B-B14F-4D97-AF65-F5344CB8AC3E}">
        <p14:creationId xmlns:p14="http://schemas.microsoft.com/office/powerpoint/2010/main" val="400722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1165-0CF3-45DD-8789-2AEE31FF9849}"/>
              </a:ext>
            </a:extLst>
          </p:cNvPr>
          <p:cNvSpPr>
            <a:spLocks noGrp="1"/>
          </p:cNvSpPr>
          <p:nvPr>
            <p:ph type="title"/>
          </p:nvPr>
        </p:nvSpPr>
        <p:spPr/>
        <p:txBody>
          <a:bodyPr/>
          <a:lstStyle/>
          <a:p>
            <a:pPr algn="ctr"/>
            <a:r>
              <a:rPr lang="en-US" dirty="0">
                <a:solidFill>
                  <a:srgbClr val="FF0000"/>
                </a:solidFill>
                <a:highlight>
                  <a:srgbClr val="00FF00"/>
                </a:highlight>
              </a:rPr>
              <a:t>Class Activities/</a:t>
            </a:r>
            <a:r>
              <a:rPr lang="en-US" dirty="0" err="1">
                <a:solidFill>
                  <a:srgbClr val="FF0000"/>
                </a:solidFill>
                <a:highlight>
                  <a:srgbClr val="00FF00"/>
                </a:highlight>
              </a:rPr>
              <a:t>Excercises</a:t>
            </a:r>
            <a:endParaRPr lang="en-US" dirty="0">
              <a:solidFill>
                <a:srgbClr val="FF0000"/>
              </a:solidFill>
              <a:highlight>
                <a:srgbClr val="00FF00"/>
              </a:highlight>
            </a:endParaRPr>
          </a:p>
        </p:txBody>
      </p:sp>
      <p:sp>
        <p:nvSpPr>
          <p:cNvPr id="6" name="Content Placeholder 5">
            <a:extLst>
              <a:ext uri="{FF2B5EF4-FFF2-40B4-BE49-F238E27FC236}">
                <a16:creationId xmlns:a16="http://schemas.microsoft.com/office/drawing/2014/main" id="{9426901C-A0CF-47F0-895E-53DE29796813}"/>
              </a:ext>
            </a:extLst>
          </p:cNvPr>
          <p:cNvSpPr>
            <a:spLocks noGrp="1"/>
          </p:cNvSpPr>
          <p:nvPr>
            <p:ph sz="quarter" idx="2"/>
          </p:nvPr>
        </p:nvSpPr>
        <p:spPr>
          <a:xfrm>
            <a:off x="345850" y="1586535"/>
            <a:ext cx="11053670" cy="3941763"/>
          </a:xfrm>
        </p:spPr>
        <p:txBody>
          <a:bodyPr/>
          <a:lstStyle/>
          <a:p>
            <a:pPr>
              <a:spcBef>
                <a:spcPts val="1200"/>
              </a:spcBef>
            </a:pPr>
            <a:r>
              <a:rPr lang="en-US" b="0" i="0" dirty="0">
                <a:solidFill>
                  <a:srgbClr val="222222"/>
                </a:solidFill>
                <a:effectLst/>
                <a:latin typeface="Roboto" panose="02000000000000000000" pitchFamily="2" charset="0"/>
              </a:rPr>
              <a:t>With Chapter 12 </a:t>
            </a:r>
            <a:r>
              <a:rPr lang="en-US" b="0" i="0" dirty="0" err="1">
                <a:solidFill>
                  <a:srgbClr val="222222"/>
                </a:solidFill>
                <a:effectLst/>
                <a:latin typeface="Roboto" panose="02000000000000000000" pitchFamily="2" charset="0"/>
              </a:rPr>
              <a:t>TipCalculator</a:t>
            </a:r>
            <a:r>
              <a:rPr lang="en-US" b="0" i="0" dirty="0">
                <a:solidFill>
                  <a:srgbClr val="222222"/>
                </a:solidFill>
                <a:effectLst/>
                <a:latin typeface="Roboto" panose="02000000000000000000" pitchFamily="2" charset="0"/>
              </a:rPr>
              <a:t> exercise, you will practice with that and include an extra row in the </a:t>
            </a:r>
            <a:r>
              <a:rPr lang="en-US" b="0" i="0" dirty="0" err="1">
                <a:solidFill>
                  <a:srgbClr val="222222"/>
                </a:solidFill>
                <a:effectLst/>
                <a:latin typeface="Roboto" panose="02000000000000000000" pitchFamily="2" charset="0"/>
              </a:rPr>
              <a:t>GridPane</a:t>
            </a:r>
            <a:endParaRPr lang="en-US" dirty="0">
              <a:solidFill>
                <a:srgbClr val="222222"/>
              </a:solidFill>
              <a:latin typeface="Roboto" panose="02000000000000000000" pitchFamily="2" charset="0"/>
            </a:endParaRPr>
          </a:p>
          <a:p>
            <a:pPr>
              <a:spcBef>
                <a:spcPts val="1200"/>
              </a:spcBef>
            </a:pPr>
            <a:r>
              <a:rPr lang="en-US" b="0" i="0" dirty="0">
                <a:solidFill>
                  <a:srgbClr val="222222"/>
                </a:solidFill>
                <a:effectLst/>
                <a:latin typeface="Roboto" panose="02000000000000000000" pitchFamily="2" charset="0"/>
              </a:rPr>
              <a:t>Follow the exercise in 12.5 from beginning to the end to produce/draw your own </a:t>
            </a:r>
            <a:r>
              <a:rPr lang="en-US" b="0" i="0" dirty="0" err="1">
                <a:solidFill>
                  <a:srgbClr val="222222"/>
                </a:solidFill>
                <a:effectLst/>
                <a:latin typeface="Roboto" panose="02000000000000000000" pitchFamily="2" charset="0"/>
              </a:rPr>
              <a:t>TipCalculator</a:t>
            </a:r>
            <a:r>
              <a:rPr lang="en-US" b="0" i="0" dirty="0">
                <a:solidFill>
                  <a:srgbClr val="222222"/>
                </a:solidFill>
                <a:effectLst/>
                <a:latin typeface="Roboto" panose="02000000000000000000" pitchFamily="2" charset="0"/>
              </a:rPr>
              <a:t> GUI and generate your </a:t>
            </a:r>
            <a:r>
              <a:rPr lang="en-US" b="0" i="0">
                <a:solidFill>
                  <a:srgbClr val="222222"/>
                </a:solidFill>
                <a:effectLst/>
                <a:latin typeface="Roboto" panose="02000000000000000000" pitchFamily="2" charset="0"/>
              </a:rPr>
              <a:t>own FXML (DO NOT USE THE SAMPLE FROM CANVAS BUT DRAW/CREATE YOUR OWN FROM SCRATCH.</a:t>
            </a:r>
            <a:endParaRPr lang="en-US" b="0" i="0" dirty="0">
              <a:solidFill>
                <a:srgbClr val="222222"/>
              </a:solidFill>
              <a:effectLst/>
              <a:latin typeface="Roboto" panose="02000000000000000000" pitchFamily="2" charset="0"/>
            </a:endParaRPr>
          </a:p>
          <a:p>
            <a:pPr>
              <a:spcBef>
                <a:spcPts val="1200"/>
              </a:spcBef>
            </a:pPr>
            <a:r>
              <a:rPr lang="en-US" b="0" i="0" dirty="0">
                <a:solidFill>
                  <a:srgbClr val="222222"/>
                </a:solidFill>
                <a:effectLst/>
                <a:latin typeface="Roboto" panose="02000000000000000000" pitchFamily="2" charset="0"/>
              </a:rPr>
              <a:t>Reproduce the </a:t>
            </a:r>
            <a:r>
              <a:rPr lang="en-US" b="0" i="0" dirty="0" err="1">
                <a:solidFill>
                  <a:srgbClr val="222222"/>
                </a:solidFill>
                <a:effectLst/>
                <a:latin typeface="Roboto" panose="02000000000000000000" pitchFamily="2" charset="0"/>
              </a:rPr>
              <a:t>TopCalculator</a:t>
            </a:r>
            <a:r>
              <a:rPr lang="en-US" b="0" i="0" dirty="0">
                <a:solidFill>
                  <a:srgbClr val="222222"/>
                </a:solidFill>
                <a:effectLst/>
                <a:latin typeface="Roboto" panose="02000000000000000000" pitchFamily="2" charset="0"/>
              </a:rPr>
              <a:t> codes. </a:t>
            </a:r>
          </a:p>
          <a:p>
            <a:pPr>
              <a:spcBef>
                <a:spcPts val="1200"/>
              </a:spcBef>
            </a:pPr>
            <a:r>
              <a:rPr lang="en-US" b="0" i="0" dirty="0">
                <a:solidFill>
                  <a:srgbClr val="222222"/>
                </a:solidFill>
                <a:effectLst/>
                <a:latin typeface="Roboto" panose="02000000000000000000" pitchFamily="2" charset="0"/>
              </a:rPr>
              <a:t>In the extra row you calculate tax of 10% of the actual price and add this to the amount and the tips. </a:t>
            </a:r>
          </a:p>
          <a:p>
            <a:pPr>
              <a:spcBef>
                <a:spcPts val="1200"/>
              </a:spcBef>
            </a:pPr>
            <a:r>
              <a:rPr lang="en-US" b="0" i="0" dirty="0">
                <a:solidFill>
                  <a:srgbClr val="222222"/>
                </a:solidFill>
                <a:effectLst/>
                <a:latin typeface="Roboto" panose="02000000000000000000" pitchFamily="2" charset="0"/>
              </a:rPr>
              <a:t>The overall addition of amount + 10% tax of amount +  tip =  Total.</a:t>
            </a:r>
          </a:p>
          <a:p>
            <a:pPr>
              <a:spcBef>
                <a:spcPts val="1200"/>
              </a:spcBef>
            </a:pPr>
            <a:endParaRPr lang="en-US" dirty="0"/>
          </a:p>
        </p:txBody>
      </p:sp>
    </p:spTree>
    <p:extLst>
      <p:ext uri="{BB962C8B-B14F-4D97-AF65-F5344CB8AC3E}">
        <p14:creationId xmlns:p14="http://schemas.microsoft.com/office/powerpoint/2010/main" val="3913639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B8ACF91-F6CA-F894-6436-0D7B1ADFFE2A}"/>
              </a:ext>
            </a:extLst>
          </p:cNvPr>
          <p:cNvSpPr>
            <a:spLocks noGrp="1"/>
          </p:cNvSpPr>
          <p:nvPr>
            <p:ph type="title"/>
          </p:nvPr>
        </p:nvSpPr>
        <p:spPr>
          <a:xfrm>
            <a:off x="609600" y="274638"/>
            <a:ext cx="10972800" cy="367626"/>
          </a:xfrm>
        </p:spPr>
        <p:txBody>
          <a:bodyPr>
            <a:normAutofit fontScale="90000"/>
          </a:bodyPr>
          <a:lstStyle/>
          <a:p>
            <a:r>
              <a:rPr lang="en-US" dirty="0"/>
              <a:t>Example of </a:t>
            </a:r>
            <a:r>
              <a:rPr lang="en-US" dirty="0">
                <a:solidFill>
                  <a:srgbClr val="FF0000"/>
                </a:solidFill>
                <a:highlight>
                  <a:srgbClr val="00FF00"/>
                </a:highlight>
              </a:rPr>
              <a:t>Class Activities/</a:t>
            </a:r>
            <a:r>
              <a:rPr lang="en-US" dirty="0" err="1">
                <a:solidFill>
                  <a:srgbClr val="FF0000"/>
                </a:solidFill>
                <a:highlight>
                  <a:srgbClr val="00FF00"/>
                </a:highlight>
              </a:rPr>
              <a:t>Excercises</a:t>
            </a:r>
            <a:endParaRPr lang="en-US" dirty="0"/>
          </a:p>
        </p:txBody>
      </p:sp>
      <p:sp>
        <p:nvSpPr>
          <p:cNvPr id="7" name="Footer Placeholder 6">
            <a:extLst>
              <a:ext uri="{FF2B5EF4-FFF2-40B4-BE49-F238E27FC236}">
                <a16:creationId xmlns:a16="http://schemas.microsoft.com/office/drawing/2014/main" id="{26BB0592-9CE4-FAC5-4020-1F39D7A557D7}"/>
              </a:ext>
            </a:extLst>
          </p:cNvPr>
          <p:cNvSpPr>
            <a:spLocks noGrp="1"/>
          </p:cNvSpPr>
          <p:nvPr>
            <p:ph type="ftr" sz="quarter" idx="11"/>
          </p:nvPr>
        </p:nvSpPr>
        <p:spPr/>
        <p:txBody>
          <a:bodyPr/>
          <a:lstStyle/>
          <a:p>
            <a:r>
              <a:rPr lang="en-US"/>
              <a:t>© Copyright 1992-2018 by Pearson Education, Inc. All Rights Reserved.</a:t>
            </a:r>
          </a:p>
        </p:txBody>
      </p:sp>
      <p:pic>
        <p:nvPicPr>
          <p:cNvPr id="10" name="Content Placeholder 9">
            <a:extLst>
              <a:ext uri="{FF2B5EF4-FFF2-40B4-BE49-F238E27FC236}">
                <a16:creationId xmlns:a16="http://schemas.microsoft.com/office/drawing/2014/main" id="{6ECDE820-EAC0-48C6-D0D5-040C11858E69}"/>
              </a:ext>
            </a:extLst>
          </p:cNvPr>
          <p:cNvPicPr>
            <a:picLocks noGrp="1" noChangeAspect="1"/>
          </p:cNvPicPr>
          <p:nvPr>
            <p:ph idx="1"/>
          </p:nvPr>
        </p:nvPicPr>
        <p:blipFill>
          <a:blip r:embed="rId2"/>
          <a:stretch>
            <a:fillRect/>
          </a:stretch>
        </p:blipFill>
        <p:spPr>
          <a:xfrm>
            <a:off x="0" y="731520"/>
            <a:ext cx="12039599" cy="6289766"/>
          </a:xfrm>
          <a:prstGeom prst="rect">
            <a:avLst/>
          </a:prstGeom>
        </p:spPr>
      </p:pic>
    </p:spTree>
    <p:extLst>
      <p:ext uri="{BB962C8B-B14F-4D97-AF65-F5344CB8AC3E}">
        <p14:creationId xmlns:p14="http://schemas.microsoft.com/office/powerpoint/2010/main" val="3435562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1165-0CF3-45DD-8789-2AEE31FF9849}"/>
              </a:ext>
            </a:extLst>
          </p:cNvPr>
          <p:cNvSpPr>
            <a:spLocks noGrp="1"/>
          </p:cNvSpPr>
          <p:nvPr>
            <p:ph type="title"/>
          </p:nvPr>
        </p:nvSpPr>
        <p:spPr/>
        <p:txBody>
          <a:bodyPr/>
          <a:lstStyle/>
          <a:p>
            <a:pPr algn="ctr"/>
            <a:r>
              <a:rPr lang="en-US" dirty="0"/>
              <a:t>Java FX Scene Builder </a:t>
            </a:r>
            <a:r>
              <a:rPr lang="en-US" dirty="0" err="1"/>
              <a:t>Excercises</a:t>
            </a:r>
            <a:endParaRPr lang="en-US" dirty="0"/>
          </a:p>
        </p:txBody>
      </p:sp>
      <p:sp>
        <p:nvSpPr>
          <p:cNvPr id="6" name="Content Placeholder 5">
            <a:extLst>
              <a:ext uri="{FF2B5EF4-FFF2-40B4-BE49-F238E27FC236}">
                <a16:creationId xmlns:a16="http://schemas.microsoft.com/office/drawing/2014/main" id="{9426901C-A0CF-47F0-895E-53DE29796813}"/>
              </a:ext>
            </a:extLst>
          </p:cNvPr>
          <p:cNvSpPr>
            <a:spLocks noGrp="1"/>
          </p:cNvSpPr>
          <p:nvPr>
            <p:ph sz="quarter" idx="2"/>
          </p:nvPr>
        </p:nvSpPr>
        <p:spPr>
          <a:xfrm>
            <a:off x="609600" y="1444295"/>
            <a:ext cx="10692809" cy="3941763"/>
          </a:xfrm>
        </p:spPr>
        <p:txBody>
          <a:bodyPr/>
          <a:lstStyle/>
          <a:p>
            <a:pPr>
              <a:spcBef>
                <a:spcPts val="1200"/>
              </a:spcBef>
            </a:pPr>
            <a:r>
              <a:rPr lang="en-US" sz="6000" dirty="0">
                <a:highlight>
                  <a:srgbClr val="FFFF00"/>
                </a:highlight>
              </a:rPr>
              <a:t>EXTRA SLIDES FOR YOUR PRIVATE PRACTICE</a:t>
            </a:r>
            <a:endParaRPr lang="en-US" sz="4800" dirty="0">
              <a:highlight>
                <a:srgbClr val="FFFF00"/>
              </a:highlight>
            </a:endParaRPr>
          </a:p>
          <a:p>
            <a:endParaRPr lang="en-US" sz="4800" dirty="0">
              <a:highlight>
                <a:srgbClr val="FFFF00"/>
              </a:highlight>
            </a:endParaRPr>
          </a:p>
        </p:txBody>
      </p:sp>
    </p:spTree>
    <p:extLst>
      <p:ext uri="{BB962C8B-B14F-4D97-AF65-F5344CB8AC3E}">
        <p14:creationId xmlns:p14="http://schemas.microsoft.com/office/powerpoint/2010/main" val="3777110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6">
            <a:extLst>
              <a:ext uri="{FF2B5EF4-FFF2-40B4-BE49-F238E27FC236}">
                <a16:creationId xmlns:a16="http://schemas.microsoft.com/office/drawing/2014/main" id="{965BB46E-DE04-45F1-8B04-7A5AC52608D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8438"/>
            <a:ext cx="12192000" cy="6461125"/>
          </a:xfrm>
          <a:prstGeom prst="rect">
            <a:avLst/>
          </a:prstGeom>
        </p:spPr>
      </p:pic>
      <p:sp>
        <p:nvSpPr>
          <p:cNvPr id="4" name="Footer Placeholder 3">
            <a:extLst>
              <a:ext uri="{FF2B5EF4-FFF2-40B4-BE49-F238E27FC236}">
                <a16:creationId xmlns:a16="http://schemas.microsoft.com/office/drawing/2014/main" id="{E8469E8B-3194-411F-95AB-DEF70F37FC4F}"/>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961218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7">
            <a:extLst>
              <a:ext uri="{FF2B5EF4-FFF2-40B4-BE49-F238E27FC236}">
                <a16:creationId xmlns:a16="http://schemas.microsoft.com/office/drawing/2014/main" id="{5AC7C729-12E8-4D55-AAD0-6E9E1BBF24B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5738"/>
            <a:ext cx="12192000" cy="6484937"/>
          </a:xfrm>
          <a:prstGeom prst="rect">
            <a:avLst/>
          </a:prstGeom>
        </p:spPr>
      </p:pic>
      <p:sp>
        <p:nvSpPr>
          <p:cNvPr id="4" name="Footer Placeholder 3">
            <a:extLst>
              <a:ext uri="{FF2B5EF4-FFF2-40B4-BE49-F238E27FC236}">
                <a16:creationId xmlns:a16="http://schemas.microsoft.com/office/drawing/2014/main" id="{ED67E4CE-B100-44AA-BE25-9F4D5A30C7B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244693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8">
            <a:extLst>
              <a:ext uri="{FF2B5EF4-FFF2-40B4-BE49-F238E27FC236}">
                <a16:creationId xmlns:a16="http://schemas.microsoft.com/office/drawing/2014/main" id="{CF4B72C2-9AE5-43DA-9902-CA4975AF1E5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15900"/>
            <a:ext cx="12192000" cy="6424613"/>
          </a:xfrm>
          <a:prstGeom prst="rect">
            <a:avLst/>
          </a:prstGeom>
        </p:spPr>
      </p:pic>
      <p:sp>
        <p:nvSpPr>
          <p:cNvPr id="4" name="Footer Placeholder 3">
            <a:extLst>
              <a:ext uri="{FF2B5EF4-FFF2-40B4-BE49-F238E27FC236}">
                <a16:creationId xmlns:a16="http://schemas.microsoft.com/office/drawing/2014/main" id="{12FE9BD2-A9B6-4E86-8CBF-57B1523C311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94222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19">
            <a:extLst>
              <a:ext uri="{FF2B5EF4-FFF2-40B4-BE49-F238E27FC236}">
                <a16:creationId xmlns:a16="http://schemas.microsoft.com/office/drawing/2014/main" id="{AB427829-4E58-4EED-A09D-1976AF35BFF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5738"/>
            <a:ext cx="12192000" cy="6486525"/>
          </a:xfrm>
          <a:prstGeom prst="rect">
            <a:avLst/>
          </a:prstGeom>
        </p:spPr>
      </p:pic>
      <p:sp>
        <p:nvSpPr>
          <p:cNvPr id="4" name="Footer Placeholder 3">
            <a:extLst>
              <a:ext uri="{FF2B5EF4-FFF2-40B4-BE49-F238E27FC236}">
                <a16:creationId xmlns:a16="http://schemas.microsoft.com/office/drawing/2014/main" id="{8FAF9E66-69A0-41E8-AE72-AC8F23AB988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692492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0">
            <a:extLst>
              <a:ext uri="{FF2B5EF4-FFF2-40B4-BE49-F238E27FC236}">
                <a16:creationId xmlns:a16="http://schemas.microsoft.com/office/drawing/2014/main" id="{2BD74C15-C7FE-43D9-B43B-28D427F38457}"/>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04813"/>
            <a:ext cx="12192000" cy="6048375"/>
          </a:xfrm>
          <a:prstGeom prst="rect">
            <a:avLst/>
          </a:prstGeom>
        </p:spPr>
      </p:pic>
      <p:sp>
        <p:nvSpPr>
          <p:cNvPr id="4" name="Footer Placeholder 3">
            <a:extLst>
              <a:ext uri="{FF2B5EF4-FFF2-40B4-BE49-F238E27FC236}">
                <a16:creationId xmlns:a16="http://schemas.microsoft.com/office/drawing/2014/main" id="{7E2CF3B5-45B7-4B46-BB2F-5880A77041C8}"/>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079467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1">
            <a:extLst>
              <a:ext uri="{FF2B5EF4-FFF2-40B4-BE49-F238E27FC236}">
                <a16:creationId xmlns:a16="http://schemas.microsoft.com/office/drawing/2014/main" id="{96C38CD1-8FEE-4243-A6A3-FF1FDE2BB4C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03238" y="0"/>
            <a:ext cx="11183937" cy="6858000"/>
          </a:xfrm>
          <a:prstGeom prst="rect">
            <a:avLst/>
          </a:prstGeom>
        </p:spPr>
      </p:pic>
      <p:sp>
        <p:nvSpPr>
          <p:cNvPr id="4" name="Footer Placeholder 3">
            <a:extLst>
              <a:ext uri="{FF2B5EF4-FFF2-40B4-BE49-F238E27FC236}">
                <a16:creationId xmlns:a16="http://schemas.microsoft.com/office/drawing/2014/main" id="{AE1D2F44-364A-49C3-A825-6FAFD8EC01FA}"/>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400930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2">
            <a:extLst>
              <a:ext uri="{FF2B5EF4-FFF2-40B4-BE49-F238E27FC236}">
                <a16:creationId xmlns:a16="http://schemas.microsoft.com/office/drawing/2014/main" id="{E744EAF2-6381-4388-A263-BFCA86E43A9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74625" y="0"/>
            <a:ext cx="11842750" cy="6858000"/>
          </a:xfrm>
          <a:prstGeom prst="rect">
            <a:avLst/>
          </a:prstGeom>
        </p:spPr>
      </p:pic>
      <p:sp>
        <p:nvSpPr>
          <p:cNvPr id="4" name="Footer Placeholder 3">
            <a:extLst>
              <a:ext uri="{FF2B5EF4-FFF2-40B4-BE49-F238E27FC236}">
                <a16:creationId xmlns:a16="http://schemas.microsoft.com/office/drawing/2014/main" id="{CA198A45-E4B4-49E8-B3FD-8650E086844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5348402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3">
            <a:extLst>
              <a:ext uri="{FF2B5EF4-FFF2-40B4-BE49-F238E27FC236}">
                <a16:creationId xmlns:a16="http://schemas.microsoft.com/office/drawing/2014/main" id="{3587984F-7D85-44C7-B032-C41171136AA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1750" y="0"/>
            <a:ext cx="12128500" cy="6858000"/>
          </a:xfrm>
          <a:prstGeom prst="rect">
            <a:avLst/>
          </a:prstGeom>
        </p:spPr>
      </p:pic>
      <p:sp>
        <p:nvSpPr>
          <p:cNvPr id="4" name="Footer Placeholder 3">
            <a:extLst>
              <a:ext uri="{FF2B5EF4-FFF2-40B4-BE49-F238E27FC236}">
                <a16:creationId xmlns:a16="http://schemas.microsoft.com/office/drawing/2014/main" id="{4FF10154-24A3-44C2-85E3-A17B8A88FEEE}"/>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14650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4">
            <a:extLst>
              <a:ext uri="{FF2B5EF4-FFF2-40B4-BE49-F238E27FC236}">
                <a16:creationId xmlns:a16="http://schemas.microsoft.com/office/drawing/2014/main" id="{CEDBBB3A-E596-4A3B-B234-BF0B6087555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19100"/>
            <a:ext cx="12192000" cy="6019800"/>
          </a:xfrm>
          <a:prstGeom prst="rect">
            <a:avLst/>
          </a:prstGeom>
        </p:spPr>
      </p:pic>
      <p:sp>
        <p:nvSpPr>
          <p:cNvPr id="4" name="Footer Placeholder 3">
            <a:extLst>
              <a:ext uri="{FF2B5EF4-FFF2-40B4-BE49-F238E27FC236}">
                <a16:creationId xmlns:a16="http://schemas.microsoft.com/office/drawing/2014/main" id="{6F28EB9F-42EF-448B-8CA4-0FA20ECAB09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4697947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5">
            <a:extLst>
              <a:ext uri="{FF2B5EF4-FFF2-40B4-BE49-F238E27FC236}">
                <a16:creationId xmlns:a16="http://schemas.microsoft.com/office/drawing/2014/main" id="{D22C30BA-D8D2-420B-B820-CE285C0613A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9900"/>
            <a:ext cx="12192000" cy="5916613"/>
          </a:xfrm>
          <a:prstGeom prst="rect">
            <a:avLst/>
          </a:prstGeom>
        </p:spPr>
      </p:pic>
      <p:sp>
        <p:nvSpPr>
          <p:cNvPr id="4" name="Footer Placeholder 3">
            <a:extLst>
              <a:ext uri="{FF2B5EF4-FFF2-40B4-BE49-F238E27FC236}">
                <a16:creationId xmlns:a16="http://schemas.microsoft.com/office/drawing/2014/main" id="{EDA46DBC-6E5B-4244-84BD-535E468E5CAD}"/>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6064110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6">
            <a:extLst>
              <a:ext uri="{FF2B5EF4-FFF2-40B4-BE49-F238E27FC236}">
                <a16:creationId xmlns:a16="http://schemas.microsoft.com/office/drawing/2014/main" id="{F41D193A-9DEF-4662-87EF-9609F1AB921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73088"/>
            <a:ext cx="12192000" cy="5711825"/>
          </a:xfrm>
          <a:prstGeom prst="rect">
            <a:avLst/>
          </a:prstGeom>
        </p:spPr>
      </p:pic>
      <p:sp>
        <p:nvSpPr>
          <p:cNvPr id="4" name="Footer Placeholder 3">
            <a:extLst>
              <a:ext uri="{FF2B5EF4-FFF2-40B4-BE49-F238E27FC236}">
                <a16:creationId xmlns:a16="http://schemas.microsoft.com/office/drawing/2014/main" id="{95B97CCB-27EB-4BDE-90A4-A7371553A57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5898016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7">
            <a:extLst>
              <a:ext uri="{FF2B5EF4-FFF2-40B4-BE49-F238E27FC236}">
                <a16:creationId xmlns:a16="http://schemas.microsoft.com/office/drawing/2014/main" id="{4D22D040-C25A-4B31-B00C-C5E96F93DE1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27013"/>
            <a:ext cx="12192000" cy="6403975"/>
          </a:xfrm>
          <a:prstGeom prst="rect">
            <a:avLst/>
          </a:prstGeom>
        </p:spPr>
      </p:pic>
      <p:sp>
        <p:nvSpPr>
          <p:cNvPr id="4" name="Footer Placeholder 3">
            <a:extLst>
              <a:ext uri="{FF2B5EF4-FFF2-40B4-BE49-F238E27FC236}">
                <a16:creationId xmlns:a16="http://schemas.microsoft.com/office/drawing/2014/main" id="{E215A495-3A19-4942-A746-09B2D479923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7090779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8">
            <a:extLst>
              <a:ext uri="{FF2B5EF4-FFF2-40B4-BE49-F238E27FC236}">
                <a16:creationId xmlns:a16="http://schemas.microsoft.com/office/drawing/2014/main" id="{23F33790-3918-4ACC-AA21-1B5274E504E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535113" y="0"/>
            <a:ext cx="9121775" cy="6858000"/>
          </a:xfrm>
          <a:prstGeom prst="rect">
            <a:avLst/>
          </a:prstGeom>
        </p:spPr>
      </p:pic>
      <p:sp>
        <p:nvSpPr>
          <p:cNvPr id="4" name="Footer Placeholder 3">
            <a:extLst>
              <a:ext uri="{FF2B5EF4-FFF2-40B4-BE49-F238E27FC236}">
                <a16:creationId xmlns:a16="http://schemas.microsoft.com/office/drawing/2014/main" id="{3133569E-4BE6-4EC4-9E7F-2A81ECEE7DD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8220288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29">
            <a:extLst>
              <a:ext uri="{FF2B5EF4-FFF2-40B4-BE49-F238E27FC236}">
                <a16:creationId xmlns:a16="http://schemas.microsoft.com/office/drawing/2014/main" id="{C68F0A32-A8DA-4476-A3D5-DA4A4E2779B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1963"/>
            <a:ext cx="12192000" cy="5934075"/>
          </a:xfrm>
          <a:prstGeom prst="rect">
            <a:avLst/>
          </a:prstGeom>
        </p:spPr>
      </p:pic>
      <p:sp>
        <p:nvSpPr>
          <p:cNvPr id="4" name="Footer Placeholder 3">
            <a:extLst>
              <a:ext uri="{FF2B5EF4-FFF2-40B4-BE49-F238E27FC236}">
                <a16:creationId xmlns:a16="http://schemas.microsoft.com/office/drawing/2014/main" id="{233C1FDE-6984-448C-8315-4DA119765336}"/>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103498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0">
            <a:extLst>
              <a:ext uri="{FF2B5EF4-FFF2-40B4-BE49-F238E27FC236}">
                <a16:creationId xmlns:a16="http://schemas.microsoft.com/office/drawing/2014/main" id="{7DFB2134-D031-4579-9870-AF6BAFFB80B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8525"/>
            <a:ext cx="12192000" cy="5060950"/>
          </a:xfrm>
          <a:prstGeom prst="rect">
            <a:avLst/>
          </a:prstGeom>
        </p:spPr>
      </p:pic>
      <p:sp>
        <p:nvSpPr>
          <p:cNvPr id="4" name="Footer Placeholder 3">
            <a:extLst>
              <a:ext uri="{FF2B5EF4-FFF2-40B4-BE49-F238E27FC236}">
                <a16:creationId xmlns:a16="http://schemas.microsoft.com/office/drawing/2014/main" id="{756D1180-9BA6-4620-9E97-6B460AE48D51}"/>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9234248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1">
            <a:extLst>
              <a:ext uri="{FF2B5EF4-FFF2-40B4-BE49-F238E27FC236}">
                <a16:creationId xmlns:a16="http://schemas.microsoft.com/office/drawing/2014/main" id="{CA9FF97C-8F29-4EC4-BB53-0A7F41C59EC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4" name="Footer Placeholder 3">
            <a:extLst>
              <a:ext uri="{FF2B5EF4-FFF2-40B4-BE49-F238E27FC236}">
                <a16:creationId xmlns:a16="http://schemas.microsoft.com/office/drawing/2014/main" id="{4B01F3DD-27D6-4937-972E-D192915353AB}"/>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0095726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2">
            <a:extLst>
              <a:ext uri="{FF2B5EF4-FFF2-40B4-BE49-F238E27FC236}">
                <a16:creationId xmlns:a16="http://schemas.microsoft.com/office/drawing/2014/main" id="{9EB3B2FE-1770-47E1-AC32-1D76F0D7478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4" name="Footer Placeholder 3">
            <a:extLst>
              <a:ext uri="{FF2B5EF4-FFF2-40B4-BE49-F238E27FC236}">
                <a16:creationId xmlns:a16="http://schemas.microsoft.com/office/drawing/2014/main" id="{71380A12-0AE6-46A4-96A6-50871952C7E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21391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3">
            <a:extLst>
              <a:ext uri="{FF2B5EF4-FFF2-40B4-BE49-F238E27FC236}">
                <a16:creationId xmlns:a16="http://schemas.microsoft.com/office/drawing/2014/main" id="{FD2CE405-9606-4A77-9BD3-373F1B6DCC3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4063"/>
            <a:ext cx="12192000" cy="5348287"/>
          </a:xfrm>
          <a:prstGeom prst="rect">
            <a:avLst/>
          </a:prstGeom>
        </p:spPr>
      </p:pic>
      <p:sp>
        <p:nvSpPr>
          <p:cNvPr id="4" name="Footer Placeholder 3">
            <a:extLst>
              <a:ext uri="{FF2B5EF4-FFF2-40B4-BE49-F238E27FC236}">
                <a16:creationId xmlns:a16="http://schemas.microsoft.com/office/drawing/2014/main" id="{2C7DC09D-F684-4C35-A3F9-2AF8A7793619}"/>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184819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4">
            <a:extLst>
              <a:ext uri="{FF2B5EF4-FFF2-40B4-BE49-F238E27FC236}">
                <a16:creationId xmlns:a16="http://schemas.microsoft.com/office/drawing/2014/main" id="{E5D5A7F2-725F-4C6B-A9BB-4BB1255A4AF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1613" y="0"/>
            <a:ext cx="11787187" cy="6858000"/>
          </a:xfrm>
          <a:prstGeom prst="rect">
            <a:avLst/>
          </a:prstGeom>
        </p:spPr>
      </p:pic>
      <p:sp>
        <p:nvSpPr>
          <p:cNvPr id="4" name="Footer Placeholder 3">
            <a:extLst>
              <a:ext uri="{FF2B5EF4-FFF2-40B4-BE49-F238E27FC236}">
                <a16:creationId xmlns:a16="http://schemas.microsoft.com/office/drawing/2014/main" id="{1BF8D4CF-F572-4B8F-92C4-3CAF454425F8}"/>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1717384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5">
            <a:extLst>
              <a:ext uri="{FF2B5EF4-FFF2-40B4-BE49-F238E27FC236}">
                <a16:creationId xmlns:a16="http://schemas.microsoft.com/office/drawing/2014/main" id="{41503548-9728-4A19-A50C-3EA11DDB621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p:spPr>
      </p:pic>
      <p:sp>
        <p:nvSpPr>
          <p:cNvPr id="4" name="Footer Placeholder 3">
            <a:extLst>
              <a:ext uri="{FF2B5EF4-FFF2-40B4-BE49-F238E27FC236}">
                <a16:creationId xmlns:a16="http://schemas.microsoft.com/office/drawing/2014/main" id="{CAC2225F-3F6B-438E-87C2-B72D8ECED02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995135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6">
            <a:extLst>
              <a:ext uri="{FF2B5EF4-FFF2-40B4-BE49-F238E27FC236}">
                <a16:creationId xmlns:a16="http://schemas.microsoft.com/office/drawing/2014/main" id="{33BE89E9-3979-4D34-BB8D-44E6B69D7A4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32000"/>
            <a:ext cx="12192000" cy="2794000"/>
          </a:xfrm>
          <a:prstGeom prst="rect">
            <a:avLst/>
          </a:prstGeom>
        </p:spPr>
      </p:pic>
      <p:sp>
        <p:nvSpPr>
          <p:cNvPr id="4" name="Footer Placeholder 3">
            <a:extLst>
              <a:ext uri="{FF2B5EF4-FFF2-40B4-BE49-F238E27FC236}">
                <a16:creationId xmlns:a16="http://schemas.microsoft.com/office/drawing/2014/main" id="{9207500D-C632-4BD6-B725-20463F305580}"/>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4813245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12_FX_Page_37">
            <a:extLst>
              <a:ext uri="{FF2B5EF4-FFF2-40B4-BE49-F238E27FC236}">
                <a16:creationId xmlns:a16="http://schemas.microsoft.com/office/drawing/2014/main" id="{889E3A9C-285C-4E3C-9E2B-B1CF96D51DE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0063"/>
            <a:ext cx="12192000" cy="3316287"/>
          </a:xfrm>
          <a:prstGeom prst="rect">
            <a:avLst/>
          </a:prstGeom>
        </p:spPr>
      </p:pic>
      <p:sp>
        <p:nvSpPr>
          <p:cNvPr id="4" name="Footer Placeholder 3">
            <a:extLst>
              <a:ext uri="{FF2B5EF4-FFF2-40B4-BE49-F238E27FC236}">
                <a16:creationId xmlns:a16="http://schemas.microsoft.com/office/drawing/2014/main" id="{F5FCBD2B-17DE-4EAE-AF2D-AAEE7CBF1B9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0528904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ueShadeWithBar">
  <a:themeElements>
    <a:clrScheme name="White - blue accents template template">
      <a:dk1>
        <a:srgbClr val="000000"/>
      </a:dk1>
      <a:lt1>
        <a:srgbClr val="FFFFFF"/>
      </a:lt1>
      <a:dk2>
        <a:srgbClr val="1D4775"/>
      </a:dk2>
      <a:lt2>
        <a:srgbClr val="FEF194"/>
      </a:lt2>
      <a:accent1>
        <a:srgbClr val="FFC000"/>
      </a:accent1>
      <a:accent2>
        <a:srgbClr val="3497AE"/>
      </a:accent2>
      <a:accent3>
        <a:srgbClr val="DF8045"/>
      </a:accent3>
      <a:accent4>
        <a:srgbClr val="7DCC2E"/>
      </a:accent4>
      <a:accent5>
        <a:srgbClr val="FF9929"/>
      </a:accent5>
      <a:accent6>
        <a:srgbClr val="A061C3"/>
      </a:accent6>
      <a:hlink>
        <a:srgbClr val="1D4775"/>
      </a:hlink>
      <a:folHlink>
        <a:srgbClr val="1D477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chemeClr val="tx1"/>
            </a:solidFill>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extLst>
    <a:ext uri="{05A4C25C-085E-4340-85A3-A5531E510DB2}">
      <thm15:themeFamily xmlns:thm15="http://schemas.microsoft.com/office/thememl/2012/main" name="BlueShadeWithBar" id="{04066C2A-6173-4F54-AD2B-AFDA31B2A820}" vid="{70AC8400-E288-4A32-931A-110C32A5F7D1}"/>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JHTP11_09</Template>
  <TotalTime>49998</TotalTime>
  <Words>3246</Words>
  <Application>Microsoft Office PowerPoint</Application>
  <PresentationFormat>Widescreen</PresentationFormat>
  <Paragraphs>162</Paragraphs>
  <Slides>61</Slides>
  <Notes>3</Notes>
  <HiddenSlides>12</HiddenSlides>
  <MMClips>4</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61</vt:i4>
      </vt:variant>
    </vt:vector>
  </HeadingPairs>
  <TitlesOfParts>
    <vt:vector size="78" baseType="lpstr">
      <vt:lpstr>Arial</vt:lpstr>
      <vt:lpstr>Calibri</vt:lpstr>
      <vt:lpstr>Calibri Light</vt:lpstr>
      <vt:lpstr>Cambria</vt:lpstr>
      <vt:lpstr>Courier New</vt:lpstr>
      <vt:lpstr>JetBrains Mono</vt:lpstr>
      <vt:lpstr>Lucida Sans Unicode</vt:lpstr>
      <vt:lpstr>Roboto</vt:lpstr>
      <vt:lpstr>system-ui</vt:lpstr>
      <vt:lpstr>Verdana</vt:lpstr>
      <vt:lpstr>Wingdings</vt:lpstr>
      <vt:lpstr>Wingdings 2</vt:lpstr>
      <vt:lpstr>Wingdings 3</vt:lpstr>
      <vt:lpstr>Concourse</vt:lpstr>
      <vt:lpstr>Office Theme</vt:lpstr>
      <vt:lpstr>BlueShadeWithBar</vt:lpstr>
      <vt:lpstr>2_Office Theme</vt:lpstr>
      <vt:lpstr>LET US PRAY!</vt:lpstr>
      <vt:lpstr>Chapter 12 JavaFX Graphical User Interfaces: Part 1</vt:lpstr>
      <vt:lpstr> Giving Thanks to God (Psalm 100)  </vt:lpstr>
      <vt:lpstr> Giving Thanks to God: Paul and Silas in Prison (Acts 16:16-40)  ) </vt:lpstr>
      <vt:lpstr>EXAMPLES OF JESUS GIVING THNAKS</vt:lpstr>
      <vt:lpstr> Giving Thanks to God (Revelation 4:11)  Thou Art Worthy Oh Lord! </vt:lpstr>
      <vt:lpstr> Giving Thanks to God (Revelation 4:11)  Thou Art Worthy Oh Lord! </vt:lpstr>
      <vt:lpstr>PowerPoint Presentation</vt:lpstr>
      <vt:lpstr>PowerPoint Presentation</vt:lpstr>
      <vt:lpstr>PowerPoint Presentation</vt:lpstr>
      <vt:lpstr>PowerPoint Presentation</vt:lpstr>
      <vt:lpstr>PowerPoint Presentation</vt:lpstr>
      <vt:lpstr>PowerPoint Presentation</vt:lpstr>
      <vt:lpstr>Course Evaluation</vt:lpstr>
      <vt:lpstr>JavaFX is easier to use</vt:lpstr>
      <vt:lpstr>JavaFX Scene Builder</vt:lpstr>
      <vt:lpstr>JavaFX Scene Builder</vt:lpstr>
      <vt:lpstr>FXML (FX Markup Language)</vt:lpstr>
      <vt:lpstr>PowerPoint Presentation</vt:lpstr>
      <vt:lpstr>PowerPoint Presentation</vt:lpstr>
      <vt:lpstr>PowerPoint Presentation</vt:lpstr>
      <vt:lpstr>Is Swing Still in Use Today?</vt:lpstr>
      <vt:lpstr>Is Swing Still in Use Today? Cont,</vt:lpstr>
      <vt:lpstr>PowerPoint Presentation</vt:lpstr>
      <vt:lpstr>PowerPoint Presentation</vt:lpstr>
      <vt:lpstr>PowerPoint Presentation</vt:lpstr>
      <vt:lpstr>FXML (FX Markup Language)</vt:lpstr>
      <vt:lpstr>FXML (FX Markup Language)</vt:lpstr>
      <vt:lpstr>FXML (FX Markup Language)</vt:lpstr>
      <vt:lpstr>PowerPoint Presentation</vt:lpstr>
      <vt:lpstr>Java FX Scene Builder Excercises</vt:lpstr>
      <vt:lpstr>PowerPoint Presentation</vt:lpstr>
      <vt:lpstr>PowerPoint Presentation</vt:lpstr>
      <vt:lpstr>PowerPoint Presentation</vt:lpstr>
      <vt:lpstr>PowerPoint Presentation</vt:lpstr>
      <vt:lpstr>Java FX Scene Builder Excercises</vt:lpstr>
      <vt:lpstr>Class Activities/Excercises</vt:lpstr>
      <vt:lpstr>Example of Class Activities/Excercises</vt:lpstr>
      <vt:lpstr>Java FX Scene Builder Excercises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JavaFX Graphical User Interfaces: Part 1</dc:title>
  <dc:creator>Paul Deitel</dc:creator>
  <cp:lastModifiedBy>Oderanti, Festus Oluseyi (Computational Sciences)</cp:lastModifiedBy>
  <cp:revision>57</cp:revision>
  <dcterms:created xsi:type="dcterms:W3CDTF">2017-07-15T16:19:03Z</dcterms:created>
  <dcterms:modified xsi:type="dcterms:W3CDTF">2025-09-17T07:17:12Z</dcterms:modified>
</cp:coreProperties>
</file>