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theme/themeOverride8.xml" ContentType="application/vnd.openxmlformats-officedocument.themeOverrid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3.xml" ContentType="application/vnd.openxmlformats-officedocument.theme+xml"/>
  <Override PartName="/ppt/theme/themeOverride9.xml" ContentType="application/vnd.openxmlformats-officedocument.themeOverride+xml"/>
  <Override PartName="/ppt/theme/themeOverride10.xml" ContentType="application/vnd.openxmlformats-officedocument.themeOverride+xml"/>
  <Override PartName="/ppt/theme/themeOverride11.xml" ContentType="application/vnd.openxmlformats-officedocument.themeOverride+xml"/>
  <Override PartName="/ppt/theme/themeOverride12.xml" ContentType="application/vnd.openxmlformats-officedocument.themeOverride+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4.xml" ContentType="application/vnd.openxmlformats-officedocument.theme+xml"/>
  <Override PartName="/ppt/theme/themeOverride13.xml" ContentType="application/vnd.openxmlformats-officedocument.themeOverride+xml"/>
  <Override PartName="/ppt/theme/themeOverride14.xml" ContentType="application/vnd.openxmlformats-officedocument.themeOverride+xml"/>
  <Override PartName="/ppt/theme/themeOverride15.xml" ContentType="application/vnd.openxmlformats-officedocument.themeOverride+xml"/>
  <Override PartName="/ppt/theme/themeOverride16.xml" ContentType="application/vnd.openxmlformats-officedocument.themeOverrid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85" r:id="rId2"/>
    <p:sldMasterId id="2147483698" r:id="rId3"/>
    <p:sldMasterId id="2147483715" r:id="rId4"/>
  </p:sldMasterIdLst>
  <p:notesMasterIdLst>
    <p:notesMasterId r:id="rId184"/>
  </p:notesMasterIdLst>
  <p:sldIdLst>
    <p:sldId id="466" r:id="rId5"/>
    <p:sldId id="467" r:id="rId6"/>
    <p:sldId id="468" r:id="rId7"/>
    <p:sldId id="481" r:id="rId8"/>
    <p:sldId id="740" r:id="rId9"/>
    <p:sldId id="335" r:id="rId10"/>
    <p:sldId id="336" r:id="rId11"/>
    <p:sldId id="383" r:id="rId12"/>
    <p:sldId id="385" r:id="rId13"/>
    <p:sldId id="388" r:id="rId14"/>
    <p:sldId id="389" r:id="rId15"/>
    <p:sldId id="386" r:id="rId16"/>
    <p:sldId id="390" r:id="rId17"/>
    <p:sldId id="458" r:id="rId18"/>
    <p:sldId id="384" r:id="rId19"/>
    <p:sldId id="391" r:id="rId20"/>
    <p:sldId id="392" r:id="rId21"/>
    <p:sldId id="395" r:id="rId22"/>
    <p:sldId id="393" r:id="rId23"/>
    <p:sldId id="459" r:id="rId24"/>
    <p:sldId id="484" r:id="rId25"/>
    <p:sldId id="394" r:id="rId26"/>
    <p:sldId id="401" r:id="rId27"/>
    <p:sldId id="397" r:id="rId28"/>
    <p:sldId id="482" r:id="rId29"/>
    <p:sldId id="483" r:id="rId30"/>
    <p:sldId id="402" r:id="rId31"/>
    <p:sldId id="403" r:id="rId32"/>
    <p:sldId id="404" r:id="rId33"/>
    <p:sldId id="405" r:id="rId34"/>
    <p:sldId id="406" r:id="rId35"/>
    <p:sldId id="407" r:id="rId36"/>
    <p:sldId id="456" r:id="rId37"/>
    <p:sldId id="455" r:id="rId38"/>
    <p:sldId id="408" r:id="rId39"/>
    <p:sldId id="409" r:id="rId40"/>
    <p:sldId id="410" r:id="rId41"/>
    <p:sldId id="396" r:id="rId42"/>
    <p:sldId id="398" r:id="rId43"/>
    <p:sldId id="400" r:id="rId44"/>
    <p:sldId id="412" r:id="rId45"/>
    <p:sldId id="460" r:id="rId46"/>
    <p:sldId id="461" r:id="rId47"/>
    <p:sldId id="413" r:id="rId48"/>
    <p:sldId id="414" r:id="rId49"/>
    <p:sldId id="415" r:id="rId50"/>
    <p:sldId id="416" r:id="rId51"/>
    <p:sldId id="337" r:id="rId52"/>
    <p:sldId id="264" r:id="rId53"/>
    <p:sldId id="265" r:id="rId54"/>
    <p:sldId id="268" r:id="rId55"/>
    <p:sldId id="269" r:id="rId56"/>
    <p:sldId id="270" r:id="rId57"/>
    <p:sldId id="271" r:id="rId58"/>
    <p:sldId id="338" r:id="rId59"/>
    <p:sldId id="339" r:id="rId60"/>
    <p:sldId id="340" r:id="rId61"/>
    <p:sldId id="341" r:id="rId62"/>
    <p:sldId id="272" r:id="rId63"/>
    <p:sldId id="342" r:id="rId64"/>
    <p:sldId id="343" r:id="rId65"/>
    <p:sldId id="274" r:id="rId66"/>
    <p:sldId id="275" r:id="rId67"/>
    <p:sldId id="457" r:id="rId68"/>
    <p:sldId id="632" r:id="rId69"/>
    <p:sldId id="447" r:id="rId70"/>
    <p:sldId id="418" r:id="rId71"/>
    <p:sldId id="450" r:id="rId72"/>
    <p:sldId id="539" r:id="rId73"/>
    <p:sldId id="631" r:id="rId74"/>
    <p:sldId id="451" r:id="rId75"/>
    <p:sldId id="452" r:id="rId76"/>
    <p:sldId id="344" r:id="rId77"/>
    <p:sldId id="345" r:id="rId78"/>
    <p:sldId id="276" r:id="rId79"/>
    <p:sldId id="277" r:id="rId80"/>
    <p:sldId id="278" r:id="rId81"/>
    <p:sldId id="346" r:id="rId82"/>
    <p:sldId id="279" r:id="rId83"/>
    <p:sldId id="280" r:id="rId84"/>
    <p:sldId id="347" r:id="rId85"/>
    <p:sldId id="348" r:id="rId86"/>
    <p:sldId id="381" r:id="rId87"/>
    <p:sldId id="281" r:id="rId88"/>
    <p:sldId id="282" r:id="rId89"/>
    <p:sldId id="283" r:id="rId90"/>
    <p:sldId id="284" r:id="rId91"/>
    <p:sldId id="285" r:id="rId92"/>
    <p:sldId id="286" r:id="rId93"/>
    <p:sldId id="287" r:id="rId94"/>
    <p:sldId id="288" r:id="rId95"/>
    <p:sldId id="289" r:id="rId96"/>
    <p:sldId id="290" r:id="rId97"/>
    <p:sldId id="291" r:id="rId98"/>
    <p:sldId id="349" r:id="rId99"/>
    <p:sldId id="350" r:id="rId100"/>
    <p:sldId id="351" r:id="rId101"/>
    <p:sldId id="352" r:id="rId102"/>
    <p:sldId id="292" r:id="rId103"/>
    <p:sldId id="293" r:id="rId104"/>
    <p:sldId id="353" r:id="rId105"/>
    <p:sldId id="354" r:id="rId106"/>
    <p:sldId id="294" r:id="rId107"/>
    <p:sldId id="355" r:id="rId108"/>
    <p:sldId id="295" r:id="rId109"/>
    <p:sldId id="296" r:id="rId110"/>
    <p:sldId id="356" r:id="rId111"/>
    <p:sldId id="298" r:id="rId112"/>
    <p:sldId id="299" r:id="rId113"/>
    <p:sldId id="300" r:id="rId114"/>
    <p:sldId id="301" r:id="rId115"/>
    <p:sldId id="302" r:id="rId116"/>
    <p:sldId id="357" r:id="rId117"/>
    <p:sldId id="462" r:id="rId118"/>
    <p:sldId id="358" r:id="rId119"/>
    <p:sldId id="359" r:id="rId120"/>
    <p:sldId id="463" r:id="rId121"/>
    <p:sldId id="464" r:id="rId122"/>
    <p:sldId id="633" r:id="rId123"/>
    <p:sldId id="465" r:id="rId124"/>
    <p:sldId id="650" r:id="rId125"/>
    <p:sldId id="651" r:id="rId126"/>
    <p:sldId id="652" r:id="rId127"/>
    <p:sldId id="637" r:id="rId128"/>
    <p:sldId id="739" r:id="rId129"/>
    <p:sldId id="454" r:id="rId130"/>
    <p:sldId id="303" r:id="rId131"/>
    <p:sldId id="304" r:id="rId132"/>
    <p:sldId id="305" r:id="rId133"/>
    <p:sldId id="306" r:id="rId134"/>
    <p:sldId id="360" r:id="rId135"/>
    <p:sldId id="307" r:id="rId136"/>
    <p:sldId id="361" r:id="rId137"/>
    <p:sldId id="362" r:id="rId138"/>
    <p:sldId id="363" r:id="rId139"/>
    <p:sldId id="364" r:id="rId140"/>
    <p:sldId id="308" r:id="rId141"/>
    <p:sldId id="365" r:id="rId142"/>
    <p:sldId id="309" r:id="rId143"/>
    <p:sldId id="366" r:id="rId144"/>
    <p:sldId id="310" r:id="rId145"/>
    <p:sldId id="367" r:id="rId146"/>
    <p:sldId id="311" r:id="rId147"/>
    <p:sldId id="312" r:id="rId148"/>
    <p:sldId id="313" r:id="rId149"/>
    <p:sldId id="314" r:id="rId150"/>
    <p:sldId id="315" r:id="rId151"/>
    <p:sldId id="368" r:id="rId152"/>
    <p:sldId id="316" r:id="rId153"/>
    <p:sldId id="317" r:id="rId154"/>
    <p:sldId id="369" r:id="rId155"/>
    <p:sldId id="370" r:id="rId156"/>
    <p:sldId id="371" r:id="rId157"/>
    <p:sldId id="318" r:id="rId158"/>
    <p:sldId id="319" r:id="rId159"/>
    <p:sldId id="372" r:id="rId160"/>
    <p:sldId id="373" r:id="rId161"/>
    <p:sldId id="320" r:id="rId162"/>
    <p:sldId id="321" r:id="rId163"/>
    <p:sldId id="322" r:id="rId164"/>
    <p:sldId id="323" r:id="rId165"/>
    <p:sldId id="374" r:id="rId166"/>
    <p:sldId id="324" r:id="rId167"/>
    <p:sldId id="325" r:id="rId168"/>
    <p:sldId id="375" r:id="rId169"/>
    <p:sldId id="326" r:id="rId170"/>
    <p:sldId id="327" r:id="rId171"/>
    <p:sldId id="328" r:id="rId172"/>
    <p:sldId id="376" r:id="rId173"/>
    <p:sldId id="377" r:id="rId174"/>
    <p:sldId id="378" r:id="rId175"/>
    <p:sldId id="379" r:id="rId176"/>
    <p:sldId id="380" r:id="rId177"/>
    <p:sldId id="329" r:id="rId178"/>
    <p:sldId id="330" r:id="rId179"/>
    <p:sldId id="331" r:id="rId180"/>
    <p:sldId id="332" r:id="rId181"/>
    <p:sldId id="333" r:id="rId182"/>
    <p:sldId id="334" r:id="rId183"/>
  </p:sldIdLst>
  <p:sldSz cx="12192000" cy="6858000"/>
  <p:notesSz cx="6858000" cy="9144000"/>
  <p:photoAlbum/>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7FA1C40-3C03-4EDD-82F4-669D3A20A9F6}" v="81" dt="2025-08-18T07:27:58.16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256" autoAdjust="0"/>
    <p:restoredTop sz="86775" autoAdjust="0"/>
  </p:normalViewPr>
  <p:slideViewPr>
    <p:cSldViewPr snapToGrid="0">
      <p:cViewPr varScale="1">
        <p:scale>
          <a:sx n="55" d="100"/>
          <a:sy n="55" d="100"/>
        </p:scale>
        <p:origin x="212" y="32"/>
      </p:cViewPr>
      <p:guideLst/>
    </p:cSldViewPr>
  </p:slideViewPr>
  <p:notesTextViewPr>
    <p:cViewPr>
      <p:scale>
        <a:sx n="1" d="1"/>
        <a:sy n="1" d="1"/>
      </p:scale>
      <p:origin x="0" y="0"/>
    </p:cViewPr>
  </p:notesTextViewPr>
  <p:notesViewPr>
    <p:cSldViewPr snapToGrid="0">
      <p:cViewPr varScale="1">
        <p:scale>
          <a:sx n="51" d="100"/>
          <a:sy n="51" d="100"/>
        </p:scale>
        <p:origin x="2692" y="28"/>
      </p:cViewPr>
      <p:guideLst/>
    </p:cSldViewPr>
  </p:notes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3.xml"/><Relationship Id="rId21" Type="http://schemas.openxmlformats.org/officeDocument/2006/relationships/slide" Target="slides/slide17.xml"/><Relationship Id="rId42" Type="http://schemas.openxmlformats.org/officeDocument/2006/relationships/slide" Target="slides/slide38.xml"/><Relationship Id="rId63" Type="http://schemas.openxmlformats.org/officeDocument/2006/relationships/slide" Target="slides/slide59.xml"/><Relationship Id="rId84" Type="http://schemas.openxmlformats.org/officeDocument/2006/relationships/slide" Target="slides/slide80.xml"/><Relationship Id="rId138" Type="http://schemas.openxmlformats.org/officeDocument/2006/relationships/slide" Target="slides/slide134.xml"/><Relationship Id="rId159" Type="http://schemas.openxmlformats.org/officeDocument/2006/relationships/slide" Target="slides/slide155.xml"/><Relationship Id="rId170" Type="http://schemas.openxmlformats.org/officeDocument/2006/relationships/slide" Target="slides/slide166.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53" Type="http://schemas.openxmlformats.org/officeDocument/2006/relationships/slide" Target="slides/slide49.xml"/><Relationship Id="rId74" Type="http://schemas.openxmlformats.org/officeDocument/2006/relationships/slide" Target="slides/slide70.xml"/><Relationship Id="rId128" Type="http://schemas.openxmlformats.org/officeDocument/2006/relationships/slide" Target="slides/slide124.xml"/><Relationship Id="rId149" Type="http://schemas.openxmlformats.org/officeDocument/2006/relationships/slide" Target="slides/slide145.xml"/><Relationship Id="rId5" Type="http://schemas.openxmlformats.org/officeDocument/2006/relationships/slide" Target="slides/slide1.xml"/><Relationship Id="rId95" Type="http://schemas.openxmlformats.org/officeDocument/2006/relationships/slide" Target="slides/slide91.xml"/><Relationship Id="rId160" Type="http://schemas.openxmlformats.org/officeDocument/2006/relationships/slide" Target="slides/slide156.xml"/><Relationship Id="rId181" Type="http://schemas.openxmlformats.org/officeDocument/2006/relationships/slide" Target="slides/slide177.xml"/><Relationship Id="rId22" Type="http://schemas.openxmlformats.org/officeDocument/2006/relationships/slide" Target="slides/slide18.xml"/><Relationship Id="rId43" Type="http://schemas.openxmlformats.org/officeDocument/2006/relationships/slide" Target="slides/slide39.xml"/><Relationship Id="rId64" Type="http://schemas.openxmlformats.org/officeDocument/2006/relationships/slide" Target="slides/slide60.xml"/><Relationship Id="rId118" Type="http://schemas.openxmlformats.org/officeDocument/2006/relationships/slide" Target="slides/slide114.xml"/><Relationship Id="rId139" Type="http://schemas.openxmlformats.org/officeDocument/2006/relationships/slide" Target="slides/slide135.xml"/><Relationship Id="rId85" Type="http://schemas.openxmlformats.org/officeDocument/2006/relationships/slide" Target="slides/slide81.xml"/><Relationship Id="rId150" Type="http://schemas.openxmlformats.org/officeDocument/2006/relationships/slide" Target="slides/slide146.xml"/><Relationship Id="rId171" Type="http://schemas.openxmlformats.org/officeDocument/2006/relationships/slide" Target="slides/slide167.xml"/><Relationship Id="rId12" Type="http://schemas.openxmlformats.org/officeDocument/2006/relationships/slide" Target="slides/slide8.xml"/><Relationship Id="rId33" Type="http://schemas.openxmlformats.org/officeDocument/2006/relationships/slide" Target="slides/slide29.xml"/><Relationship Id="rId108" Type="http://schemas.openxmlformats.org/officeDocument/2006/relationships/slide" Target="slides/slide104.xml"/><Relationship Id="rId129" Type="http://schemas.openxmlformats.org/officeDocument/2006/relationships/slide" Target="slides/slide125.xml"/><Relationship Id="rId54" Type="http://schemas.openxmlformats.org/officeDocument/2006/relationships/slide" Target="slides/slide50.xml"/><Relationship Id="rId75" Type="http://schemas.openxmlformats.org/officeDocument/2006/relationships/slide" Target="slides/slide71.xml"/><Relationship Id="rId96" Type="http://schemas.openxmlformats.org/officeDocument/2006/relationships/slide" Target="slides/slide92.xml"/><Relationship Id="rId140" Type="http://schemas.openxmlformats.org/officeDocument/2006/relationships/slide" Target="slides/slide136.xml"/><Relationship Id="rId161" Type="http://schemas.openxmlformats.org/officeDocument/2006/relationships/slide" Target="slides/slide157.xml"/><Relationship Id="rId182" Type="http://schemas.openxmlformats.org/officeDocument/2006/relationships/slide" Target="slides/slide178.xml"/><Relationship Id="rId6" Type="http://schemas.openxmlformats.org/officeDocument/2006/relationships/slide" Target="slides/slide2.xml"/><Relationship Id="rId23" Type="http://schemas.openxmlformats.org/officeDocument/2006/relationships/slide" Target="slides/slide19.xml"/><Relationship Id="rId119" Type="http://schemas.openxmlformats.org/officeDocument/2006/relationships/slide" Target="slides/slide115.xml"/><Relationship Id="rId44" Type="http://schemas.openxmlformats.org/officeDocument/2006/relationships/slide" Target="slides/slide40.xml"/><Relationship Id="rId65" Type="http://schemas.openxmlformats.org/officeDocument/2006/relationships/slide" Target="slides/slide61.xml"/><Relationship Id="rId86" Type="http://schemas.openxmlformats.org/officeDocument/2006/relationships/slide" Target="slides/slide82.xml"/><Relationship Id="rId130" Type="http://schemas.openxmlformats.org/officeDocument/2006/relationships/slide" Target="slides/slide126.xml"/><Relationship Id="rId151" Type="http://schemas.openxmlformats.org/officeDocument/2006/relationships/slide" Target="slides/slide147.xml"/><Relationship Id="rId172" Type="http://schemas.openxmlformats.org/officeDocument/2006/relationships/slide" Target="slides/slide168.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120" Type="http://schemas.openxmlformats.org/officeDocument/2006/relationships/slide" Target="slides/slide116.xml"/><Relationship Id="rId125" Type="http://schemas.openxmlformats.org/officeDocument/2006/relationships/slide" Target="slides/slide121.xml"/><Relationship Id="rId141" Type="http://schemas.openxmlformats.org/officeDocument/2006/relationships/slide" Target="slides/slide137.xml"/><Relationship Id="rId146" Type="http://schemas.openxmlformats.org/officeDocument/2006/relationships/slide" Target="slides/slide142.xml"/><Relationship Id="rId167" Type="http://schemas.openxmlformats.org/officeDocument/2006/relationships/slide" Target="slides/slide163.xml"/><Relationship Id="rId188" Type="http://schemas.openxmlformats.org/officeDocument/2006/relationships/tableStyles" Target="tableStyles.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162" Type="http://schemas.openxmlformats.org/officeDocument/2006/relationships/slide" Target="slides/slide158.xml"/><Relationship Id="rId183" Type="http://schemas.openxmlformats.org/officeDocument/2006/relationships/slide" Target="slides/slide179.xml"/><Relationship Id="rId2" Type="http://schemas.openxmlformats.org/officeDocument/2006/relationships/slideMaster" Target="slideMasters/slideMaster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15" Type="http://schemas.openxmlformats.org/officeDocument/2006/relationships/slide" Target="slides/slide111.xml"/><Relationship Id="rId131" Type="http://schemas.openxmlformats.org/officeDocument/2006/relationships/slide" Target="slides/slide127.xml"/><Relationship Id="rId136" Type="http://schemas.openxmlformats.org/officeDocument/2006/relationships/slide" Target="slides/slide132.xml"/><Relationship Id="rId157" Type="http://schemas.openxmlformats.org/officeDocument/2006/relationships/slide" Target="slides/slide153.xml"/><Relationship Id="rId178" Type="http://schemas.openxmlformats.org/officeDocument/2006/relationships/slide" Target="slides/slide174.xml"/><Relationship Id="rId61" Type="http://schemas.openxmlformats.org/officeDocument/2006/relationships/slide" Target="slides/slide57.xml"/><Relationship Id="rId82" Type="http://schemas.openxmlformats.org/officeDocument/2006/relationships/slide" Target="slides/slide78.xml"/><Relationship Id="rId152" Type="http://schemas.openxmlformats.org/officeDocument/2006/relationships/slide" Target="slides/slide148.xml"/><Relationship Id="rId173" Type="http://schemas.openxmlformats.org/officeDocument/2006/relationships/slide" Target="slides/slide169.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126" Type="http://schemas.openxmlformats.org/officeDocument/2006/relationships/slide" Target="slides/slide122.xml"/><Relationship Id="rId147" Type="http://schemas.openxmlformats.org/officeDocument/2006/relationships/slide" Target="slides/slide143.xml"/><Relationship Id="rId168" Type="http://schemas.openxmlformats.org/officeDocument/2006/relationships/slide" Target="slides/slide164.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121" Type="http://schemas.openxmlformats.org/officeDocument/2006/relationships/slide" Target="slides/slide117.xml"/><Relationship Id="rId142" Type="http://schemas.openxmlformats.org/officeDocument/2006/relationships/slide" Target="slides/slide138.xml"/><Relationship Id="rId163" Type="http://schemas.openxmlformats.org/officeDocument/2006/relationships/slide" Target="slides/slide159.xml"/><Relationship Id="rId184" Type="http://schemas.openxmlformats.org/officeDocument/2006/relationships/notesMaster" Target="notesMasters/notesMaster1.xml"/><Relationship Id="rId189" Type="http://schemas.microsoft.com/office/2016/11/relationships/changesInfo" Target="changesInfos/changesInfo1.xml"/><Relationship Id="rId3" Type="http://schemas.openxmlformats.org/officeDocument/2006/relationships/slideMaster" Target="slideMasters/slideMaster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slide" Target="slides/slide112.xml"/><Relationship Id="rId137" Type="http://schemas.openxmlformats.org/officeDocument/2006/relationships/slide" Target="slides/slide133.xml"/><Relationship Id="rId158" Type="http://schemas.openxmlformats.org/officeDocument/2006/relationships/slide" Target="slides/slide154.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slide" Target="slides/slide107.xml"/><Relationship Id="rId132" Type="http://schemas.openxmlformats.org/officeDocument/2006/relationships/slide" Target="slides/slide128.xml"/><Relationship Id="rId153" Type="http://schemas.openxmlformats.org/officeDocument/2006/relationships/slide" Target="slides/slide149.xml"/><Relationship Id="rId174" Type="http://schemas.openxmlformats.org/officeDocument/2006/relationships/slide" Target="slides/slide170.xml"/><Relationship Id="rId179" Type="http://schemas.openxmlformats.org/officeDocument/2006/relationships/slide" Target="slides/slide175.xml"/><Relationship Id="rId190" Type="http://schemas.microsoft.com/office/2015/10/relationships/revisionInfo" Target="revisionInfo.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 Id="rId127" Type="http://schemas.openxmlformats.org/officeDocument/2006/relationships/slide" Target="slides/slide123.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78" Type="http://schemas.openxmlformats.org/officeDocument/2006/relationships/slide" Target="slides/slide74.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slide" Target="slides/slide118.xml"/><Relationship Id="rId143" Type="http://schemas.openxmlformats.org/officeDocument/2006/relationships/slide" Target="slides/slide139.xml"/><Relationship Id="rId148" Type="http://schemas.openxmlformats.org/officeDocument/2006/relationships/slide" Target="slides/slide144.xml"/><Relationship Id="rId164" Type="http://schemas.openxmlformats.org/officeDocument/2006/relationships/slide" Target="slides/slide160.xml"/><Relationship Id="rId169" Type="http://schemas.openxmlformats.org/officeDocument/2006/relationships/slide" Target="slides/slide165.xml"/><Relationship Id="rId185"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5.xml"/><Relationship Id="rId180" Type="http://schemas.openxmlformats.org/officeDocument/2006/relationships/slide" Target="slides/slide176.xml"/><Relationship Id="rId26" Type="http://schemas.openxmlformats.org/officeDocument/2006/relationships/slide" Target="slides/slide22.xml"/><Relationship Id="rId47" Type="http://schemas.openxmlformats.org/officeDocument/2006/relationships/slide" Target="slides/slide43.xml"/><Relationship Id="rId68" Type="http://schemas.openxmlformats.org/officeDocument/2006/relationships/slide" Target="slides/slide64.xml"/><Relationship Id="rId89" Type="http://schemas.openxmlformats.org/officeDocument/2006/relationships/slide" Target="slides/slide85.xml"/><Relationship Id="rId112" Type="http://schemas.openxmlformats.org/officeDocument/2006/relationships/slide" Target="slides/slide108.xml"/><Relationship Id="rId133" Type="http://schemas.openxmlformats.org/officeDocument/2006/relationships/slide" Target="slides/slide129.xml"/><Relationship Id="rId154" Type="http://schemas.openxmlformats.org/officeDocument/2006/relationships/slide" Target="slides/slide150.xml"/><Relationship Id="rId175" Type="http://schemas.openxmlformats.org/officeDocument/2006/relationships/slide" Target="slides/slide171.xml"/><Relationship Id="rId16" Type="http://schemas.openxmlformats.org/officeDocument/2006/relationships/slide" Target="slides/slide12.xml"/><Relationship Id="rId37" Type="http://schemas.openxmlformats.org/officeDocument/2006/relationships/slide" Target="slides/slide33.xml"/><Relationship Id="rId58" Type="http://schemas.openxmlformats.org/officeDocument/2006/relationships/slide" Target="slides/slide54.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slide" Target="slides/slide119.xml"/><Relationship Id="rId144" Type="http://schemas.openxmlformats.org/officeDocument/2006/relationships/slide" Target="slides/slide140.xml"/><Relationship Id="rId90" Type="http://schemas.openxmlformats.org/officeDocument/2006/relationships/slide" Target="slides/slide86.xml"/><Relationship Id="rId165" Type="http://schemas.openxmlformats.org/officeDocument/2006/relationships/slide" Target="slides/slide161.xml"/><Relationship Id="rId186" Type="http://schemas.openxmlformats.org/officeDocument/2006/relationships/viewProps" Target="viewProps.xml"/><Relationship Id="rId27" Type="http://schemas.openxmlformats.org/officeDocument/2006/relationships/slide" Target="slides/slide23.xml"/><Relationship Id="rId48" Type="http://schemas.openxmlformats.org/officeDocument/2006/relationships/slide" Target="slides/slide44.xml"/><Relationship Id="rId69" Type="http://schemas.openxmlformats.org/officeDocument/2006/relationships/slide" Target="slides/slide65.xml"/><Relationship Id="rId113" Type="http://schemas.openxmlformats.org/officeDocument/2006/relationships/slide" Target="slides/slide109.xml"/><Relationship Id="rId134" Type="http://schemas.openxmlformats.org/officeDocument/2006/relationships/slide" Target="slides/slide130.xml"/><Relationship Id="rId80" Type="http://schemas.openxmlformats.org/officeDocument/2006/relationships/slide" Target="slides/slide76.xml"/><Relationship Id="rId155" Type="http://schemas.openxmlformats.org/officeDocument/2006/relationships/slide" Target="slides/slide151.xml"/><Relationship Id="rId176" Type="http://schemas.openxmlformats.org/officeDocument/2006/relationships/slide" Target="slides/slide172.xml"/><Relationship Id="rId17" Type="http://schemas.openxmlformats.org/officeDocument/2006/relationships/slide" Target="slides/slide13.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24" Type="http://schemas.openxmlformats.org/officeDocument/2006/relationships/slide" Target="slides/slide120.xml"/><Relationship Id="rId70" Type="http://schemas.openxmlformats.org/officeDocument/2006/relationships/slide" Target="slides/slide66.xml"/><Relationship Id="rId91" Type="http://schemas.openxmlformats.org/officeDocument/2006/relationships/slide" Target="slides/slide87.xml"/><Relationship Id="rId145" Type="http://schemas.openxmlformats.org/officeDocument/2006/relationships/slide" Target="slides/slide141.xml"/><Relationship Id="rId166" Type="http://schemas.openxmlformats.org/officeDocument/2006/relationships/slide" Target="slides/slide162.xml"/><Relationship Id="rId187" Type="http://schemas.openxmlformats.org/officeDocument/2006/relationships/theme" Target="theme/theme1.xml"/><Relationship Id="rId1" Type="http://schemas.openxmlformats.org/officeDocument/2006/relationships/slideMaster" Target="slideMasters/slideMaster1.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60" Type="http://schemas.openxmlformats.org/officeDocument/2006/relationships/slide" Target="slides/slide56.xml"/><Relationship Id="rId81" Type="http://schemas.openxmlformats.org/officeDocument/2006/relationships/slide" Target="slides/slide77.xml"/><Relationship Id="rId135" Type="http://schemas.openxmlformats.org/officeDocument/2006/relationships/slide" Target="slides/slide131.xml"/><Relationship Id="rId156" Type="http://schemas.openxmlformats.org/officeDocument/2006/relationships/slide" Target="slides/slide152.xml"/><Relationship Id="rId177" Type="http://schemas.openxmlformats.org/officeDocument/2006/relationships/slide" Target="slides/slide17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deranti, Festus Oluseyi (Computational Sciences)" userId="559a3653-a41f-4a5e-b0aa-dafa2ac45b97" providerId="ADAL" clId="{E629B12B-28C7-4377-A6B2-829EF4ED903F}"/>
    <pc:docChg chg="undo custSel addSld delSld modSld">
      <pc:chgData name="Oderanti, Festus Oluseyi (Computational Sciences)" userId="559a3653-a41f-4a5e-b0aa-dafa2ac45b97" providerId="ADAL" clId="{E629B12B-28C7-4377-A6B2-829EF4ED903F}" dt="2025-01-24T07:33:22.652" v="45" actId="47"/>
      <pc:docMkLst>
        <pc:docMk/>
      </pc:docMkLst>
      <pc:sldChg chg="modSp mod">
        <pc:chgData name="Oderanti, Festus Oluseyi (Computational Sciences)" userId="559a3653-a41f-4a5e-b0aa-dafa2ac45b97" providerId="ADAL" clId="{E629B12B-28C7-4377-A6B2-829EF4ED903F}" dt="2025-01-17T05:13:28.275" v="5" actId="1036"/>
        <pc:sldMkLst>
          <pc:docMk/>
          <pc:sldMk cId="3069055879" sldId="265"/>
        </pc:sldMkLst>
      </pc:sldChg>
      <pc:sldChg chg="addSp modSp mod">
        <pc:chgData name="Oderanti, Festus Oluseyi (Computational Sciences)" userId="559a3653-a41f-4a5e-b0aa-dafa2ac45b97" providerId="ADAL" clId="{E629B12B-28C7-4377-A6B2-829EF4ED903F}" dt="2025-01-17T05:51:07.468" v="24" actId="13822"/>
        <pc:sldMkLst>
          <pc:docMk/>
          <pc:sldMk cId="1538150584" sldId="277"/>
        </pc:sldMkLst>
      </pc:sldChg>
      <pc:sldChg chg="delSp modSp mod">
        <pc:chgData name="Oderanti, Festus Oluseyi (Computational Sciences)" userId="559a3653-a41f-4a5e-b0aa-dafa2ac45b97" providerId="ADAL" clId="{E629B12B-28C7-4377-A6B2-829EF4ED903F}" dt="2025-01-17T05:47:06.439" v="8" actId="21"/>
        <pc:sldMkLst>
          <pc:docMk/>
          <pc:sldMk cId="827296722" sldId="346"/>
        </pc:sldMkLst>
      </pc:sldChg>
      <pc:sldChg chg="mod modShow">
        <pc:chgData name="Oderanti, Festus Oluseyi (Computational Sciences)" userId="559a3653-a41f-4a5e-b0aa-dafa2ac45b97" providerId="ADAL" clId="{E629B12B-28C7-4377-A6B2-829EF4ED903F}" dt="2025-01-22T07:11:03.237" v="25" actId="729"/>
        <pc:sldMkLst>
          <pc:docMk/>
          <pc:sldMk cId="3162451928" sldId="418"/>
        </pc:sldMkLst>
      </pc:sldChg>
      <pc:sldChg chg="mod modShow">
        <pc:chgData name="Oderanti, Festus Oluseyi (Computational Sciences)" userId="559a3653-a41f-4a5e-b0aa-dafa2ac45b97" providerId="ADAL" clId="{E629B12B-28C7-4377-A6B2-829EF4ED903F}" dt="2025-01-22T07:20:57.582" v="38" actId="729"/>
        <pc:sldMkLst>
          <pc:docMk/>
          <pc:sldMk cId="3225447437" sldId="457"/>
        </pc:sldMkLst>
      </pc:sldChg>
      <pc:sldChg chg="del">
        <pc:chgData name="Oderanti, Festus Oluseyi (Computational Sciences)" userId="559a3653-a41f-4a5e-b0aa-dafa2ac45b97" providerId="ADAL" clId="{E629B12B-28C7-4377-A6B2-829EF4ED903F}" dt="2025-01-15T14:48:50.505" v="0" actId="2696"/>
        <pc:sldMkLst>
          <pc:docMk/>
          <pc:sldMk cId="1450128515" sldId="460"/>
        </pc:sldMkLst>
      </pc:sldChg>
      <pc:sldChg chg="add mod modShow">
        <pc:chgData name="Oderanti, Festus Oluseyi (Computational Sciences)" userId="559a3653-a41f-4a5e-b0aa-dafa2ac45b97" providerId="ADAL" clId="{E629B12B-28C7-4377-A6B2-829EF4ED903F}" dt="2025-01-17T04:12:50.948" v="3" actId="729"/>
        <pc:sldMkLst>
          <pc:docMk/>
          <pc:sldMk cId="3573076930" sldId="460"/>
        </pc:sldMkLst>
      </pc:sldChg>
      <pc:sldChg chg="del">
        <pc:chgData name="Oderanti, Festus Oluseyi (Computational Sciences)" userId="559a3653-a41f-4a5e-b0aa-dafa2ac45b97" providerId="ADAL" clId="{E629B12B-28C7-4377-A6B2-829EF4ED903F}" dt="2025-01-24T07:32:32.850" v="40" actId="2696"/>
        <pc:sldMkLst>
          <pc:docMk/>
          <pc:sldMk cId="329539797" sldId="465"/>
        </pc:sldMkLst>
      </pc:sldChg>
      <pc:sldChg chg="add">
        <pc:chgData name="Oderanti, Festus Oluseyi (Computational Sciences)" userId="559a3653-a41f-4a5e-b0aa-dafa2ac45b97" providerId="ADAL" clId="{E629B12B-28C7-4377-A6B2-829EF4ED903F}" dt="2025-01-24T07:32:35.763" v="41"/>
        <pc:sldMkLst>
          <pc:docMk/>
          <pc:sldMk cId="1672698578" sldId="465"/>
        </pc:sldMkLst>
      </pc:sldChg>
      <pc:sldChg chg="add">
        <pc:chgData name="Oderanti, Festus Oluseyi (Computational Sciences)" userId="559a3653-a41f-4a5e-b0aa-dafa2ac45b97" providerId="ADAL" clId="{E629B12B-28C7-4377-A6B2-829EF4ED903F}" dt="2025-01-22T07:14:29.098" v="31"/>
        <pc:sldMkLst>
          <pc:docMk/>
          <pc:sldMk cId="855224282" sldId="539"/>
        </pc:sldMkLst>
      </pc:sldChg>
      <pc:sldChg chg="modSp add del">
        <pc:chgData name="Oderanti, Festus Oluseyi (Computational Sciences)" userId="559a3653-a41f-4a5e-b0aa-dafa2ac45b97" providerId="ADAL" clId="{E629B12B-28C7-4377-A6B2-829EF4ED903F}" dt="2025-01-22T07:11:20.900" v="30" actId="14100"/>
        <pc:sldMkLst>
          <pc:docMk/>
          <pc:sldMk cId="1732225777" sldId="631"/>
        </pc:sldMkLst>
      </pc:sldChg>
      <pc:sldChg chg="addSp delSp modSp add mod delAnim modAnim">
        <pc:chgData name="Oderanti, Festus Oluseyi (Computational Sciences)" userId="559a3653-a41f-4a5e-b0aa-dafa2ac45b97" providerId="ADAL" clId="{E629B12B-28C7-4377-A6B2-829EF4ED903F}" dt="2025-01-22T07:20:52.443" v="37" actId="14100"/>
        <pc:sldMkLst>
          <pc:docMk/>
          <pc:sldMk cId="1525707797" sldId="632"/>
        </pc:sldMkLst>
      </pc:sldChg>
      <pc:sldChg chg="add">
        <pc:chgData name="Oderanti, Festus Oluseyi (Computational Sciences)" userId="559a3653-a41f-4a5e-b0aa-dafa2ac45b97" providerId="ADAL" clId="{E629B12B-28C7-4377-A6B2-829EF4ED903F}" dt="2025-01-24T07:32:20.542" v="39"/>
        <pc:sldMkLst>
          <pc:docMk/>
          <pc:sldMk cId="2784906002" sldId="633"/>
        </pc:sldMkLst>
      </pc:sldChg>
      <pc:sldChg chg="add del">
        <pc:chgData name="Oderanti, Festus Oluseyi (Computational Sciences)" userId="559a3653-a41f-4a5e-b0aa-dafa2ac45b97" providerId="ADAL" clId="{E629B12B-28C7-4377-A6B2-829EF4ED903F}" dt="2025-01-24T07:33:22.652" v="45" actId="47"/>
        <pc:sldMkLst>
          <pc:docMk/>
          <pc:sldMk cId="2269582383" sldId="634"/>
        </pc:sldMkLst>
      </pc:sldChg>
      <pc:sldChg chg="add del">
        <pc:chgData name="Oderanti, Festus Oluseyi (Computational Sciences)" userId="559a3653-a41f-4a5e-b0aa-dafa2ac45b97" providerId="ADAL" clId="{E629B12B-28C7-4377-A6B2-829EF4ED903F}" dt="2025-01-24T07:33:12.708" v="42" actId="47"/>
        <pc:sldMkLst>
          <pc:docMk/>
          <pc:sldMk cId="2780353595" sldId="636"/>
        </pc:sldMkLst>
      </pc:sldChg>
      <pc:sldChg chg="add">
        <pc:chgData name="Oderanti, Festus Oluseyi (Computational Sciences)" userId="559a3653-a41f-4a5e-b0aa-dafa2ac45b97" providerId="ADAL" clId="{E629B12B-28C7-4377-A6B2-829EF4ED903F}" dt="2025-01-24T07:32:20.542" v="39"/>
        <pc:sldMkLst>
          <pc:docMk/>
          <pc:sldMk cId="2404513803" sldId="637"/>
        </pc:sldMkLst>
      </pc:sldChg>
      <pc:sldChg chg="add del">
        <pc:chgData name="Oderanti, Festus Oluseyi (Computational Sciences)" userId="559a3653-a41f-4a5e-b0aa-dafa2ac45b97" providerId="ADAL" clId="{E629B12B-28C7-4377-A6B2-829EF4ED903F}" dt="2025-01-24T07:33:12.708" v="42" actId="47"/>
        <pc:sldMkLst>
          <pc:docMk/>
          <pc:sldMk cId="2766173782" sldId="639"/>
        </pc:sldMkLst>
      </pc:sldChg>
      <pc:sldChg chg="add del">
        <pc:chgData name="Oderanti, Festus Oluseyi (Computational Sciences)" userId="559a3653-a41f-4a5e-b0aa-dafa2ac45b97" providerId="ADAL" clId="{E629B12B-28C7-4377-A6B2-829EF4ED903F}" dt="2025-01-24T07:33:20.158" v="44" actId="47"/>
        <pc:sldMkLst>
          <pc:docMk/>
          <pc:sldMk cId="439094647" sldId="640"/>
        </pc:sldMkLst>
      </pc:sldChg>
      <pc:sldChg chg="add del">
        <pc:chgData name="Oderanti, Festus Oluseyi (Computational Sciences)" userId="559a3653-a41f-4a5e-b0aa-dafa2ac45b97" providerId="ADAL" clId="{E629B12B-28C7-4377-A6B2-829EF4ED903F}" dt="2025-01-24T07:33:17.172" v="43" actId="47"/>
        <pc:sldMkLst>
          <pc:docMk/>
          <pc:sldMk cId="2966292564" sldId="641"/>
        </pc:sldMkLst>
      </pc:sldChg>
      <pc:sldChg chg="add del">
        <pc:chgData name="Oderanti, Festus Oluseyi (Computational Sciences)" userId="559a3653-a41f-4a5e-b0aa-dafa2ac45b97" providerId="ADAL" clId="{E629B12B-28C7-4377-A6B2-829EF4ED903F}" dt="2025-01-24T07:33:12.708" v="42" actId="47"/>
        <pc:sldMkLst>
          <pc:docMk/>
          <pc:sldMk cId="400759230" sldId="642"/>
        </pc:sldMkLst>
      </pc:sldChg>
      <pc:sldChg chg="modSp add del">
        <pc:chgData name="Oderanti, Festus Oluseyi (Computational Sciences)" userId="559a3653-a41f-4a5e-b0aa-dafa2ac45b97" providerId="ADAL" clId="{E629B12B-28C7-4377-A6B2-829EF4ED903F}" dt="2025-01-24T07:33:12.708" v="42" actId="47"/>
        <pc:sldMkLst>
          <pc:docMk/>
          <pc:sldMk cId="2505131505" sldId="643"/>
        </pc:sldMkLst>
      </pc:sldChg>
      <pc:sldChg chg="add del">
        <pc:chgData name="Oderanti, Festus Oluseyi (Computational Sciences)" userId="559a3653-a41f-4a5e-b0aa-dafa2ac45b97" providerId="ADAL" clId="{E629B12B-28C7-4377-A6B2-829EF4ED903F}" dt="2025-01-24T07:33:12.708" v="42" actId="47"/>
        <pc:sldMkLst>
          <pc:docMk/>
          <pc:sldMk cId="2122862809" sldId="644"/>
        </pc:sldMkLst>
      </pc:sldChg>
      <pc:sldChg chg="add del">
        <pc:chgData name="Oderanti, Festus Oluseyi (Computational Sciences)" userId="559a3653-a41f-4a5e-b0aa-dafa2ac45b97" providerId="ADAL" clId="{E629B12B-28C7-4377-A6B2-829EF4ED903F}" dt="2025-01-24T07:33:12.708" v="42" actId="47"/>
        <pc:sldMkLst>
          <pc:docMk/>
          <pc:sldMk cId="609353462" sldId="645"/>
        </pc:sldMkLst>
      </pc:sldChg>
      <pc:sldChg chg="add del">
        <pc:chgData name="Oderanti, Festus Oluseyi (Computational Sciences)" userId="559a3653-a41f-4a5e-b0aa-dafa2ac45b97" providerId="ADAL" clId="{E629B12B-28C7-4377-A6B2-829EF4ED903F}" dt="2025-01-24T07:33:12.708" v="42" actId="47"/>
        <pc:sldMkLst>
          <pc:docMk/>
          <pc:sldMk cId="2513542681" sldId="646"/>
        </pc:sldMkLst>
      </pc:sldChg>
      <pc:sldChg chg="add del">
        <pc:chgData name="Oderanti, Festus Oluseyi (Computational Sciences)" userId="559a3653-a41f-4a5e-b0aa-dafa2ac45b97" providerId="ADAL" clId="{E629B12B-28C7-4377-A6B2-829EF4ED903F}" dt="2025-01-24T07:33:12.708" v="42" actId="47"/>
        <pc:sldMkLst>
          <pc:docMk/>
          <pc:sldMk cId="2036946172" sldId="647"/>
        </pc:sldMkLst>
      </pc:sldChg>
      <pc:sldChg chg="add del">
        <pc:chgData name="Oderanti, Festus Oluseyi (Computational Sciences)" userId="559a3653-a41f-4a5e-b0aa-dafa2ac45b97" providerId="ADAL" clId="{E629B12B-28C7-4377-A6B2-829EF4ED903F}" dt="2025-01-24T07:33:12.708" v="42" actId="47"/>
        <pc:sldMkLst>
          <pc:docMk/>
          <pc:sldMk cId="2807334226" sldId="648"/>
        </pc:sldMkLst>
      </pc:sldChg>
      <pc:sldChg chg="add del">
        <pc:chgData name="Oderanti, Festus Oluseyi (Computational Sciences)" userId="559a3653-a41f-4a5e-b0aa-dafa2ac45b97" providerId="ADAL" clId="{E629B12B-28C7-4377-A6B2-829EF4ED903F}" dt="2025-01-24T07:33:12.708" v="42" actId="47"/>
        <pc:sldMkLst>
          <pc:docMk/>
          <pc:sldMk cId="3104880469" sldId="649"/>
        </pc:sldMkLst>
      </pc:sldChg>
      <pc:sldChg chg="add">
        <pc:chgData name="Oderanti, Festus Oluseyi (Computational Sciences)" userId="559a3653-a41f-4a5e-b0aa-dafa2ac45b97" providerId="ADAL" clId="{E629B12B-28C7-4377-A6B2-829EF4ED903F}" dt="2025-01-24T07:32:20.542" v="39"/>
        <pc:sldMkLst>
          <pc:docMk/>
          <pc:sldMk cId="3936593434" sldId="650"/>
        </pc:sldMkLst>
      </pc:sldChg>
      <pc:sldChg chg="add">
        <pc:chgData name="Oderanti, Festus Oluseyi (Computational Sciences)" userId="559a3653-a41f-4a5e-b0aa-dafa2ac45b97" providerId="ADAL" clId="{E629B12B-28C7-4377-A6B2-829EF4ED903F}" dt="2025-01-24T07:32:20.542" v="39"/>
        <pc:sldMkLst>
          <pc:docMk/>
          <pc:sldMk cId="2098153794" sldId="651"/>
        </pc:sldMkLst>
      </pc:sldChg>
      <pc:sldChg chg="add">
        <pc:chgData name="Oderanti, Festus Oluseyi (Computational Sciences)" userId="559a3653-a41f-4a5e-b0aa-dafa2ac45b97" providerId="ADAL" clId="{E629B12B-28C7-4377-A6B2-829EF4ED903F}" dt="2025-01-24T07:32:20.542" v="39"/>
        <pc:sldMkLst>
          <pc:docMk/>
          <pc:sldMk cId="1099409179" sldId="652"/>
        </pc:sldMkLst>
      </pc:sldChg>
      <pc:sldChg chg="add">
        <pc:chgData name="Oderanti, Festus Oluseyi (Computational Sciences)" userId="559a3653-a41f-4a5e-b0aa-dafa2ac45b97" providerId="ADAL" clId="{E629B12B-28C7-4377-A6B2-829EF4ED903F}" dt="2025-01-24T07:32:20.542" v="39"/>
        <pc:sldMkLst>
          <pc:docMk/>
          <pc:sldMk cId="3025777026" sldId="739"/>
        </pc:sldMkLst>
      </pc:sldChg>
    </pc:docChg>
  </pc:docChgLst>
  <pc:docChgLst>
    <pc:chgData name="Oderanti, Festus Oluseyi (Computational Sciences)" userId="559a3653-a41f-4a5e-b0aa-dafa2ac45b97" providerId="ADAL" clId="{17FA1C40-3C03-4EDD-82F4-669D3A20A9F6}"/>
    <pc:docChg chg="custSel addSld modSld sldOrd">
      <pc:chgData name="Oderanti, Festus Oluseyi (Computational Sciences)" userId="559a3653-a41f-4a5e-b0aa-dafa2ac45b97" providerId="ADAL" clId="{17FA1C40-3C03-4EDD-82F4-669D3A20A9F6}" dt="2025-08-18T07:27:58.161" v="328" actId="14100"/>
      <pc:docMkLst>
        <pc:docMk/>
      </pc:docMkLst>
      <pc:sldChg chg="addSp delSp modSp mod ord modAnim">
        <pc:chgData name="Oderanti, Festus Oluseyi (Computational Sciences)" userId="559a3653-a41f-4a5e-b0aa-dafa2ac45b97" providerId="ADAL" clId="{17FA1C40-3C03-4EDD-82F4-669D3A20A9F6}" dt="2025-08-18T07:27:58.161" v="328" actId="14100"/>
        <pc:sldMkLst>
          <pc:docMk/>
          <pc:sldMk cId="4138317478" sldId="468"/>
        </pc:sldMkLst>
        <pc:spChg chg="del mod">
          <ac:chgData name="Oderanti, Festus Oluseyi (Computational Sciences)" userId="559a3653-a41f-4a5e-b0aa-dafa2ac45b97" providerId="ADAL" clId="{17FA1C40-3C03-4EDD-82F4-669D3A20A9F6}" dt="2025-08-18T07:12:29.952" v="33" actId="478"/>
          <ac:spMkLst>
            <pc:docMk/>
            <pc:sldMk cId="4138317478" sldId="468"/>
            <ac:spMk id="2" creationId="{2D084A91-B1AC-4634-8106-C9424FD07A50}"/>
          </ac:spMkLst>
        </pc:spChg>
        <pc:spChg chg="mod">
          <ac:chgData name="Oderanti, Festus Oluseyi (Computational Sciences)" userId="559a3653-a41f-4a5e-b0aa-dafa2ac45b97" providerId="ADAL" clId="{17FA1C40-3C03-4EDD-82F4-669D3A20A9F6}" dt="2025-08-18T07:14:39.610" v="122" actId="1076"/>
          <ac:spMkLst>
            <pc:docMk/>
            <pc:sldMk cId="4138317478" sldId="468"/>
            <ac:spMk id="3" creationId="{A4E22FE5-61CD-4B3B-9FFF-1ED11AEFAA24}"/>
          </ac:spMkLst>
        </pc:spChg>
        <pc:spChg chg="add del mod">
          <ac:chgData name="Oderanti, Festus Oluseyi (Computational Sciences)" userId="559a3653-a41f-4a5e-b0aa-dafa2ac45b97" providerId="ADAL" clId="{17FA1C40-3C03-4EDD-82F4-669D3A20A9F6}" dt="2025-08-18T07:12:32.844" v="34" actId="478"/>
          <ac:spMkLst>
            <pc:docMk/>
            <pc:sldMk cId="4138317478" sldId="468"/>
            <ac:spMk id="4" creationId="{843EFCBD-8A3A-3ECB-C2E2-A4CDECA9488F}"/>
          </ac:spMkLst>
        </pc:spChg>
        <pc:picChg chg="add del mod">
          <ac:chgData name="Oderanti, Festus Oluseyi (Computational Sciences)" userId="559a3653-a41f-4a5e-b0aa-dafa2ac45b97" providerId="ADAL" clId="{17FA1C40-3C03-4EDD-82F4-669D3A20A9F6}" dt="2025-08-18T07:19:15.847" v="288" actId="478"/>
          <ac:picMkLst>
            <pc:docMk/>
            <pc:sldMk cId="4138317478" sldId="468"/>
            <ac:picMk id="1026" creationId="{E07D4C05-C994-BA52-557F-8784BB9A4232}"/>
          </ac:picMkLst>
        </pc:picChg>
        <pc:picChg chg="add del mod">
          <ac:chgData name="Oderanti, Festus Oluseyi (Computational Sciences)" userId="559a3653-a41f-4a5e-b0aa-dafa2ac45b97" providerId="ADAL" clId="{17FA1C40-3C03-4EDD-82F4-669D3A20A9F6}" dt="2025-08-18T07:22:34.982" v="315" actId="478"/>
          <ac:picMkLst>
            <pc:docMk/>
            <pc:sldMk cId="4138317478" sldId="468"/>
            <ac:picMk id="1028" creationId="{B67EE295-0269-C181-47EF-6D0A43F9B372}"/>
          </ac:picMkLst>
        </pc:picChg>
        <pc:picChg chg="add mod">
          <ac:chgData name="Oderanti, Festus Oluseyi (Computational Sciences)" userId="559a3653-a41f-4a5e-b0aa-dafa2ac45b97" providerId="ADAL" clId="{17FA1C40-3C03-4EDD-82F4-669D3A20A9F6}" dt="2025-08-18T07:21:13.045" v="313" actId="14100"/>
          <ac:picMkLst>
            <pc:docMk/>
            <pc:sldMk cId="4138317478" sldId="468"/>
            <ac:picMk id="1030" creationId="{B48C34F8-C50F-5C74-9721-E49064F1A8F5}"/>
          </ac:picMkLst>
        </pc:picChg>
        <pc:picChg chg="add mod">
          <ac:chgData name="Oderanti, Festus Oluseyi (Computational Sciences)" userId="559a3653-a41f-4a5e-b0aa-dafa2ac45b97" providerId="ADAL" clId="{17FA1C40-3C03-4EDD-82F4-669D3A20A9F6}" dt="2025-08-18T07:20:38.178" v="304" actId="14100"/>
          <ac:picMkLst>
            <pc:docMk/>
            <pc:sldMk cId="4138317478" sldId="468"/>
            <ac:picMk id="1032" creationId="{1839532F-68CE-ECEB-8EC5-117486E74E5A}"/>
          </ac:picMkLst>
        </pc:picChg>
        <pc:picChg chg="add del mod">
          <ac:chgData name="Oderanti, Festus Oluseyi (Computational Sciences)" userId="559a3653-a41f-4a5e-b0aa-dafa2ac45b97" providerId="ADAL" clId="{17FA1C40-3C03-4EDD-82F4-669D3A20A9F6}" dt="2025-08-18T07:27:43.186" v="322" actId="478"/>
          <ac:picMkLst>
            <pc:docMk/>
            <pc:sldMk cId="4138317478" sldId="468"/>
            <ac:picMk id="1034" creationId="{C510A5E2-8943-2E0A-F5B3-315647FF87AD}"/>
          </ac:picMkLst>
        </pc:picChg>
        <pc:picChg chg="add mod">
          <ac:chgData name="Oderanti, Festus Oluseyi (Computational Sciences)" userId="559a3653-a41f-4a5e-b0aa-dafa2ac45b97" providerId="ADAL" clId="{17FA1C40-3C03-4EDD-82F4-669D3A20A9F6}" dt="2025-08-18T07:23:04.799" v="321" actId="14100"/>
          <ac:picMkLst>
            <pc:docMk/>
            <pc:sldMk cId="4138317478" sldId="468"/>
            <ac:picMk id="1036" creationId="{E3DA3F48-5C9E-4A0E-E428-5B04A68F896A}"/>
          </ac:picMkLst>
        </pc:picChg>
        <pc:picChg chg="add mod">
          <ac:chgData name="Oderanti, Festus Oluseyi (Computational Sciences)" userId="559a3653-a41f-4a5e-b0aa-dafa2ac45b97" providerId="ADAL" clId="{17FA1C40-3C03-4EDD-82F4-669D3A20A9F6}" dt="2025-08-18T07:27:58.161" v="328" actId="14100"/>
          <ac:picMkLst>
            <pc:docMk/>
            <pc:sldMk cId="4138317478" sldId="468"/>
            <ac:picMk id="1038" creationId="{CC1F85F3-A557-613E-A1D8-A64D66E8833B}"/>
          </ac:picMkLst>
        </pc:picChg>
      </pc:sldChg>
      <pc:sldChg chg="modSp add mod">
        <pc:chgData name="Oderanti, Festus Oluseyi (Computational Sciences)" userId="559a3653-a41f-4a5e-b0aa-dafa2ac45b97" providerId="ADAL" clId="{17FA1C40-3C03-4EDD-82F4-669D3A20A9F6}" dt="2025-08-18T07:16:58.199" v="282" actId="113"/>
        <pc:sldMkLst>
          <pc:docMk/>
          <pc:sldMk cId="2047325548" sldId="740"/>
        </pc:sldMkLst>
        <pc:spChg chg="mod">
          <ac:chgData name="Oderanti, Festus Oluseyi (Computational Sciences)" userId="559a3653-a41f-4a5e-b0aa-dafa2ac45b97" providerId="ADAL" clId="{17FA1C40-3C03-4EDD-82F4-669D3A20A9F6}" dt="2025-08-18T07:16:58.199" v="282" actId="113"/>
          <ac:spMkLst>
            <pc:docMk/>
            <pc:sldMk cId="2047325548" sldId="740"/>
            <ac:spMk id="2" creationId="{CF3439A7-6212-422D-3FC0-A60EA837DB9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Calibri" panose="020F0502020204030204" pitchFamily="34" charset="0"/>
                <a:cs typeface="Calibri" panose="020F0502020204030204" pitchFamily="34"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Calibri" panose="020F0502020204030204" pitchFamily="34" charset="0"/>
                <a:cs typeface="Calibri" panose="020F0502020204030204" pitchFamily="34" charset="0"/>
              </a:defRPr>
            </a:lvl1pPr>
          </a:lstStyle>
          <a:p>
            <a:fld id="{77BCC957-B35A-4D7A-8CBD-ABBAB1546120}" type="datetimeFigureOut">
              <a:rPr lang="en-US" smtClean="0"/>
              <a:pPr/>
              <a:t>8/18/2025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Calibri" panose="020F0502020204030204" pitchFamily="34" charset="0"/>
                <a:cs typeface="Calibri" panose="020F0502020204030204" pitchFamily="34"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Calibri" panose="020F0502020204030204" pitchFamily="34" charset="0"/>
                <a:cs typeface="Calibri" panose="020F0502020204030204" pitchFamily="34" charset="0"/>
              </a:defRPr>
            </a:lvl1pPr>
          </a:lstStyle>
          <a:p>
            <a:fld id="{B1F7CFB9-DD5C-490A-9757-1953122F509C}" type="slidenum">
              <a:rPr lang="en-US" smtClean="0"/>
              <a:pPr/>
              <a:t>‹#›</a:t>
            </a:fld>
            <a:endParaRPr lang="en-US" dirty="0"/>
          </a:p>
        </p:txBody>
      </p:sp>
    </p:spTree>
    <p:extLst>
      <p:ext uri="{BB962C8B-B14F-4D97-AF65-F5344CB8AC3E}">
        <p14:creationId xmlns:p14="http://schemas.microsoft.com/office/powerpoint/2010/main" val="29542190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Slide Image Placeholder 1">
            <a:extLst>
              <a:ext uri="{FF2B5EF4-FFF2-40B4-BE49-F238E27FC236}">
                <a16:creationId xmlns:a16="http://schemas.microsoft.com/office/drawing/2014/main" id="{42D170B6-ECAE-4D0C-8D60-EE8FA510161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6195" name="Notes Placeholder 2">
            <a:extLst>
              <a:ext uri="{FF2B5EF4-FFF2-40B4-BE49-F238E27FC236}">
                <a16:creationId xmlns:a16="http://schemas.microsoft.com/office/drawing/2014/main" id="{CB7D279F-5908-4A6B-9D7C-99ADF911EA1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50532" name="Slide Number Placeholder 3">
            <a:extLst>
              <a:ext uri="{FF2B5EF4-FFF2-40B4-BE49-F238E27FC236}">
                <a16:creationId xmlns:a16="http://schemas.microsoft.com/office/drawing/2014/main" id="{814EDE84-A6EB-4E25-9A03-1835D95C24BF}"/>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CA018DF0-7794-4445-8A73-AA1635C450CD}" type="slidenum">
              <a:rPr lang="en-US" altLang="en-US">
                <a:latin typeface="Calibri" panose="020F0502020204030204" pitchFamily="34" charset="0"/>
                <a:cs typeface="Calibri" panose="020F0502020204030204" pitchFamily="34" charset="0"/>
              </a:rPr>
              <a:pPr eaLnBrk="1" hangingPunct="1"/>
              <a:t>6</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794808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Slide Image Placeholder 1">
            <a:extLst>
              <a:ext uri="{FF2B5EF4-FFF2-40B4-BE49-F238E27FC236}">
                <a16:creationId xmlns:a16="http://schemas.microsoft.com/office/drawing/2014/main" id="{DF6E50A2-81B2-4B6E-B629-EFF3AE8BE8D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7219" name="Notes Placeholder 2">
            <a:extLst>
              <a:ext uri="{FF2B5EF4-FFF2-40B4-BE49-F238E27FC236}">
                <a16:creationId xmlns:a16="http://schemas.microsoft.com/office/drawing/2014/main" id="{D1CB0143-9F63-42BE-AFAD-8260BA10B82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53604" name="Slide Number Placeholder 3">
            <a:extLst>
              <a:ext uri="{FF2B5EF4-FFF2-40B4-BE49-F238E27FC236}">
                <a16:creationId xmlns:a16="http://schemas.microsoft.com/office/drawing/2014/main" id="{7EC52922-6AD8-4490-9E71-F9830376B19E}"/>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61812C4-CB95-4EAA-82D8-D344A8D9CADF}" type="slidenum">
              <a:rPr lang="en-US" altLang="en-US">
                <a:latin typeface="Calibri" panose="020F0502020204030204" pitchFamily="34" charset="0"/>
                <a:cs typeface="Calibri" panose="020F0502020204030204" pitchFamily="34" charset="0"/>
              </a:rPr>
              <a:pPr eaLnBrk="1" hangingPunct="1"/>
              <a:t>7</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32514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Slide Image Placeholder 1">
            <a:extLst>
              <a:ext uri="{FF2B5EF4-FFF2-40B4-BE49-F238E27FC236}">
                <a16:creationId xmlns:a16="http://schemas.microsoft.com/office/drawing/2014/main" id="{DF6E50A2-81B2-4B6E-B629-EFF3AE8BE8D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7219" name="Notes Placeholder 2">
            <a:extLst>
              <a:ext uri="{FF2B5EF4-FFF2-40B4-BE49-F238E27FC236}">
                <a16:creationId xmlns:a16="http://schemas.microsoft.com/office/drawing/2014/main" id="{D1CB0143-9F63-42BE-AFAD-8260BA10B82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53604" name="Slide Number Placeholder 3">
            <a:extLst>
              <a:ext uri="{FF2B5EF4-FFF2-40B4-BE49-F238E27FC236}">
                <a16:creationId xmlns:a16="http://schemas.microsoft.com/office/drawing/2014/main" id="{7EC52922-6AD8-4490-9E71-F9830376B19E}"/>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61812C4-CB95-4EAA-82D8-D344A8D9CADF}" type="slidenum">
              <a:rPr lang="en-US" altLang="en-US">
                <a:latin typeface="Calibri" panose="020F0502020204030204" pitchFamily="34" charset="0"/>
                <a:cs typeface="Calibri" panose="020F0502020204030204" pitchFamily="34" charset="0"/>
              </a:rPr>
              <a:pPr eaLnBrk="1" hangingPunct="1"/>
              <a:t>8</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426696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Slide Image Placeholder 1">
            <a:extLst>
              <a:ext uri="{FF2B5EF4-FFF2-40B4-BE49-F238E27FC236}">
                <a16:creationId xmlns:a16="http://schemas.microsoft.com/office/drawing/2014/main" id="{DF6E50A2-81B2-4B6E-B629-EFF3AE8BE8D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7219" name="Notes Placeholder 2">
            <a:extLst>
              <a:ext uri="{FF2B5EF4-FFF2-40B4-BE49-F238E27FC236}">
                <a16:creationId xmlns:a16="http://schemas.microsoft.com/office/drawing/2014/main" id="{D1CB0143-9F63-42BE-AFAD-8260BA10B82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153604" name="Slide Number Placeholder 3">
            <a:extLst>
              <a:ext uri="{FF2B5EF4-FFF2-40B4-BE49-F238E27FC236}">
                <a16:creationId xmlns:a16="http://schemas.microsoft.com/office/drawing/2014/main" id="{7EC52922-6AD8-4490-9E71-F9830376B19E}"/>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61812C4-CB95-4EAA-82D8-D344A8D9CADF}" type="slidenum">
              <a:rPr lang="en-US" altLang="en-US">
                <a:latin typeface="Calibri" panose="020F0502020204030204" pitchFamily="34" charset="0"/>
                <a:cs typeface="Calibri" panose="020F0502020204030204" pitchFamily="34" charset="0"/>
              </a:rPr>
              <a:pPr eaLnBrk="1" hangingPunct="1"/>
              <a:t>9</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806807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Slide Image Placeholder 1">
            <a:extLst>
              <a:ext uri="{FF2B5EF4-FFF2-40B4-BE49-F238E27FC236}">
                <a16:creationId xmlns:a16="http://schemas.microsoft.com/office/drawing/2014/main" id="{DF6E50A2-81B2-4B6E-B629-EFF3AE8BE8D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7219" name="Notes Placeholder 2">
            <a:extLst>
              <a:ext uri="{FF2B5EF4-FFF2-40B4-BE49-F238E27FC236}">
                <a16:creationId xmlns:a16="http://schemas.microsoft.com/office/drawing/2014/main" id="{D1CB0143-9F63-42BE-AFAD-8260BA10B82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53604" name="Slide Number Placeholder 3">
            <a:extLst>
              <a:ext uri="{FF2B5EF4-FFF2-40B4-BE49-F238E27FC236}">
                <a16:creationId xmlns:a16="http://schemas.microsoft.com/office/drawing/2014/main" id="{7EC52922-6AD8-4490-9E71-F9830376B19E}"/>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61812C4-CB95-4EAA-82D8-D344A8D9CADF}" type="slidenum">
              <a:rPr lang="en-US" altLang="en-US">
                <a:latin typeface="Calibri" panose="020F0502020204030204" pitchFamily="34" charset="0"/>
                <a:cs typeface="Calibri" panose="020F0502020204030204" pitchFamily="34" charset="0"/>
              </a:rPr>
              <a:pPr eaLnBrk="1" hangingPunct="1"/>
              <a:t>10</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3660023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Slide Image Placeholder 1">
            <a:extLst>
              <a:ext uri="{FF2B5EF4-FFF2-40B4-BE49-F238E27FC236}">
                <a16:creationId xmlns:a16="http://schemas.microsoft.com/office/drawing/2014/main" id="{DF6E50A2-81B2-4B6E-B629-EFF3AE8BE8D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7219" name="Notes Placeholder 2">
            <a:extLst>
              <a:ext uri="{FF2B5EF4-FFF2-40B4-BE49-F238E27FC236}">
                <a16:creationId xmlns:a16="http://schemas.microsoft.com/office/drawing/2014/main" id="{D1CB0143-9F63-42BE-AFAD-8260BA10B82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53604" name="Slide Number Placeholder 3">
            <a:extLst>
              <a:ext uri="{FF2B5EF4-FFF2-40B4-BE49-F238E27FC236}">
                <a16:creationId xmlns:a16="http://schemas.microsoft.com/office/drawing/2014/main" id="{7EC52922-6AD8-4490-9E71-F9830376B19E}"/>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61812C4-CB95-4EAA-82D8-D344A8D9CADF}" type="slidenum">
              <a:rPr lang="en-US" altLang="en-US">
                <a:latin typeface="Calibri" panose="020F0502020204030204" pitchFamily="34" charset="0"/>
                <a:cs typeface="Calibri" panose="020F0502020204030204" pitchFamily="34" charset="0"/>
              </a:rPr>
              <a:pPr eaLnBrk="1" hangingPunct="1"/>
              <a:t>11</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137970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Slide Image Placeholder 1">
            <a:extLst>
              <a:ext uri="{FF2B5EF4-FFF2-40B4-BE49-F238E27FC236}">
                <a16:creationId xmlns:a16="http://schemas.microsoft.com/office/drawing/2014/main" id="{DF6E50A2-81B2-4B6E-B629-EFF3AE8BE8D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7219" name="Notes Placeholder 2">
            <a:extLst>
              <a:ext uri="{FF2B5EF4-FFF2-40B4-BE49-F238E27FC236}">
                <a16:creationId xmlns:a16="http://schemas.microsoft.com/office/drawing/2014/main" id="{D1CB0143-9F63-42BE-AFAD-8260BA10B82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53604" name="Slide Number Placeholder 3">
            <a:extLst>
              <a:ext uri="{FF2B5EF4-FFF2-40B4-BE49-F238E27FC236}">
                <a16:creationId xmlns:a16="http://schemas.microsoft.com/office/drawing/2014/main" id="{7EC52922-6AD8-4490-9E71-F9830376B19E}"/>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61812C4-CB95-4EAA-82D8-D344A8D9CADF}" type="slidenum">
              <a:rPr lang="en-US" altLang="en-US">
                <a:latin typeface="Calibri" panose="020F0502020204030204" pitchFamily="34" charset="0"/>
                <a:cs typeface="Calibri" panose="020F0502020204030204" pitchFamily="34" charset="0"/>
              </a:rPr>
              <a:pPr eaLnBrk="1" hangingPunct="1"/>
              <a:t>12</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154117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Slide Image Placeholder 1">
            <a:extLst>
              <a:ext uri="{FF2B5EF4-FFF2-40B4-BE49-F238E27FC236}">
                <a16:creationId xmlns:a16="http://schemas.microsoft.com/office/drawing/2014/main" id="{DF6E50A2-81B2-4B6E-B629-EFF3AE8BE8D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7219" name="Notes Placeholder 2">
            <a:extLst>
              <a:ext uri="{FF2B5EF4-FFF2-40B4-BE49-F238E27FC236}">
                <a16:creationId xmlns:a16="http://schemas.microsoft.com/office/drawing/2014/main" id="{D1CB0143-9F63-42BE-AFAD-8260BA10B82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53604" name="Slide Number Placeholder 3">
            <a:extLst>
              <a:ext uri="{FF2B5EF4-FFF2-40B4-BE49-F238E27FC236}">
                <a16:creationId xmlns:a16="http://schemas.microsoft.com/office/drawing/2014/main" id="{7EC52922-6AD8-4490-9E71-F9830376B19E}"/>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61812C4-CB95-4EAA-82D8-D344A8D9CADF}" type="slidenum">
              <a:rPr lang="en-US" altLang="en-US">
                <a:latin typeface="Calibri" panose="020F0502020204030204" pitchFamily="34" charset="0"/>
                <a:cs typeface="Calibri" panose="020F0502020204030204" pitchFamily="34" charset="0"/>
              </a:rPr>
              <a:pPr eaLnBrk="1" hangingPunct="1"/>
              <a:t>13</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636159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Slide Image Placeholder 1">
            <a:extLst>
              <a:ext uri="{FF2B5EF4-FFF2-40B4-BE49-F238E27FC236}">
                <a16:creationId xmlns:a16="http://schemas.microsoft.com/office/drawing/2014/main" id="{DF6E50A2-81B2-4B6E-B629-EFF3AE8BE8D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7219" name="Notes Placeholder 2">
            <a:extLst>
              <a:ext uri="{FF2B5EF4-FFF2-40B4-BE49-F238E27FC236}">
                <a16:creationId xmlns:a16="http://schemas.microsoft.com/office/drawing/2014/main" id="{D1CB0143-9F63-42BE-AFAD-8260BA10B82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53604" name="Slide Number Placeholder 3">
            <a:extLst>
              <a:ext uri="{FF2B5EF4-FFF2-40B4-BE49-F238E27FC236}">
                <a16:creationId xmlns:a16="http://schemas.microsoft.com/office/drawing/2014/main" id="{7EC52922-6AD8-4490-9E71-F9830376B19E}"/>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61812C4-CB95-4EAA-82D8-D344A8D9CADF}" type="slidenum">
              <a:rPr lang="en-US" altLang="en-US">
                <a:latin typeface="Calibri" panose="020F0502020204030204" pitchFamily="34" charset="0"/>
                <a:cs typeface="Calibri" panose="020F0502020204030204" pitchFamily="34" charset="0"/>
              </a:rPr>
              <a:pPr eaLnBrk="1" hangingPunct="1"/>
              <a:t>14</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4398041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Slide Image Placeholder 1">
            <a:extLst>
              <a:ext uri="{FF2B5EF4-FFF2-40B4-BE49-F238E27FC236}">
                <a16:creationId xmlns:a16="http://schemas.microsoft.com/office/drawing/2014/main" id="{DF6E50A2-81B2-4B6E-B629-EFF3AE8BE8D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7219" name="Notes Placeholder 2">
            <a:extLst>
              <a:ext uri="{FF2B5EF4-FFF2-40B4-BE49-F238E27FC236}">
                <a16:creationId xmlns:a16="http://schemas.microsoft.com/office/drawing/2014/main" id="{D1CB0143-9F63-42BE-AFAD-8260BA10B82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53604" name="Slide Number Placeholder 3">
            <a:extLst>
              <a:ext uri="{FF2B5EF4-FFF2-40B4-BE49-F238E27FC236}">
                <a16:creationId xmlns:a16="http://schemas.microsoft.com/office/drawing/2014/main" id="{7EC52922-6AD8-4490-9E71-F9830376B19E}"/>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61812C4-CB95-4EAA-82D8-D344A8D9CADF}" type="slidenum">
              <a:rPr lang="en-US" altLang="en-US">
                <a:latin typeface="Calibri" panose="020F0502020204030204" pitchFamily="34" charset="0"/>
                <a:cs typeface="Calibri" panose="020F0502020204030204" pitchFamily="34" charset="0"/>
              </a:rPr>
              <a:pPr eaLnBrk="1" hangingPunct="1"/>
              <a:t>15</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7170038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Slide Image Placeholder 1">
            <a:extLst>
              <a:ext uri="{FF2B5EF4-FFF2-40B4-BE49-F238E27FC236}">
                <a16:creationId xmlns:a16="http://schemas.microsoft.com/office/drawing/2014/main" id="{DF6E50A2-81B2-4B6E-B629-EFF3AE8BE8D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7219" name="Notes Placeholder 2">
            <a:extLst>
              <a:ext uri="{FF2B5EF4-FFF2-40B4-BE49-F238E27FC236}">
                <a16:creationId xmlns:a16="http://schemas.microsoft.com/office/drawing/2014/main" id="{D1CB0143-9F63-42BE-AFAD-8260BA10B82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53604" name="Slide Number Placeholder 3">
            <a:extLst>
              <a:ext uri="{FF2B5EF4-FFF2-40B4-BE49-F238E27FC236}">
                <a16:creationId xmlns:a16="http://schemas.microsoft.com/office/drawing/2014/main" id="{7EC52922-6AD8-4490-9E71-F9830376B19E}"/>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61812C4-CB95-4EAA-82D8-D344A8D9CADF}" type="slidenum">
              <a:rPr lang="en-US" altLang="en-US">
                <a:latin typeface="Calibri" panose="020F0502020204030204" pitchFamily="34" charset="0"/>
                <a:cs typeface="Calibri" panose="020F0502020204030204" pitchFamily="34" charset="0"/>
              </a:rPr>
              <a:pPr eaLnBrk="1" hangingPunct="1"/>
              <a:t>16</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226362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Slide Image Placeholder 1">
            <a:extLst>
              <a:ext uri="{FF2B5EF4-FFF2-40B4-BE49-F238E27FC236}">
                <a16:creationId xmlns:a16="http://schemas.microsoft.com/office/drawing/2014/main" id="{DF6E50A2-81B2-4B6E-B629-EFF3AE8BE8D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7219" name="Notes Placeholder 2">
            <a:extLst>
              <a:ext uri="{FF2B5EF4-FFF2-40B4-BE49-F238E27FC236}">
                <a16:creationId xmlns:a16="http://schemas.microsoft.com/office/drawing/2014/main" id="{D1CB0143-9F63-42BE-AFAD-8260BA10B82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53604" name="Slide Number Placeholder 3">
            <a:extLst>
              <a:ext uri="{FF2B5EF4-FFF2-40B4-BE49-F238E27FC236}">
                <a16:creationId xmlns:a16="http://schemas.microsoft.com/office/drawing/2014/main" id="{7EC52922-6AD8-4490-9E71-F9830376B19E}"/>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61812C4-CB95-4EAA-82D8-D344A8D9CADF}" type="slidenum">
              <a:rPr lang="en-US" altLang="en-US">
                <a:latin typeface="Calibri" panose="020F0502020204030204" pitchFamily="34" charset="0"/>
                <a:cs typeface="Calibri" panose="020F0502020204030204" pitchFamily="34" charset="0"/>
              </a:rPr>
              <a:pPr eaLnBrk="1" hangingPunct="1"/>
              <a:t>17</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6567121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Slide Image Placeholder 1">
            <a:extLst>
              <a:ext uri="{FF2B5EF4-FFF2-40B4-BE49-F238E27FC236}">
                <a16:creationId xmlns:a16="http://schemas.microsoft.com/office/drawing/2014/main" id="{DF6E50A2-81B2-4B6E-B629-EFF3AE8BE8D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7219" name="Notes Placeholder 2">
            <a:extLst>
              <a:ext uri="{FF2B5EF4-FFF2-40B4-BE49-F238E27FC236}">
                <a16:creationId xmlns:a16="http://schemas.microsoft.com/office/drawing/2014/main" id="{D1CB0143-9F63-42BE-AFAD-8260BA10B82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153604" name="Slide Number Placeholder 3">
            <a:extLst>
              <a:ext uri="{FF2B5EF4-FFF2-40B4-BE49-F238E27FC236}">
                <a16:creationId xmlns:a16="http://schemas.microsoft.com/office/drawing/2014/main" id="{7EC52922-6AD8-4490-9E71-F9830376B19E}"/>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61812C4-CB95-4EAA-82D8-D344A8D9CADF}" type="slidenum">
              <a:rPr lang="en-US" altLang="en-US">
                <a:latin typeface="Calibri" panose="020F0502020204030204" pitchFamily="34" charset="0"/>
                <a:cs typeface="Calibri" panose="020F0502020204030204" pitchFamily="34" charset="0"/>
              </a:rPr>
              <a:pPr eaLnBrk="1" hangingPunct="1"/>
              <a:t>18</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355249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Slide Image Placeholder 1">
            <a:extLst>
              <a:ext uri="{FF2B5EF4-FFF2-40B4-BE49-F238E27FC236}">
                <a16:creationId xmlns:a16="http://schemas.microsoft.com/office/drawing/2014/main" id="{DF6E50A2-81B2-4B6E-B629-EFF3AE8BE8D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7219" name="Notes Placeholder 2">
            <a:extLst>
              <a:ext uri="{FF2B5EF4-FFF2-40B4-BE49-F238E27FC236}">
                <a16:creationId xmlns:a16="http://schemas.microsoft.com/office/drawing/2014/main" id="{D1CB0143-9F63-42BE-AFAD-8260BA10B82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53604" name="Slide Number Placeholder 3">
            <a:extLst>
              <a:ext uri="{FF2B5EF4-FFF2-40B4-BE49-F238E27FC236}">
                <a16:creationId xmlns:a16="http://schemas.microsoft.com/office/drawing/2014/main" id="{7EC52922-6AD8-4490-9E71-F9830376B19E}"/>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61812C4-CB95-4EAA-82D8-D344A8D9CADF}" type="slidenum">
              <a:rPr lang="en-US" altLang="en-US">
                <a:latin typeface="Calibri" panose="020F0502020204030204" pitchFamily="34" charset="0"/>
                <a:cs typeface="Calibri" panose="020F0502020204030204" pitchFamily="34" charset="0"/>
              </a:rPr>
              <a:pPr eaLnBrk="1" hangingPunct="1"/>
              <a:t>19</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2826724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Slide Image Placeholder 1">
            <a:extLst>
              <a:ext uri="{FF2B5EF4-FFF2-40B4-BE49-F238E27FC236}">
                <a16:creationId xmlns:a16="http://schemas.microsoft.com/office/drawing/2014/main" id="{DF6E50A2-81B2-4B6E-B629-EFF3AE8BE8D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7219" name="Notes Placeholder 2">
            <a:extLst>
              <a:ext uri="{FF2B5EF4-FFF2-40B4-BE49-F238E27FC236}">
                <a16:creationId xmlns:a16="http://schemas.microsoft.com/office/drawing/2014/main" id="{D1CB0143-9F63-42BE-AFAD-8260BA10B82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53604" name="Slide Number Placeholder 3">
            <a:extLst>
              <a:ext uri="{FF2B5EF4-FFF2-40B4-BE49-F238E27FC236}">
                <a16:creationId xmlns:a16="http://schemas.microsoft.com/office/drawing/2014/main" id="{7EC52922-6AD8-4490-9E71-F9830376B19E}"/>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61812C4-CB95-4EAA-82D8-D344A8D9CADF}" type="slidenum">
              <a:rPr lang="en-US" altLang="en-US">
                <a:latin typeface="Calibri" panose="020F0502020204030204" pitchFamily="34" charset="0"/>
                <a:cs typeface="Calibri" panose="020F0502020204030204" pitchFamily="34" charset="0"/>
              </a:rPr>
              <a:pPr eaLnBrk="1" hangingPunct="1"/>
              <a:t>20</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15208059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Slide Image Placeholder 1">
            <a:extLst>
              <a:ext uri="{FF2B5EF4-FFF2-40B4-BE49-F238E27FC236}">
                <a16:creationId xmlns:a16="http://schemas.microsoft.com/office/drawing/2014/main" id="{DF6E50A2-81B2-4B6E-B629-EFF3AE8BE8D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7219" name="Notes Placeholder 2">
            <a:extLst>
              <a:ext uri="{FF2B5EF4-FFF2-40B4-BE49-F238E27FC236}">
                <a16:creationId xmlns:a16="http://schemas.microsoft.com/office/drawing/2014/main" id="{D1CB0143-9F63-42BE-AFAD-8260BA10B82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53604" name="Slide Number Placeholder 3">
            <a:extLst>
              <a:ext uri="{FF2B5EF4-FFF2-40B4-BE49-F238E27FC236}">
                <a16:creationId xmlns:a16="http://schemas.microsoft.com/office/drawing/2014/main" id="{7EC52922-6AD8-4490-9E71-F9830376B19E}"/>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61812C4-CB95-4EAA-82D8-D344A8D9CADF}" type="slidenum">
              <a:rPr lang="en-US" altLang="en-US">
                <a:latin typeface="Calibri" panose="020F0502020204030204" pitchFamily="34" charset="0"/>
                <a:cs typeface="Calibri" panose="020F0502020204030204" pitchFamily="34" charset="0"/>
              </a:rPr>
              <a:pPr eaLnBrk="1" hangingPunct="1"/>
              <a:t>22</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291716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Slide Image Placeholder 1">
            <a:extLst>
              <a:ext uri="{FF2B5EF4-FFF2-40B4-BE49-F238E27FC236}">
                <a16:creationId xmlns:a16="http://schemas.microsoft.com/office/drawing/2014/main" id="{DF6E50A2-81B2-4B6E-B629-EFF3AE8BE8D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7219" name="Notes Placeholder 2">
            <a:extLst>
              <a:ext uri="{FF2B5EF4-FFF2-40B4-BE49-F238E27FC236}">
                <a16:creationId xmlns:a16="http://schemas.microsoft.com/office/drawing/2014/main" id="{D1CB0143-9F63-42BE-AFAD-8260BA10B82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53604" name="Slide Number Placeholder 3">
            <a:extLst>
              <a:ext uri="{FF2B5EF4-FFF2-40B4-BE49-F238E27FC236}">
                <a16:creationId xmlns:a16="http://schemas.microsoft.com/office/drawing/2014/main" id="{7EC52922-6AD8-4490-9E71-F9830376B19E}"/>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61812C4-CB95-4EAA-82D8-D344A8D9CADF}" type="slidenum">
              <a:rPr lang="en-US" altLang="en-US">
                <a:latin typeface="Calibri" panose="020F0502020204030204" pitchFamily="34" charset="0"/>
                <a:cs typeface="Calibri" panose="020F0502020204030204" pitchFamily="34" charset="0"/>
              </a:rPr>
              <a:pPr eaLnBrk="1" hangingPunct="1"/>
              <a:t>23</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582605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Slide Image Placeholder 1">
            <a:extLst>
              <a:ext uri="{FF2B5EF4-FFF2-40B4-BE49-F238E27FC236}">
                <a16:creationId xmlns:a16="http://schemas.microsoft.com/office/drawing/2014/main" id="{DF6E50A2-81B2-4B6E-B629-EFF3AE8BE8D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7219" name="Notes Placeholder 2">
            <a:extLst>
              <a:ext uri="{FF2B5EF4-FFF2-40B4-BE49-F238E27FC236}">
                <a16:creationId xmlns:a16="http://schemas.microsoft.com/office/drawing/2014/main" id="{D1CB0143-9F63-42BE-AFAD-8260BA10B82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53604" name="Slide Number Placeholder 3">
            <a:extLst>
              <a:ext uri="{FF2B5EF4-FFF2-40B4-BE49-F238E27FC236}">
                <a16:creationId xmlns:a16="http://schemas.microsoft.com/office/drawing/2014/main" id="{7EC52922-6AD8-4490-9E71-F9830376B19E}"/>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61812C4-CB95-4EAA-82D8-D344A8D9CADF}" type="slidenum">
              <a:rPr lang="en-US" altLang="en-US">
                <a:latin typeface="Calibri" panose="020F0502020204030204" pitchFamily="34" charset="0"/>
                <a:cs typeface="Calibri" panose="020F0502020204030204" pitchFamily="34" charset="0"/>
              </a:rPr>
              <a:pPr eaLnBrk="1" hangingPunct="1"/>
              <a:t>24</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3928260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Slide Image Placeholder 1">
            <a:extLst>
              <a:ext uri="{FF2B5EF4-FFF2-40B4-BE49-F238E27FC236}">
                <a16:creationId xmlns:a16="http://schemas.microsoft.com/office/drawing/2014/main" id="{DF6E50A2-81B2-4B6E-B629-EFF3AE8BE8D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7219" name="Notes Placeholder 2">
            <a:extLst>
              <a:ext uri="{FF2B5EF4-FFF2-40B4-BE49-F238E27FC236}">
                <a16:creationId xmlns:a16="http://schemas.microsoft.com/office/drawing/2014/main" id="{D1CB0143-9F63-42BE-AFAD-8260BA10B82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53604" name="Slide Number Placeholder 3">
            <a:extLst>
              <a:ext uri="{FF2B5EF4-FFF2-40B4-BE49-F238E27FC236}">
                <a16:creationId xmlns:a16="http://schemas.microsoft.com/office/drawing/2014/main" id="{7EC52922-6AD8-4490-9E71-F9830376B19E}"/>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61812C4-CB95-4EAA-82D8-D344A8D9CADF}" type="slidenum">
              <a:rPr lang="en-US" altLang="en-US">
                <a:latin typeface="Calibri" panose="020F0502020204030204" pitchFamily="34" charset="0"/>
                <a:cs typeface="Calibri" panose="020F0502020204030204" pitchFamily="34" charset="0"/>
              </a:rPr>
              <a:pPr eaLnBrk="1" hangingPunct="1"/>
              <a:t>27</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451855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Slide Image Placeholder 1">
            <a:extLst>
              <a:ext uri="{FF2B5EF4-FFF2-40B4-BE49-F238E27FC236}">
                <a16:creationId xmlns:a16="http://schemas.microsoft.com/office/drawing/2014/main" id="{DF6E50A2-81B2-4B6E-B629-EFF3AE8BE8D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7219" name="Notes Placeholder 2">
            <a:extLst>
              <a:ext uri="{FF2B5EF4-FFF2-40B4-BE49-F238E27FC236}">
                <a16:creationId xmlns:a16="http://schemas.microsoft.com/office/drawing/2014/main" id="{D1CB0143-9F63-42BE-AFAD-8260BA10B82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53604" name="Slide Number Placeholder 3">
            <a:extLst>
              <a:ext uri="{FF2B5EF4-FFF2-40B4-BE49-F238E27FC236}">
                <a16:creationId xmlns:a16="http://schemas.microsoft.com/office/drawing/2014/main" id="{7EC52922-6AD8-4490-9E71-F9830376B19E}"/>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61812C4-CB95-4EAA-82D8-D344A8D9CADF}" type="slidenum">
              <a:rPr lang="en-US" altLang="en-US">
                <a:latin typeface="Calibri" panose="020F0502020204030204" pitchFamily="34" charset="0"/>
                <a:cs typeface="Calibri" panose="020F0502020204030204" pitchFamily="34" charset="0"/>
              </a:rPr>
              <a:pPr eaLnBrk="1" hangingPunct="1"/>
              <a:t>28</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1531604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Slide Image Placeholder 1">
            <a:extLst>
              <a:ext uri="{FF2B5EF4-FFF2-40B4-BE49-F238E27FC236}">
                <a16:creationId xmlns:a16="http://schemas.microsoft.com/office/drawing/2014/main" id="{DF6E50A2-81B2-4B6E-B629-EFF3AE8BE8D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7219" name="Notes Placeholder 2">
            <a:extLst>
              <a:ext uri="{FF2B5EF4-FFF2-40B4-BE49-F238E27FC236}">
                <a16:creationId xmlns:a16="http://schemas.microsoft.com/office/drawing/2014/main" id="{D1CB0143-9F63-42BE-AFAD-8260BA10B82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53604" name="Slide Number Placeholder 3">
            <a:extLst>
              <a:ext uri="{FF2B5EF4-FFF2-40B4-BE49-F238E27FC236}">
                <a16:creationId xmlns:a16="http://schemas.microsoft.com/office/drawing/2014/main" id="{7EC52922-6AD8-4490-9E71-F9830376B19E}"/>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61812C4-CB95-4EAA-82D8-D344A8D9CADF}" type="slidenum">
              <a:rPr lang="en-US" altLang="en-US">
                <a:latin typeface="Calibri" panose="020F0502020204030204" pitchFamily="34" charset="0"/>
                <a:cs typeface="Calibri" panose="020F0502020204030204" pitchFamily="34" charset="0"/>
              </a:rPr>
              <a:pPr eaLnBrk="1" hangingPunct="1"/>
              <a:t>29</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60284649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Slide Image Placeholder 1">
            <a:extLst>
              <a:ext uri="{FF2B5EF4-FFF2-40B4-BE49-F238E27FC236}">
                <a16:creationId xmlns:a16="http://schemas.microsoft.com/office/drawing/2014/main" id="{DF6E50A2-81B2-4B6E-B629-EFF3AE8BE8D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7219" name="Notes Placeholder 2">
            <a:extLst>
              <a:ext uri="{FF2B5EF4-FFF2-40B4-BE49-F238E27FC236}">
                <a16:creationId xmlns:a16="http://schemas.microsoft.com/office/drawing/2014/main" id="{D1CB0143-9F63-42BE-AFAD-8260BA10B82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53604" name="Slide Number Placeholder 3">
            <a:extLst>
              <a:ext uri="{FF2B5EF4-FFF2-40B4-BE49-F238E27FC236}">
                <a16:creationId xmlns:a16="http://schemas.microsoft.com/office/drawing/2014/main" id="{7EC52922-6AD8-4490-9E71-F9830376B19E}"/>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61812C4-CB95-4EAA-82D8-D344A8D9CADF}" type="slidenum">
              <a:rPr lang="en-US" altLang="en-US">
                <a:latin typeface="Calibri" panose="020F0502020204030204" pitchFamily="34" charset="0"/>
                <a:cs typeface="Calibri" panose="020F0502020204030204" pitchFamily="34" charset="0"/>
              </a:rPr>
              <a:pPr eaLnBrk="1" hangingPunct="1"/>
              <a:t>30</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0848548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Slide Image Placeholder 1">
            <a:extLst>
              <a:ext uri="{FF2B5EF4-FFF2-40B4-BE49-F238E27FC236}">
                <a16:creationId xmlns:a16="http://schemas.microsoft.com/office/drawing/2014/main" id="{DF6E50A2-81B2-4B6E-B629-EFF3AE8BE8D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7219" name="Notes Placeholder 2">
            <a:extLst>
              <a:ext uri="{FF2B5EF4-FFF2-40B4-BE49-F238E27FC236}">
                <a16:creationId xmlns:a16="http://schemas.microsoft.com/office/drawing/2014/main" id="{D1CB0143-9F63-42BE-AFAD-8260BA10B82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53604" name="Slide Number Placeholder 3">
            <a:extLst>
              <a:ext uri="{FF2B5EF4-FFF2-40B4-BE49-F238E27FC236}">
                <a16:creationId xmlns:a16="http://schemas.microsoft.com/office/drawing/2014/main" id="{7EC52922-6AD8-4490-9E71-F9830376B19E}"/>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61812C4-CB95-4EAA-82D8-D344A8D9CADF}" type="slidenum">
              <a:rPr lang="en-US" altLang="en-US">
                <a:latin typeface="Calibri" panose="020F0502020204030204" pitchFamily="34" charset="0"/>
                <a:cs typeface="Calibri" panose="020F0502020204030204" pitchFamily="34" charset="0"/>
              </a:rPr>
              <a:pPr eaLnBrk="1" hangingPunct="1"/>
              <a:t>31</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1645800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Slide Image Placeholder 1">
            <a:extLst>
              <a:ext uri="{FF2B5EF4-FFF2-40B4-BE49-F238E27FC236}">
                <a16:creationId xmlns:a16="http://schemas.microsoft.com/office/drawing/2014/main" id="{DF6E50A2-81B2-4B6E-B629-EFF3AE8BE8D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7219" name="Notes Placeholder 2">
            <a:extLst>
              <a:ext uri="{FF2B5EF4-FFF2-40B4-BE49-F238E27FC236}">
                <a16:creationId xmlns:a16="http://schemas.microsoft.com/office/drawing/2014/main" id="{D1CB0143-9F63-42BE-AFAD-8260BA10B82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53604" name="Slide Number Placeholder 3">
            <a:extLst>
              <a:ext uri="{FF2B5EF4-FFF2-40B4-BE49-F238E27FC236}">
                <a16:creationId xmlns:a16="http://schemas.microsoft.com/office/drawing/2014/main" id="{7EC52922-6AD8-4490-9E71-F9830376B19E}"/>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61812C4-CB95-4EAA-82D8-D344A8D9CADF}" type="slidenum">
              <a:rPr lang="en-US" altLang="en-US">
                <a:latin typeface="Calibri" panose="020F0502020204030204" pitchFamily="34" charset="0"/>
                <a:cs typeface="Calibri" panose="020F0502020204030204" pitchFamily="34" charset="0"/>
              </a:rPr>
              <a:pPr eaLnBrk="1" hangingPunct="1"/>
              <a:t>32</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9420122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Slide Image Placeholder 1">
            <a:extLst>
              <a:ext uri="{FF2B5EF4-FFF2-40B4-BE49-F238E27FC236}">
                <a16:creationId xmlns:a16="http://schemas.microsoft.com/office/drawing/2014/main" id="{DF6E50A2-81B2-4B6E-B629-EFF3AE8BE8D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7219" name="Notes Placeholder 2">
            <a:extLst>
              <a:ext uri="{FF2B5EF4-FFF2-40B4-BE49-F238E27FC236}">
                <a16:creationId xmlns:a16="http://schemas.microsoft.com/office/drawing/2014/main" id="{D1CB0143-9F63-42BE-AFAD-8260BA10B82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53604" name="Slide Number Placeholder 3">
            <a:extLst>
              <a:ext uri="{FF2B5EF4-FFF2-40B4-BE49-F238E27FC236}">
                <a16:creationId xmlns:a16="http://schemas.microsoft.com/office/drawing/2014/main" id="{7EC52922-6AD8-4490-9E71-F9830376B19E}"/>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61812C4-CB95-4EAA-82D8-D344A8D9CADF}" type="slidenum">
              <a:rPr lang="en-US" altLang="en-US">
                <a:latin typeface="Calibri" panose="020F0502020204030204" pitchFamily="34" charset="0"/>
                <a:cs typeface="Calibri" panose="020F0502020204030204" pitchFamily="34" charset="0"/>
              </a:rPr>
              <a:pPr eaLnBrk="1" hangingPunct="1"/>
              <a:t>35</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5288704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Slide Image Placeholder 1">
            <a:extLst>
              <a:ext uri="{FF2B5EF4-FFF2-40B4-BE49-F238E27FC236}">
                <a16:creationId xmlns:a16="http://schemas.microsoft.com/office/drawing/2014/main" id="{DF6E50A2-81B2-4B6E-B629-EFF3AE8BE8D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7219" name="Notes Placeholder 2">
            <a:extLst>
              <a:ext uri="{FF2B5EF4-FFF2-40B4-BE49-F238E27FC236}">
                <a16:creationId xmlns:a16="http://schemas.microsoft.com/office/drawing/2014/main" id="{D1CB0143-9F63-42BE-AFAD-8260BA10B82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53604" name="Slide Number Placeholder 3">
            <a:extLst>
              <a:ext uri="{FF2B5EF4-FFF2-40B4-BE49-F238E27FC236}">
                <a16:creationId xmlns:a16="http://schemas.microsoft.com/office/drawing/2014/main" id="{7EC52922-6AD8-4490-9E71-F9830376B19E}"/>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61812C4-CB95-4EAA-82D8-D344A8D9CADF}" type="slidenum">
              <a:rPr lang="en-US" altLang="en-US">
                <a:latin typeface="Calibri" panose="020F0502020204030204" pitchFamily="34" charset="0"/>
                <a:cs typeface="Calibri" panose="020F0502020204030204" pitchFamily="34" charset="0"/>
              </a:rPr>
              <a:pPr eaLnBrk="1" hangingPunct="1"/>
              <a:t>36</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6013038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Slide Image Placeholder 1">
            <a:extLst>
              <a:ext uri="{FF2B5EF4-FFF2-40B4-BE49-F238E27FC236}">
                <a16:creationId xmlns:a16="http://schemas.microsoft.com/office/drawing/2014/main" id="{DF6E50A2-81B2-4B6E-B629-EFF3AE8BE8D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7219" name="Notes Placeholder 2">
            <a:extLst>
              <a:ext uri="{FF2B5EF4-FFF2-40B4-BE49-F238E27FC236}">
                <a16:creationId xmlns:a16="http://schemas.microsoft.com/office/drawing/2014/main" id="{D1CB0143-9F63-42BE-AFAD-8260BA10B82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53604" name="Slide Number Placeholder 3">
            <a:extLst>
              <a:ext uri="{FF2B5EF4-FFF2-40B4-BE49-F238E27FC236}">
                <a16:creationId xmlns:a16="http://schemas.microsoft.com/office/drawing/2014/main" id="{7EC52922-6AD8-4490-9E71-F9830376B19E}"/>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61812C4-CB95-4EAA-82D8-D344A8D9CADF}" type="slidenum">
              <a:rPr lang="en-US" altLang="en-US">
                <a:latin typeface="Calibri" panose="020F0502020204030204" pitchFamily="34" charset="0"/>
                <a:cs typeface="Calibri" panose="020F0502020204030204" pitchFamily="34" charset="0"/>
              </a:rPr>
              <a:pPr eaLnBrk="1" hangingPunct="1"/>
              <a:t>37</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0458179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Slide Image Placeholder 1">
            <a:extLst>
              <a:ext uri="{FF2B5EF4-FFF2-40B4-BE49-F238E27FC236}">
                <a16:creationId xmlns:a16="http://schemas.microsoft.com/office/drawing/2014/main" id="{DF6E50A2-81B2-4B6E-B629-EFF3AE8BE8D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7219" name="Notes Placeholder 2">
            <a:extLst>
              <a:ext uri="{FF2B5EF4-FFF2-40B4-BE49-F238E27FC236}">
                <a16:creationId xmlns:a16="http://schemas.microsoft.com/office/drawing/2014/main" id="{D1CB0143-9F63-42BE-AFAD-8260BA10B82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53604" name="Slide Number Placeholder 3">
            <a:extLst>
              <a:ext uri="{FF2B5EF4-FFF2-40B4-BE49-F238E27FC236}">
                <a16:creationId xmlns:a16="http://schemas.microsoft.com/office/drawing/2014/main" id="{7EC52922-6AD8-4490-9E71-F9830376B19E}"/>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61812C4-CB95-4EAA-82D8-D344A8D9CADF}" type="slidenum">
              <a:rPr lang="en-US" altLang="en-US">
                <a:latin typeface="Calibri" panose="020F0502020204030204" pitchFamily="34" charset="0"/>
                <a:cs typeface="Calibri" panose="020F0502020204030204" pitchFamily="34" charset="0"/>
              </a:rPr>
              <a:pPr eaLnBrk="1" hangingPunct="1"/>
              <a:t>38</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6182150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Slide Image Placeholder 1">
            <a:extLst>
              <a:ext uri="{FF2B5EF4-FFF2-40B4-BE49-F238E27FC236}">
                <a16:creationId xmlns:a16="http://schemas.microsoft.com/office/drawing/2014/main" id="{DF6E50A2-81B2-4B6E-B629-EFF3AE8BE8D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7219" name="Notes Placeholder 2">
            <a:extLst>
              <a:ext uri="{FF2B5EF4-FFF2-40B4-BE49-F238E27FC236}">
                <a16:creationId xmlns:a16="http://schemas.microsoft.com/office/drawing/2014/main" id="{D1CB0143-9F63-42BE-AFAD-8260BA10B82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53604" name="Slide Number Placeholder 3">
            <a:extLst>
              <a:ext uri="{FF2B5EF4-FFF2-40B4-BE49-F238E27FC236}">
                <a16:creationId xmlns:a16="http://schemas.microsoft.com/office/drawing/2014/main" id="{7EC52922-6AD8-4490-9E71-F9830376B19E}"/>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61812C4-CB95-4EAA-82D8-D344A8D9CADF}" type="slidenum">
              <a:rPr lang="en-US" altLang="en-US">
                <a:latin typeface="Calibri" panose="020F0502020204030204" pitchFamily="34" charset="0"/>
                <a:cs typeface="Calibri" panose="020F0502020204030204" pitchFamily="34" charset="0"/>
              </a:rPr>
              <a:pPr eaLnBrk="1" hangingPunct="1"/>
              <a:t>39</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45933644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Slide Image Placeholder 1">
            <a:extLst>
              <a:ext uri="{FF2B5EF4-FFF2-40B4-BE49-F238E27FC236}">
                <a16:creationId xmlns:a16="http://schemas.microsoft.com/office/drawing/2014/main" id="{DF6E50A2-81B2-4B6E-B629-EFF3AE8BE8D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7219" name="Notes Placeholder 2">
            <a:extLst>
              <a:ext uri="{FF2B5EF4-FFF2-40B4-BE49-F238E27FC236}">
                <a16:creationId xmlns:a16="http://schemas.microsoft.com/office/drawing/2014/main" id="{D1CB0143-9F63-42BE-AFAD-8260BA10B82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53604" name="Slide Number Placeholder 3">
            <a:extLst>
              <a:ext uri="{FF2B5EF4-FFF2-40B4-BE49-F238E27FC236}">
                <a16:creationId xmlns:a16="http://schemas.microsoft.com/office/drawing/2014/main" id="{7EC52922-6AD8-4490-9E71-F9830376B19E}"/>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61812C4-CB95-4EAA-82D8-D344A8D9CADF}" type="slidenum">
              <a:rPr lang="en-US" altLang="en-US">
                <a:latin typeface="Calibri" panose="020F0502020204030204" pitchFamily="34" charset="0"/>
                <a:cs typeface="Calibri" panose="020F0502020204030204" pitchFamily="34" charset="0"/>
              </a:rPr>
              <a:pPr eaLnBrk="1" hangingPunct="1"/>
              <a:t>40</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66577702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Slide Image Placeholder 1">
            <a:extLst>
              <a:ext uri="{FF2B5EF4-FFF2-40B4-BE49-F238E27FC236}">
                <a16:creationId xmlns:a16="http://schemas.microsoft.com/office/drawing/2014/main" id="{DF6E50A2-81B2-4B6E-B629-EFF3AE8BE8D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7219" name="Notes Placeholder 2">
            <a:extLst>
              <a:ext uri="{FF2B5EF4-FFF2-40B4-BE49-F238E27FC236}">
                <a16:creationId xmlns:a16="http://schemas.microsoft.com/office/drawing/2014/main" id="{D1CB0143-9F63-42BE-AFAD-8260BA10B82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53604" name="Slide Number Placeholder 3">
            <a:extLst>
              <a:ext uri="{FF2B5EF4-FFF2-40B4-BE49-F238E27FC236}">
                <a16:creationId xmlns:a16="http://schemas.microsoft.com/office/drawing/2014/main" id="{7EC52922-6AD8-4490-9E71-F9830376B19E}"/>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61812C4-CB95-4EAA-82D8-D344A8D9CADF}" type="slidenum">
              <a:rPr lang="en-US" altLang="en-US">
                <a:latin typeface="Calibri" panose="020F0502020204030204" pitchFamily="34" charset="0"/>
                <a:cs typeface="Calibri" panose="020F0502020204030204" pitchFamily="34" charset="0"/>
              </a:rPr>
              <a:pPr eaLnBrk="1" hangingPunct="1"/>
              <a:t>41</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41110544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Slide Image Placeholder 1">
            <a:extLst>
              <a:ext uri="{FF2B5EF4-FFF2-40B4-BE49-F238E27FC236}">
                <a16:creationId xmlns:a16="http://schemas.microsoft.com/office/drawing/2014/main" id="{DF6E50A2-81B2-4B6E-B629-EFF3AE8BE8D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7219" name="Notes Placeholder 2">
            <a:extLst>
              <a:ext uri="{FF2B5EF4-FFF2-40B4-BE49-F238E27FC236}">
                <a16:creationId xmlns:a16="http://schemas.microsoft.com/office/drawing/2014/main" id="{D1CB0143-9F63-42BE-AFAD-8260BA10B82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53604" name="Slide Number Placeholder 3">
            <a:extLst>
              <a:ext uri="{FF2B5EF4-FFF2-40B4-BE49-F238E27FC236}">
                <a16:creationId xmlns:a16="http://schemas.microsoft.com/office/drawing/2014/main" id="{7EC52922-6AD8-4490-9E71-F9830376B19E}"/>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61812C4-CB95-4EAA-82D8-D344A8D9CADF}" type="slidenum">
              <a:rPr lang="en-US" altLang="en-US">
                <a:latin typeface="Calibri" panose="020F0502020204030204" pitchFamily="34" charset="0"/>
                <a:cs typeface="Calibri" panose="020F0502020204030204" pitchFamily="34" charset="0"/>
              </a:rPr>
              <a:pPr eaLnBrk="1" hangingPunct="1"/>
              <a:t>42</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1183008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Slide Image Placeholder 1">
            <a:extLst>
              <a:ext uri="{FF2B5EF4-FFF2-40B4-BE49-F238E27FC236}">
                <a16:creationId xmlns:a16="http://schemas.microsoft.com/office/drawing/2014/main" id="{DF6E50A2-81B2-4B6E-B629-EFF3AE8BE8D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7219" name="Notes Placeholder 2">
            <a:extLst>
              <a:ext uri="{FF2B5EF4-FFF2-40B4-BE49-F238E27FC236}">
                <a16:creationId xmlns:a16="http://schemas.microsoft.com/office/drawing/2014/main" id="{D1CB0143-9F63-42BE-AFAD-8260BA10B82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53604" name="Slide Number Placeholder 3">
            <a:extLst>
              <a:ext uri="{FF2B5EF4-FFF2-40B4-BE49-F238E27FC236}">
                <a16:creationId xmlns:a16="http://schemas.microsoft.com/office/drawing/2014/main" id="{7EC52922-6AD8-4490-9E71-F9830376B19E}"/>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61812C4-CB95-4EAA-82D8-D344A8D9CADF}" type="slidenum">
              <a:rPr lang="en-US" altLang="en-US">
                <a:latin typeface="Calibri" panose="020F0502020204030204" pitchFamily="34" charset="0"/>
                <a:cs typeface="Calibri" panose="020F0502020204030204" pitchFamily="34" charset="0"/>
              </a:rPr>
              <a:pPr eaLnBrk="1" hangingPunct="1"/>
              <a:t>43</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5402424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Slide Image Placeholder 1">
            <a:extLst>
              <a:ext uri="{FF2B5EF4-FFF2-40B4-BE49-F238E27FC236}">
                <a16:creationId xmlns:a16="http://schemas.microsoft.com/office/drawing/2014/main" id="{DF6E50A2-81B2-4B6E-B629-EFF3AE8BE8D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7219" name="Notes Placeholder 2">
            <a:extLst>
              <a:ext uri="{FF2B5EF4-FFF2-40B4-BE49-F238E27FC236}">
                <a16:creationId xmlns:a16="http://schemas.microsoft.com/office/drawing/2014/main" id="{D1CB0143-9F63-42BE-AFAD-8260BA10B82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53604" name="Slide Number Placeholder 3">
            <a:extLst>
              <a:ext uri="{FF2B5EF4-FFF2-40B4-BE49-F238E27FC236}">
                <a16:creationId xmlns:a16="http://schemas.microsoft.com/office/drawing/2014/main" id="{7EC52922-6AD8-4490-9E71-F9830376B19E}"/>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61812C4-CB95-4EAA-82D8-D344A8D9CADF}" type="slidenum">
              <a:rPr lang="en-US" altLang="en-US">
                <a:latin typeface="Calibri" panose="020F0502020204030204" pitchFamily="34" charset="0"/>
                <a:cs typeface="Calibri" panose="020F0502020204030204" pitchFamily="34" charset="0"/>
              </a:rPr>
              <a:pPr eaLnBrk="1" hangingPunct="1"/>
              <a:t>44</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11978056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Slide Image Placeholder 1">
            <a:extLst>
              <a:ext uri="{FF2B5EF4-FFF2-40B4-BE49-F238E27FC236}">
                <a16:creationId xmlns:a16="http://schemas.microsoft.com/office/drawing/2014/main" id="{DF6E50A2-81B2-4B6E-B629-EFF3AE8BE8D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7219" name="Notes Placeholder 2">
            <a:extLst>
              <a:ext uri="{FF2B5EF4-FFF2-40B4-BE49-F238E27FC236}">
                <a16:creationId xmlns:a16="http://schemas.microsoft.com/office/drawing/2014/main" id="{D1CB0143-9F63-42BE-AFAD-8260BA10B82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53604" name="Slide Number Placeholder 3">
            <a:extLst>
              <a:ext uri="{FF2B5EF4-FFF2-40B4-BE49-F238E27FC236}">
                <a16:creationId xmlns:a16="http://schemas.microsoft.com/office/drawing/2014/main" id="{7EC52922-6AD8-4490-9E71-F9830376B19E}"/>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61812C4-CB95-4EAA-82D8-D344A8D9CADF}" type="slidenum">
              <a:rPr lang="en-US" altLang="en-US">
                <a:latin typeface="Calibri" panose="020F0502020204030204" pitchFamily="34" charset="0"/>
                <a:cs typeface="Calibri" panose="020F0502020204030204" pitchFamily="34" charset="0"/>
              </a:rPr>
              <a:pPr eaLnBrk="1" hangingPunct="1"/>
              <a:t>45</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71094707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Slide Image Placeholder 1">
            <a:extLst>
              <a:ext uri="{FF2B5EF4-FFF2-40B4-BE49-F238E27FC236}">
                <a16:creationId xmlns:a16="http://schemas.microsoft.com/office/drawing/2014/main" id="{DF6E50A2-81B2-4B6E-B629-EFF3AE8BE8D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7219" name="Notes Placeholder 2">
            <a:extLst>
              <a:ext uri="{FF2B5EF4-FFF2-40B4-BE49-F238E27FC236}">
                <a16:creationId xmlns:a16="http://schemas.microsoft.com/office/drawing/2014/main" id="{D1CB0143-9F63-42BE-AFAD-8260BA10B82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53604" name="Slide Number Placeholder 3">
            <a:extLst>
              <a:ext uri="{FF2B5EF4-FFF2-40B4-BE49-F238E27FC236}">
                <a16:creationId xmlns:a16="http://schemas.microsoft.com/office/drawing/2014/main" id="{7EC52922-6AD8-4490-9E71-F9830376B19E}"/>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61812C4-CB95-4EAA-82D8-D344A8D9CADF}" type="slidenum">
              <a:rPr lang="en-US" altLang="en-US">
                <a:latin typeface="Calibri" panose="020F0502020204030204" pitchFamily="34" charset="0"/>
                <a:cs typeface="Calibri" panose="020F0502020204030204" pitchFamily="34" charset="0"/>
              </a:rPr>
              <a:pPr eaLnBrk="1" hangingPunct="1"/>
              <a:t>46</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5193390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Slide Image Placeholder 1">
            <a:extLst>
              <a:ext uri="{FF2B5EF4-FFF2-40B4-BE49-F238E27FC236}">
                <a16:creationId xmlns:a16="http://schemas.microsoft.com/office/drawing/2014/main" id="{DF6E50A2-81B2-4B6E-B629-EFF3AE8BE8D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7219" name="Notes Placeholder 2">
            <a:extLst>
              <a:ext uri="{FF2B5EF4-FFF2-40B4-BE49-F238E27FC236}">
                <a16:creationId xmlns:a16="http://schemas.microsoft.com/office/drawing/2014/main" id="{D1CB0143-9F63-42BE-AFAD-8260BA10B82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53604" name="Slide Number Placeholder 3">
            <a:extLst>
              <a:ext uri="{FF2B5EF4-FFF2-40B4-BE49-F238E27FC236}">
                <a16:creationId xmlns:a16="http://schemas.microsoft.com/office/drawing/2014/main" id="{7EC52922-6AD8-4490-9E71-F9830376B19E}"/>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61812C4-CB95-4EAA-82D8-D344A8D9CADF}" type="slidenum">
              <a:rPr lang="en-US" altLang="en-US">
                <a:latin typeface="Calibri" panose="020F0502020204030204" pitchFamily="34" charset="0"/>
                <a:cs typeface="Calibri" panose="020F0502020204030204" pitchFamily="34" charset="0"/>
              </a:rPr>
              <a:pPr eaLnBrk="1" hangingPunct="1"/>
              <a:t>47</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7725533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Slide Image Placeholder 1">
            <a:extLst>
              <a:ext uri="{FF2B5EF4-FFF2-40B4-BE49-F238E27FC236}">
                <a16:creationId xmlns:a16="http://schemas.microsoft.com/office/drawing/2014/main" id="{B8E7B69A-296F-4459-B5DF-F53EB5A52B9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8243" name="Notes Placeholder 2">
            <a:extLst>
              <a:ext uri="{FF2B5EF4-FFF2-40B4-BE49-F238E27FC236}">
                <a16:creationId xmlns:a16="http://schemas.microsoft.com/office/drawing/2014/main" id="{FB4E2D1C-C34D-40EF-9B90-36F114A019D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54628" name="Slide Number Placeholder 3">
            <a:extLst>
              <a:ext uri="{FF2B5EF4-FFF2-40B4-BE49-F238E27FC236}">
                <a16:creationId xmlns:a16="http://schemas.microsoft.com/office/drawing/2014/main" id="{ACFE43A2-FF50-4437-B3B5-3925DDD7BAEE}"/>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F69A83A-DB35-4D53-BC2C-1D6259658766}" type="slidenum">
              <a:rPr lang="en-US" altLang="en-US">
                <a:latin typeface="Calibri" panose="020F0502020204030204" pitchFamily="34" charset="0"/>
                <a:cs typeface="Calibri" panose="020F0502020204030204" pitchFamily="34" charset="0"/>
              </a:rPr>
              <a:pPr eaLnBrk="1" hangingPunct="1"/>
              <a:t>48</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6486818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1F7CFB9-DD5C-490A-9757-1953122F509C}" type="slidenum">
              <a:rPr lang="en-US" smtClean="0"/>
              <a:pPr/>
              <a:t>49</a:t>
            </a:fld>
            <a:endParaRPr lang="en-US" dirty="0"/>
          </a:p>
        </p:txBody>
      </p:sp>
    </p:spTree>
    <p:extLst>
      <p:ext uri="{BB962C8B-B14F-4D97-AF65-F5344CB8AC3E}">
        <p14:creationId xmlns:p14="http://schemas.microsoft.com/office/powerpoint/2010/main" val="98569620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1F7CFB9-DD5C-490A-9757-1953122F509C}" type="slidenum">
              <a:rPr lang="en-US" smtClean="0"/>
              <a:pPr/>
              <a:t>54</a:t>
            </a:fld>
            <a:endParaRPr lang="en-US" dirty="0"/>
          </a:p>
        </p:txBody>
      </p:sp>
    </p:spTree>
    <p:extLst>
      <p:ext uri="{BB962C8B-B14F-4D97-AF65-F5344CB8AC3E}">
        <p14:creationId xmlns:p14="http://schemas.microsoft.com/office/powerpoint/2010/main" val="229169419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Slide Image Placeholder 1">
            <a:extLst>
              <a:ext uri="{FF2B5EF4-FFF2-40B4-BE49-F238E27FC236}">
                <a16:creationId xmlns:a16="http://schemas.microsoft.com/office/drawing/2014/main" id="{CB2CED30-DF73-47B3-9445-D2D15402C64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9267" name="Notes Placeholder 2">
            <a:extLst>
              <a:ext uri="{FF2B5EF4-FFF2-40B4-BE49-F238E27FC236}">
                <a16:creationId xmlns:a16="http://schemas.microsoft.com/office/drawing/2014/main" id="{B779AA4E-F624-4AA1-A294-97AD7C824A5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59748" name="Slide Number Placeholder 3">
            <a:extLst>
              <a:ext uri="{FF2B5EF4-FFF2-40B4-BE49-F238E27FC236}">
                <a16:creationId xmlns:a16="http://schemas.microsoft.com/office/drawing/2014/main" id="{CE0F2EE4-6F9B-4EE1-9219-3EB556ADF801}"/>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26764F4E-885E-43E8-B794-BA335202CFF0}" type="slidenum">
              <a:rPr lang="en-US" altLang="en-US">
                <a:latin typeface="Calibri" panose="020F0502020204030204" pitchFamily="34" charset="0"/>
                <a:cs typeface="Calibri" panose="020F0502020204030204" pitchFamily="34" charset="0"/>
              </a:rPr>
              <a:pPr eaLnBrk="1" hangingPunct="1"/>
              <a:t>55</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632874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Slide Image Placeholder 1">
            <a:extLst>
              <a:ext uri="{FF2B5EF4-FFF2-40B4-BE49-F238E27FC236}">
                <a16:creationId xmlns:a16="http://schemas.microsoft.com/office/drawing/2014/main" id="{6B42C441-A662-4344-9744-38017022FC0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0291" name="Notes Placeholder 2">
            <a:extLst>
              <a:ext uri="{FF2B5EF4-FFF2-40B4-BE49-F238E27FC236}">
                <a16:creationId xmlns:a16="http://schemas.microsoft.com/office/drawing/2014/main" id="{00757E99-ADCB-4A08-AEFF-2AB9E5871BD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63844" name="Slide Number Placeholder 3">
            <a:extLst>
              <a:ext uri="{FF2B5EF4-FFF2-40B4-BE49-F238E27FC236}">
                <a16:creationId xmlns:a16="http://schemas.microsoft.com/office/drawing/2014/main" id="{7F44CEA8-BB72-467D-B52A-60AB6738305B}"/>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3D9ED55A-D2C2-48C3-880D-13B889888808}" type="slidenum">
              <a:rPr lang="en-US" altLang="en-US">
                <a:latin typeface="Calibri" panose="020F0502020204030204" pitchFamily="34" charset="0"/>
                <a:cs typeface="Calibri" panose="020F0502020204030204" pitchFamily="34" charset="0"/>
              </a:rPr>
              <a:pPr eaLnBrk="1" hangingPunct="1"/>
              <a:t>56</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6854154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Slide Image Placeholder 1">
            <a:extLst>
              <a:ext uri="{FF2B5EF4-FFF2-40B4-BE49-F238E27FC236}">
                <a16:creationId xmlns:a16="http://schemas.microsoft.com/office/drawing/2014/main" id="{DD2CF405-3377-4CBC-BCDF-B0C49136101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1315" name="Notes Placeholder 2">
            <a:extLst>
              <a:ext uri="{FF2B5EF4-FFF2-40B4-BE49-F238E27FC236}">
                <a16:creationId xmlns:a16="http://schemas.microsoft.com/office/drawing/2014/main" id="{351BA836-0FA0-434E-90A6-95A2F992568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63844" name="Slide Number Placeholder 3">
            <a:extLst>
              <a:ext uri="{FF2B5EF4-FFF2-40B4-BE49-F238E27FC236}">
                <a16:creationId xmlns:a16="http://schemas.microsoft.com/office/drawing/2014/main" id="{C722FAB6-20CE-424D-814F-0EF361516324}"/>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9B8866E-6C13-4E98-8A4F-1715D4AE5526}" type="slidenum">
              <a:rPr lang="en-US" altLang="en-US">
                <a:latin typeface="Calibri" panose="020F0502020204030204" pitchFamily="34" charset="0"/>
                <a:cs typeface="Calibri" panose="020F0502020204030204" pitchFamily="34" charset="0"/>
              </a:rPr>
              <a:pPr eaLnBrk="1" hangingPunct="1"/>
              <a:t>57</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4066082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Slide Image Placeholder 1">
            <a:extLst>
              <a:ext uri="{FF2B5EF4-FFF2-40B4-BE49-F238E27FC236}">
                <a16:creationId xmlns:a16="http://schemas.microsoft.com/office/drawing/2014/main" id="{C515F3DC-0BA4-453A-86BD-442D16C385D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2339" name="Notes Placeholder 2">
            <a:extLst>
              <a:ext uri="{FF2B5EF4-FFF2-40B4-BE49-F238E27FC236}">
                <a16:creationId xmlns:a16="http://schemas.microsoft.com/office/drawing/2014/main" id="{AD14B797-42C0-49FB-9DD1-580DCC4A76A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64868" name="Slide Number Placeholder 3">
            <a:extLst>
              <a:ext uri="{FF2B5EF4-FFF2-40B4-BE49-F238E27FC236}">
                <a16:creationId xmlns:a16="http://schemas.microsoft.com/office/drawing/2014/main" id="{5FCA3C39-3864-435F-B792-3F4A996861C9}"/>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37DAB764-016B-40B3-A59F-B3A20CAB3E1C}" type="slidenum">
              <a:rPr lang="en-US" altLang="en-US">
                <a:latin typeface="Calibri" panose="020F0502020204030204" pitchFamily="34" charset="0"/>
                <a:cs typeface="Calibri" panose="020F0502020204030204" pitchFamily="34" charset="0"/>
              </a:rPr>
              <a:pPr eaLnBrk="1" hangingPunct="1"/>
              <a:t>58</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377630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Slide Image Placeholder 1">
            <a:extLst>
              <a:ext uri="{FF2B5EF4-FFF2-40B4-BE49-F238E27FC236}">
                <a16:creationId xmlns:a16="http://schemas.microsoft.com/office/drawing/2014/main" id="{0399893C-7E4D-4BC7-B042-3CA198A08DA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363" name="Notes Placeholder 2">
            <a:extLst>
              <a:ext uri="{FF2B5EF4-FFF2-40B4-BE49-F238E27FC236}">
                <a16:creationId xmlns:a16="http://schemas.microsoft.com/office/drawing/2014/main" id="{EAA2AD15-306E-4B64-9E38-E6BBCEE2A7E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64868" name="Slide Number Placeholder 3">
            <a:extLst>
              <a:ext uri="{FF2B5EF4-FFF2-40B4-BE49-F238E27FC236}">
                <a16:creationId xmlns:a16="http://schemas.microsoft.com/office/drawing/2014/main" id="{DCB6D2EE-BD35-4577-A2C7-BE56BDFC5B1D}"/>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CE5970C-340A-4D28-B468-FC7DEEE40242}" type="slidenum">
              <a:rPr lang="en-US" altLang="en-US">
                <a:latin typeface="Calibri" panose="020F0502020204030204" pitchFamily="34" charset="0"/>
                <a:cs typeface="Calibri" panose="020F0502020204030204" pitchFamily="34" charset="0"/>
              </a:rPr>
              <a:pPr eaLnBrk="1" hangingPunct="1"/>
              <a:t>60</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18115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Slide Image Placeholder 1">
            <a:extLst>
              <a:ext uri="{FF2B5EF4-FFF2-40B4-BE49-F238E27FC236}">
                <a16:creationId xmlns:a16="http://schemas.microsoft.com/office/drawing/2014/main" id="{65847FA1-1845-4183-8EE9-072ABBF8793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4387" name="Notes Placeholder 2">
            <a:extLst>
              <a:ext uri="{FF2B5EF4-FFF2-40B4-BE49-F238E27FC236}">
                <a16:creationId xmlns:a16="http://schemas.microsoft.com/office/drawing/2014/main" id="{2C921B10-8AAD-4345-BBDB-97F1CCDC67C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67940" name="Slide Number Placeholder 3">
            <a:extLst>
              <a:ext uri="{FF2B5EF4-FFF2-40B4-BE49-F238E27FC236}">
                <a16:creationId xmlns:a16="http://schemas.microsoft.com/office/drawing/2014/main" id="{878F289B-76B1-47CC-9D1E-E21C87BD8AC0}"/>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59EC807-A213-4E98-A5CE-87605CB23F6A}" type="slidenum">
              <a:rPr lang="en-US" altLang="en-US">
                <a:latin typeface="Calibri" panose="020F0502020204030204" pitchFamily="34" charset="0"/>
                <a:cs typeface="Calibri" panose="020F0502020204030204" pitchFamily="34" charset="0"/>
              </a:rPr>
              <a:pPr eaLnBrk="1" hangingPunct="1"/>
              <a:t>61</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07324293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Slide Image Placeholder 1">
            <a:extLst>
              <a:ext uri="{FF2B5EF4-FFF2-40B4-BE49-F238E27FC236}">
                <a16:creationId xmlns:a16="http://schemas.microsoft.com/office/drawing/2014/main" id="{AA933597-A954-4429-8A7D-2168D162FD6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5411" name="Notes Placeholder 2">
            <a:extLst>
              <a:ext uri="{FF2B5EF4-FFF2-40B4-BE49-F238E27FC236}">
                <a16:creationId xmlns:a16="http://schemas.microsoft.com/office/drawing/2014/main" id="{9807FA90-AAAB-4F4C-92FB-79D67B421EC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72036" name="Slide Number Placeholder 3">
            <a:extLst>
              <a:ext uri="{FF2B5EF4-FFF2-40B4-BE49-F238E27FC236}">
                <a16:creationId xmlns:a16="http://schemas.microsoft.com/office/drawing/2014/main" id="{5A7380CB-9E16-45EB-A269-DD0C74F27605}"/>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2ADA3F0A-9B67-4DBD-8ECE-AA33099985FF}" type="slidenum">
              <a:rPr lang="en-US" altLang="en-US">
                <a:latin typeface="Calibri" panose="020F0502020204030204" pitchFamily="34" charset="0"/>
                <a:cs typeface="Calibri" panose="020F0502020204030204" pitchFamily="34" charset="0"/>
              </a:rPr>
              <a:pPr eaLnBrk="1" hangingPunct="1"/>
              <a:t>73</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60182173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Slide Image Placeholder 1">
            <a:extLst>
              <a:ext uri="{FF2B5EF4-FFF2-40B4-BE49-F238E27FC236}">
                <a16:creationId xmlns:a16="http://schemas.microsoft.com/office/drawing/2014/main" id="{2921E4ED-B06D-4045-8144-D06BB90FDD6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6435" name="Notes Placeholder 2">
            <a:extLst>
              <a:ext uri="{FF2B5EF4-FFF2-40B4-BE49-F238E27FC236}">
                <a16:creationId xmlns:a16="http://schemas.microsoft.com/office/drawing/2014/main" id="{B33F7D8C-152A-4BC7-815A-E9E7EDB2966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73060" name="Slide Number Placeholder 3">
            <a:extLst>
              <a:ext uri="{FF2B5EF4-FFF2-40B4-BE49-F238E27FC236}">
                <a16:creationId xmlns:a16="http://schemas.microsoft.com/office/drawing/2014/main" id="{A9135CC7-5BE8-44D1-BD4D-799795AB5742}"/>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15A740D1-6856-4358-9E4D-8004B574C277}" type="slidenum">
              <a:rPr lang="en-US" altLang="en-US">
                <a:latin typeface="Calibri" panose="020F0502020204030204" pitchFamily="34" charset="0"/>
                <a:cs typeface="Calibri" panose="020F0502020204030204" pitchFamily="34" charset="0"/>
              </a:rPr>
              <a:pPr eaLnBrk="1" hangingPunct="1"/>
              <a:t>74</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0029059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Slide Image Placeholder 1">
            <a:extLst>
              <a:ext uri="{FF2B5EF4-FFF2-40B4-BE49-F238E27FC236}">
                <a16:creationId xmlns:a16="http://schemas.microsoft.com/office/drawing/2014/main" id="{36E9D0BD-358E-4285-BB17-F20F53E6F33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7459" name="Notes Placeholder 2">
            <a:extLst>
              <a:ext uri="{FF2B5EF4-FFF2-40B4-BE49-F238E27FC236}">
                <a16:creationId xmlns:a16="http://schemas.microsoft.com/office/drawing/2014/main" id="{CB2BA16E-5609-4473-888A-F8794E27800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77156" name="Slide Number Placeholder 3">
            <a:extLst>
              <a:ext uri="{FF2B5EF4-FFF2-40B4-BE49-F238E27FC236}">
                <a16:creationId xmlns:a16="http://schemas.microsoft.com/office/drawing/2014/main" id="{6A783F81-0985-48D6-8DD2-DC18CF1C1B2C}"/>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EFA52A7-09BA-4190-8B58-64702A83ACA8}" type="slidenum">
              <a:rPr lang="en-US" altLang="en-US">
                <a:latin typeface="Calibri" panose="020F0502020204030204" pitchFamily="34" charset="0"/>
                <a:cs typeface="Calibri" panose="020F0502020204030204" pitchFamily="34" charset="0"/>
              </a:rPr>
              <a:pPr eaLnBrk="1" hangingPunct="1"/>
              <a:t>78</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8848408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Slide Image Placeholder 1">
            <a:extLst>
              <a:ext uri="{FF2B5EF4-FFF2-40B4-BE49-F238E27FC236}">
                <a16:creationId xmlns:a16="http://schemas.microsoft.com/office/drawing/2014/main" id="{0CA94579-1D68-41B6-B411-8B601AC90A2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8483" name="Notes Placeholder 2">
            <a:extLst>
              <a:ext uri="{FF2B5EF4-FFF2-40B4-BE49-F238E27FC236}">
                <a16:creationId xmlns:a16="http://schemas.microsoft.com/office/drawing/2014/main" id="{F4966A08-B823-4E46-AC5C-F379B19E073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81252" name="Slide Number Placeholder 3">
            <a:extLst>
              <a:ext uri="{FF2B5EF4-FFF2-40B4-BE49-F238E27FC236}">
                <a16:creationId xmlns:a16="http://schemas.microsoft.com/office/drawing/2014/main" id="{9400B2E0-6CB3-4919-928F-1B401E1CBB6C}"/>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4F6E6A2-726B-476C-A445-A0FE32E77C5E}" type="slidenum">
              <a:rPr lang="en-US" altLang="en-US">
                <a:latin typeface="Calibri" panose="020F0502020204030204" pitchFamily="34" charset="0"/>
                <a:cs typeface="Calibri" panose="020F0502020204030204" pitchFamily="34" charset="0"/>
              </a:rPr>
              <a:pPr eaLnBrk="1" hangingPunct="1"/>
              <a:t>81</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3087635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Slide Image Placeholder 1">
            <a:extLst>
              <a:ext uri="{FF2B5EF4-FFF2-40B4-BE49-F238E27FC236}">
                <a16:creationId xmlns:a16="http://schemas.microsoft.com/office/drawing/2014/main" id="{B5481D10-3C5E-46E4-A344-3F44C62BCF9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9507" name="Notes Placeholder 2">
            <a:extLst>
              <a:ext uri="{FF2B5EF4-FFF2-40B4-BE49-F238E27FC236}">
                <a16:creationId xmlns:a16="http://schemas.microsoft.com/office/drawing/2014/main" id="{1C511567-DA4C-411D-BFA7-615E947E499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82276" name="Slide Number Placeholder 3">
            <a:extLst>
              <a:ext uri="{FF2B5EF4-FFF2-40B4-BE49-F238E27FC236}">
                <a16:creationId xmlns:a16="http://schemas.microsoft.com/office/drawing/2014/main" id="{7BA1C5A0-A946-4E02-8B96-D039C7707F65}"/>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4DC2533-E165-40DA-B145-60D78FC07AE2}" type="slidenum">
              <a:rPr lang="en-US" altLang="en-US">
                <a:latin typeface="Calibri" panose="020F0502020204030204" pitchFamily="34" charset="0"/>
                <a:cs typeface="Calibri" panose="020F0502020204030204" pitchFamily="34" charset="0"/>
              </a:rPr>
              <a:pPr eaLnBrk="1" hangingPunct="1"/>
              <a:t>82</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040101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Slide Image Placeholder 1">
            <a:extLst>
              <a:ext uri="{FF2B5EF4-FFF2-40B4-BE49-F238E27FC236}">
                <a16:creationId xmlns:a16="http://schemas.microsoft.com/office/drawing/2014/main" id="{B5481D10-3C5E-46E4-A344-3F44C62BCF9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9507" name="Notes Placeholder 2">
            <a:extLst>
              <a:ext uri="{FF2B5EF4-FFF2-40B4-BE49-F238E27FC236}">
                <a16:creationId xmlns:a16="http://schemas.microsoft.com/office/drawing/2014/main" id="{1C511567-DA4C-411D-BFA7-615E947E499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82276" name="Slide Number Placeholder 3">
            <a:extLst>
              <a:ext uri="{FF2B5EF4-FFF2-40B4-BE49-F238E27FC236}">
                <a16:creationId xmlns:a16="http://schemas.microsoft.com/office/drawing/2014/main" id="{7BA1C5A0-A946-4E02-8B96-D039C7707F65}"/>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4DC2533-E165-40DA-B145-60D78FC07AE2}" type="slidenum">
              <a:rPr lang="en-US" altLang="en-US">
                <a:latin typeface="Calibri" panose="020F0502020204030204" pitchFamily="34" charset="0"/>
                <a:cs typeface="Calibri" panose="020F0502020204030204" pitchFamily="34" charset="0"/>
              </a:rPr>
              <a:pPr eaLnBrk="1" hangingPunct="1"/>
              <a:t>83</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7404677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Slide Image Placeholder 1">
            <a:extLst>
              <a:ext uri="{FF2B5EF4-FFF2-40B4-BE49-F238E27FC236}">
                <a16:creationId xmlns:a16="http://schemas.microsoft.com/office/drawing/2014/main" id="{CE6EE332-5019-4F66-8109-5A6BFE7177E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0531" name="Notes Placeholder 2">
            <a:extLst>
              <a:ext uri="{FF2B5EF4-FFF2-40B4-BE49-F238E27FC236}">
                <a16:creationId xmlns:a16="http://schemas.microsoft.com/office/drawing/2014/main" id="{138D66DF-EFED-48B2-84D7-2FD7B2C0A20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91492" name="Slide Number Placeholder 3">
            <a:extLst>
              <a:ext uri="{FF2B5EF4-FFF2-40B4-BE49-F238E27FC236}">
                <a16:creationId xmlns:a16="http://schemas.microsoft.com/office/drawing/2014/main" id="{698B4DA1-4904-4C22-99D8-9D1676BFF382}"/>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2282B15E-2339-41EF-BC75-B25049453189}" type="slidenum">
              <a:rPr lang="en-US" altLang="en-US">
                <a:latin typeface="Calibri" panose="020F0502020204030204" pitchFamily="34" charset="0"/>
                <a:cs typeface="Calibri" panose="020F0502020204030204" pitchFamily="34" charset="0"/>
              </a:rPr>
              <a:pPr eaLnBrk="1" hangingPunct="1"/>
              <a:t>95</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8492697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Slide Image Placeholder 1">
            <a:extLst>
              <a:ext uri="{FF2B5EF4-FFF2-40B4-BE49-F238E27FC236}">
                <a16:creationId xmlns:a16="http://schemas.microsoft.com/office/drawing/2014/main" id="{8E596119-06CE-42AB-9439-AEACFDE3909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1555" name="Notes Placeholder 2">
            <a:extLst>
              <a:ext uri="{FF2B5EF4-FFF2-40B4-BE49-F238E27FC236}">
                <a16:creationId xmlns:a16="http://schemas.microsoft.com/office/drawing/2014/main" id="{A7CBCB94-D285-4232-94B5-3BA60A7D119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95588" name="Slide Number Placeholder 3">
            <a:extLst>
              <a:ext uri="{FF2B5EF4-FFF2-40B4-BE49-F238E27FC236}">
                <a16:creationId xmlns:a16="http://schemas.microsoft.com/office/drawing/2014/main" id="{84D132C7-0F57-4575-A1E2-9F8212514B1F}"/>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5B8986E-BBBC-458E-9BE6-99C323E7C447}" type="slidenum">
              <a:rPr lang="en-US" altLang="en-US">
                <a:latin typeface="Calibri" panose="020F0502020204030204" pitchFamily="34" charset="0"/>
                <a:cs typeface="Calibri" panose="020F0502020204030204" pitchFamily="34" charset="0"/>
              </a:rPr>
              <a:pPr eaLnBrk="1" hangingPunct="1"/>
              <a:t>96</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10461247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Slide Image Placeholder 1">
            <a:extLst>
              <a:ext uri="{FF2B5EF4-FFF2-40B4-BE49-F238E27FC236}">
                <a16:creationId xmlns:a16="http://schemas.microsoft.com/office/drawing/2014/main" id="{A27F0EE2-3329-40A6-A1AE-874C3108198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2579" name="Notes Placeholder 2">
            <a:extLst>
              <a:ext uri="{FF2B5EF4-FFF2-40B4-BE49-F238E27FC236}">
                <a16:creationId xmlns:a16="http://schemas.microsoft.com/office/drawing/2014/main" id="{B6E421C1-7B14-4F74-BA77-0D04F606F27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96612" name="Slide Number Placeholder 3">
            <a:extLst>
              <a:ext uri="{FF2B5EF4-FFF2-40B4-BE49-F238E27FC236}">
                <a16:creationId xmlns:a16="http://schemas.microsoft.com/office/drawing/2014/main" id="{AE758F36-0ED8-4F11-8906-52D026520DAC}"/>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39144D8-A5D4-4B73-B766-93BC66723FDB}" type="slidenum">
              <a:rPr lang="en-US" altLang="en-US">
                <a:latin typeface="Calibri" panose="020F0502020204030204" pitchFamily="34" charset="0"/>
                <a:cs typeface="Calibri" panose="020F0502020204030204" pitchFamily="34" charset="0"/>
              </a:rPr>
              <a:pPr eaLnBrk="1" hangingPunct="1"/>
              <a:t>97</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1835977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Slide Image Placeholder 1">
            <a:extLst>
              <a:ext uri="{FF2B5EF4-FFF2-40B4-BE49-F238E27FC236}">
                <a16:creationId xmlns:a16="http://schemas.microsoft.com/office/drawing/2014/main" id="{A39815AE-49F2-49C0-B23D-D4BB5863F58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3603" name="Notes Placeholder 2">
            <a:extLst>
              <a:ext uri="{FF2B5EF4-FFF2-40B4-BE49-F238E27FC236}">
                <a16:creationId xmlns:a16="http://schemas.microsoft.com/office/drawing/2014/main" id="{840BD071-23BD-4F95-8AC9-5E67CEF496D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98660" name="Slide Number Placeholder 3">
            <a:extLst>
              <a:ext uri="{FF2B5EF4-FFF2-40B4-BE49-F238E27FC236}">
                <a16:creationId xmlns:a16="http://schemas.microsoft.com/office/drawing/2014/main" id="{6AFA495C-C02D-4530-890C-A56C25D9B371}"/>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9076CB7D-5D75-4463-8B42-D184E661AC8E}" type="slidenum">
              <a:rPr lang="en-US" altLang="en-US">
                <a:latin typeface="Calibri" panose="020F0502020204030204" pitchFamily="34" charset="0"/>
                <a:cs typeface="Calibri" panose="020F0502020204030204" pitchFamily="34" charset="0"/>
              </a:rPr>
              <a:pPr eaLnBrk="1" hangingPunct="1"/>
              <a:t>98</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46037282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Slide Image Placeholder 1">
            <a:extLst>
              <a:ext uri="{FF2B5EF4-FFF2-40B4-BE49-F238E27FC236}">
                <a16:creationId xmlns:a16="http://schemas.microsoft.com/office/drawing/2014/main" id="{B874BEE3-8313-4C8C-8394-1142080C762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4627" name="Notes Placeholder 2">
            <a:extLst>
              <a:ext uri="{FF2B5EF4-FFF2-40B4-BE49-F238E27FC236}">
                <a16:creationId xmlns:a16="http://schemas.microsoft.com/office/drawing/2014/main" id="{7102D286-4310-41FC-9AFD-0A5F506EC91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01732" name="Slide Number Placeholder 3">
            <a:extLst>
              <a:ext uri="{FF2B5EF4-FFF2-40B4-BE49-F238E27FC236}">
                <a16:creationId xmlns:a16="http://schemas.microsoft.com/office/drawing/2014/main" id="{BCB9FBE4-88F5-480C-9411-9D3585981205}"/>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619F439-591A-4D3F-AF49-3B12A30E846A}" type="slidenum">
              <a:rPr lang="en-US" altLang="en-US">
                <a:latin typeface="Calibri" panose="020F0502020204030204" pitchFamily="34" charset="0"/>
                <a:cs typeface="Calibri" panose="020F0502020204030204" pitchFamily="34" charset="0"/>
              </a:rPr>
              <a:pPr eaLnBrk="1" hangingPunct="1"/>
              <a:t>101</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2780127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Slide Image Placeholder 1">
            <a:extLst>
              <a:ext uri="{FF2B5EF4-FFF2-40B4-BE49-F238E27FC236}">
                <a16:creationId xmlns:a16="http://schemas.microsoft.com/office/drawing/2014/main" id="{71D5DC8A-274B-45E0-A748-DD63D0C7DF4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5651" name="Notes Placeholder 2">
            <a:extLst>
              <a:ext uri="{FF2B5EF4-FFF2-40B4-BE49-F238E27FC236}">
                <a16:creationId xmlns:a16="http://schemas.microsoft.com/office/drawing/2014/main" id="{AB14ADFC-E1A2-4874-B3B4-5186A6A36A2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02756" name="Slide Number Placeholder 3">
            <a:extLst>
              <a:ext uri="{FF2B5EF4-FFF2-40B4-BE49-F238E27FC236}">
                <a16:creationId xmlns:a16="http://schemas.microsoft.com/office/drawing/2014/main" id="{80B691C6-70D8-45FF-92DC-FA78585EA348}"/>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D028ACC-65C3-4A9A-BBD3-8684BC7E91AD}" type="slidenum">
              <a:rPr lang="en-US" altLang="en-US">
                <a:latin typeface="Calibri" panose="020F0502020204030204" pitchFamily="34" charset="0"/>
                <a:cs typeface="Calibri" panose="020F0502020204030204" pitchFamily="34" charset="0"/>
              </a:rPr>
              <a:pPr eaLnBrk="1" hangingPunct="1"/>
              <a:t>102</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46366778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Slide Image Placeholder 1">
            <a:extLst>
              <a:ext uri="{FF2B5EF4-FFF2-40B4-BE49-F238E27FC236}">
                <a16:creationId xmlns:a16="http://schemas.microsoft.com/office/drawing/2014/main" id="{9FD655CF-34FF-4DAB-ABC3-B718814C7CF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6675" name="Notes Placeholder 2">
            <a:extLst>
              <a:ext uri="{FF2B5EF4-FFF2-40B4-BE49-F238E27FC236}">
                <a16:creationId xmlns:a16="http://schemas.microsoft.com/office/drawing/2014/main" id="{495908ED-0BA5-4E4D-9C99-7FD87601D25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03780" name="Slide Number Placeholder 3">
            <a:extLst>
              <a:ext uri="{FF2B5EF4-FFF2-40B4-BE49-F238E27FC236}">
                <a16:creationId xmlns:a16="http://schemas.microsoft.com/office/drawing/2014/main" id="{14075627-5169-481F-95A0-776F524C5364}"/>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183E7B3-5314-4AFA-B067-0DAB9E7DD686}" type="slidenum">
              <a:rPr lang="en-US" altLang="en-US">
                <a:latin typeface="Calibri" panose="020F0502020204030204" pitchFamily="34" charset="0"/>
                <a:cs typeface="Calibri" panose="020F0502020204030204" pitchFamily="34" charset="0"/>
              </a:rPr>
              <a:pPr eaLnBrk="1" hangingPunct="1"/>
              <a:t>104</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9674667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Slide Image Placeholder 1">
            <a:extLst>
              <a:ext uri="{FF2B5EF4-FFF2-40B4-BE49-F238E27FC236}">
                <a16:creationId xmlns:a16="http://schemas.microsoft.com/office/drawing/2014/main" id="{32AAA8FC-522E-4D18-AEB5-5363445001B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7699" name="Notes Placeholder 2">
            <a:extLst>
              <a:ext uri="{FF2B5EF4-FFF2-40B4-BE49-F238E27FC236}">
                <a16:creationId xmlns:a16="http://schemas.microsoft.com/office/drawing/2014/main" id="{78FDCCEB-53EB-4EBB-AA94-DFD36E7D438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06852" name="Slide Number Placeholder 3">
            <a:extLst>
              <a:ext uri="{FF2B5EF4-FFF2-40B4-BE49-F238E27FC236}">
                <a16:creationId xmlns:a16="http://schemas.microsoft.com/office/drawing/2014/main" id="{E5F557F2-908E-488E-A713-031D166F78D1}"/>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B24CD08-47E7-47CE-AA86-54A460EFF5B1}" type="slidenum">
              <a:rPr lang="en-US" altLang="en-US">
                <a:latin typeface="Calibri" panose="020F0502020204030204" pitchFamily="34" charset="0"/>
                <a:cs typeface="Calibri" panose="020F0502020204030204" pitchFamily="34" charset="0"/>
              </a:rPr>
              <a:pPr eaLnBrk="1" hangingPunct="1"/>
              <a:t>107</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78291542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Slide Image Placeholder 1">
            <a:extLst>
              <a:ext uri="{FF2B5EF4-FFF2-40B4-BE49-F238E27FC236}">
                <a16:creationId xmlns:a16="http://schemas.microsoft.com/office/drawing/2014/main" id="{4FE855A3-6A75-40CD-A786-D66E24555BA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8723" name="Notes Placeholder 2">
            <a:extLst>
              <a:ext uri="{FF2B5EF4-FFF2-40B4-BE49-F238E27FC236}">
                <a16:creationId xmlns:a16="http://schemas.microsoft.com/office/drawing/2014/main" id="{94F8A319-24B7-439A-A657-FD98ABE48B3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14020" name="Slide Number Placeholder 3">
            <a:extLst>
              <a:ext uri="{FF2B5EF4-FFF2-40B4-BE49-F238E27FC236}">
                <a16:creationId xmlns:a16="http://schemas.microsoft.com/office/drawing/2014/main" id="{8688BD08-356D-48A1-96B7-79BDC2324A7E}"/>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5D6BF3F-924F-45D4-BBC6-82855896B36D}" type="slidenum">
              <a:rPr lang="en-US" altLang="en-US">
                <a:latin typeface="Calibri" panose="020F0502020204030204" pitchFamily="34" charset="0"/>
                <a:cs typeface="Calibri" panose="020F0502020204030204" pitchFamily="34" charset="0"/>
              </a:rPr>
              <a:pPr eaLnBrk="1" hangingPunct="1"/>
              <a:t>113</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1363740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Slide Image Placeholder 1">
            <a:extLst>
              <a:ext uri="{FF2B5EF4-FFF2-40B4-BE49-F238E27FC236}">
                <a16:creationId xmlns:a16="http://schemas.microsoft.com/office/drawing/2014/main" id="{4FE855A3-6A75-40CD-A786-D66E24555BA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8723" name="Notes Placeholder 2">
            <a:extLst>
              <a:ext uri="{FF2B5EF4-FFF2-40B4-BE49-F238E27FC236}">
                <a16:creationId xmlns:a16="http://schemas.microsoft.com/office/drawing/2014/main" id="{94F8A319-24B7-439A-A657-FD98ABE48B3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14020" name="Slide Number Placeholder 3">
            <a:extLst>
              <a:ext uri="{FF2B5EF4-FFF2-40B4-BE49-F238E27FC236}">
                <a16:creationId xmlns:a16="http://schemas.microsoft.com/office/drawing/2014/main" id="{8688BD08-356D-48A1-96B7-79BDC2324A7E}"/>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5D6BF3F-924F-45D4-BBC6-82855896B36D}" type="slidenum">
              <a:rPr lang="en-US" altLang="en-US">
                <a:latin typeface="Calibri" panose="020F0502020204030204" pitchFamily="34" charset="0"/>
                <a:cs typeface="Calibri" panose="020F0502020204030204" pitchFamily="34" charset="0"/>
              </a:rPr>
              <a:pPr eaLnBrk="1" hangingPunct="1"/>
              <a:t>114</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05743600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Slide Image Placeholder 1">
            <a:extLst>
              <a:ext uri="{FF2B5EF4-FFF2-40B4-BE49-F238E27FC236}">
                <a16:creationId xmlns:a16="http://schemas.microsoft.com/office/drawing/2014/main" id="{D8F2BE6F-3E0C-4DD1-AD09-B6A9CC19274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9747" name="Notes Placeholder 2">
            <a:extLst>
              <a:ext uri="{FF2B5EF4-FFF2-40B4-BE49-F238E27FC236}">
                <a16:creationId xmlns:a16="http://schemas.microsoft.com/office/drawing/2014/main" id="{97145F26-7C5C-489A-ACDC-F1EFA08CAEA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15044" name="Slide Number Placeholder 3">
            <a:extLst>
              <a:ext uri="{FF2B5EF4-FFF2-40B4-BE49-F238E27FC236}">
                <a16:creationId xmlns:a16="http://schemas.microsoft.com/office/drawing/2014/main" id="{94F02EEA-34B3-45CE-88F6-C1E709859617}"/>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410FD07-CA70-43CE-8FEC-FEBCBC15F491}" type="slidenum">
              <a:rPr lang="en-US" altLang="en-US">
                <a:latin typeface="Calibri" panose="020F0502020204030204" pitchFamily="34" charset="0"/>
                <a:cs typeface="Calibri" panose="020F0502020204030204" pitchFamily="34" charset="0"/>
              </a:rPr>
              <a:pPr eaLnBrk="1" hangingPunct="1"/>
              <a:t>115</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9214903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Slide Image Placeholder 1">
            <a:extLst>
              <a:ext uri="{FF2B5EF4-FFF2-40B4-BE49-F238E27FC236}">
                <a16:creationId xmlns:a16="http://schemas.microsoft.com/office/drawing/2014/main" id="{903CF5E5-3975-462D-8436-396E5D0557F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0771" name="Notes Placeholder 2">
            <a:extLst>
              <a:ext uri="{FF2B5EF4-FFF2-40B4-BE49-F238E27FC236}">
                <a16:creationId xmlns:a16="http://schemas.microsoft.com/office/drawing/2014/main" id="{330C6BD2-C7D0-4972-BEB1-66182ED8704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15044" name="Slide Number Placeholder 3">
            <a:extLst>
              <a:ext uri="{FF2B5EF4-FFF2-40B4-BE49-F238E27FC236}">
                <a16:creationId xmlns:a16="http://schemas.microsoft.com/office/drawing/2014/main" id="{3C94C01A-0BA4-45DD-A035-6EEC8FED2B7D}"/>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52104ADF-87FC-4493-ABD4-1E6579943F81}" type="slidenum">
              <a:rPr lang="en-US" altLang="en-US">
                <a:latin typeface="Calibri" panose="020F0502020204030204" pitchFamily="34" charset="0"/>
                <a:cs typeface="Calibri" panose="020F0502020204030204" pitchFamily="34" charset="0"/>
              </a:rPr>
              <a:pPr eaLnBrk="1" hangingPunct="1"/>
              <a:t>116</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7724037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Slide Image Placeholder 1">
            <a:extLst>
              <a:ext uri="{FF2B5EF4-FFF2-40B4-BE49-F238E27FC236}">
                <a16:creationId xmlns:a16="http://schemas.microsoft.com/office/drawing/2014/main" id="{4FE855A3-6A75-40CD-A786-D66E24555BA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8723" name="Notes Placeholder 2">
            <a:extLst>
              <a:ext uri="{FF2B5EF4-FFF2-40B4-BE49-F238E27FC236}">
                <a16:creationId xmlns:a16="http://schemas.microsoft.com/office/drawing/2014/main" id="{94F8A319-24B7-439A-A657-FD98ABE48B3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14020" name="Slide Number Placeholder 3">
            <a:extLst>
              <a:ext uri="{FF2B5EF4-FFF2-40B4-BE49-F238E27FC236}">
                <a16:creationId xmlns:a16="http://schemas.microsoft.com/office/drawing/2014/main" id="{8688BD08-356D-48A1-96B7-79BDC2324A7E}"/>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5D6BF3F-924F-45D4-BBC6-82855896B36D}" type="slidenum">
              <a:rPr lang="en-US" altLang="en-US">
                <a:latin typeface="Calibri" panose="020F0502020204030204" pitchFamily="34" charset="0"/>
                <a:cs typeface="Calibri" panose="020F0502020204030204" pitchFamily="34" charset="0"/>
              </a:rPr>
              <a:pPr eaLnBrk="1" hangingPunct="1"/>
              <a:t>117</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09226403"/>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Slide Image Placeholder 1">
            <a:extLst>
              <a:ext uri="{FF2B5EF4-FFF2-40B4-BE49-F238E27FC236}">
                <a16:creationId xmlns:a16="http://schemas.microsoft.com/office/drawing/2014/main" id="{4FE855A3-6A75-40CD-A786-D66E24555BA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8723" name="Notes Placeholder 2">
            <a:extLst>
              <a:ext uri="{FF2B5EF4-FFF2-40B4-BE49-F238E27FC236}">
                <a16:creationId xmlns:a16="http://schemas.microsoft.com/office/drawing/2014/main" id="{94F8A319-24B7-439A-A657-FD98ABE48B3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14020" name="Slide Number Placeholder 3">
            <a:extLst>
              <a:ext uri="{FF2B5EF4-FFF2-40B4-BE49-F238E27FC236}">
                <a16:creationId xmlns:a16="http://schemas.microsoft.com/office/drawing/2014/main" id="{8688BD08-356D-48A1-96B7-79BDC2324A7E}"/>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5D6BF3F-924F-45D4-BBC6-82855896B36D}" type="slidenum">
              <a:rPr lang="en-US" altLang="en-US">
                <a:latin typeface="Calibri" panose="020F0502020204030204" pitchFamily="34" charset="0"/>
                <a:cs typeface="Calibri" panose="020F0502020204030204" pitchFamily="34" charset="0"/>
              </a:rPr>
              <a:pPr eaLnBrk="1" hangingPunct="1"/>
              <a:t>118</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7986853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Slide Image Placeholder 1">
            <a:extLst>
              <a:ext uri="{FF2B5EF4-FFF2-40B4-BE49-F238E27FC236}">
                <a16:creationId xmlns:a16="http://schemas.microsoft.com/office/drawing/2014/main" id="{4FE855A3-6A75-40CD-A786-D66E24555BA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8723" name="Notes Placeholder 2">
            <a:extLst>
              <a:ext uri="{FF2B5EF4-FFF2-40B4-BE49-F238E27FC236}">
                <a16:creationId xmlns:a16="http://schemas.microsoft.com/office/drawing/2014/main" id="{94F8A319-24B7-439A-A657-FD98ABE48B3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14020" name="Slide Number Placeholder 3">
            <a:extLst>
              <a:ext uri="{FF2B5EF4-FFF2-40B4-BE49-F238E27FC236}">
                <a16:creationId xmlns:a16="http://schemas.microsoft.com/office/drawing/2014/main" id="{8688BD08-356D-48A1-96B7-79BDC2324A7E}"/>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5D6BF3F-924F-45D4-BBC6-82855896B36D}" type="slidenum">
              <a:rPr lang="en-US" altLang="en-US">
                <a:latin typeface="Calibri" panose="020F0502020204030204" pitchFamily="34" charset="0"/>
                <a:cs typeface="Calibri" panose="020F0502020204030204" pitchFamily="34" charset="0"/>
              </a:rPr>
              <a:pPr eaLnBrk="1" hangingPunct="1"/>
              <a:t>120</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206052152"/>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Slide Image Placeholder 1">
            <a:extLst>
              <a:ext uri="{FF2B5EF4-FFF2-40B4-BE49-F238E27FC236}">
                <a16:creationId xmlns:a16="http://schemas.microsoft.com/office/drawing/2014/main" id="{79D30179-7DE0-4FC5-88BC-B745F27DBB2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6131" name="Notes Placeholder 2">
            <a:extLst>
              <a:ext uri="{FF2B5EF4-FFF2-40B4-BE49-F238E27FC236}">
                <a16:creationId xmlns:a16="http://schemas.microsoft.com/office/drawing/2014/main" id="{85FE0C84-1FD9-4A9D-9A54-896D1F5DE0A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77508" name="Slide Number Placeholder 3">
            <a:extLst>
              <a:ext uri="{FF2B5EF4-FFF2-40B4-BE49-F238E27FC236}">
                <a16:creationId xmlns:a16="http://schemas.microsoft.com/office/drawing/2014/main" id="{DC16A501-E271-4FF0-AD6A-3682E04C5AC5}"/>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51AE0547-A41E-423F-889F-08CED6CCA863}" type="slidenum">
              <a:rPr lang="en-US" altLang="en-US">
                <a:latin typeface="Calibri" panose="020F0502020204030204" pitchFamily="34" charset="0"/>
                <a:cs typeface="Calibri" panose="020F0502020204030204" pitchFamily="34" charset="0"/>
              </a:rPr>
              <a:pPr eaLnBrk="1" hangingPunct="1"/>
              <a:t>121</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94794083"/>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Slide Image Placeholder 1">
            <a:extLst>
              <a:ext uri="{FF2B5EF4-FFF2-40B4-BE49-F238E27FC236}">
                <a16:creationId xmlns:a16="http://schemas.microsoft.com/office/drawing/2014/main" id="{0399893C-7E4D-4BC7-B042-3CA198A08DA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363" name="Notes Placeholder 2">
            <a:extLst>
              <a:ext uri="{FF2B5EF4-FFF2-40B4-BE49-F238E27FC236}">
                <a16:creationId xmlns:a16="http://schemas.microsoft.com/office/drawing/2014/main" id="{EAA2AD15-306E-4B64-9E38-E6BBCEE2A7E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64868" name="Slide Number Placeholder 3">
            <a:extLst>
              <a:ext uri="{FF2B5EF4-FFF2-40B4-BE49-F238E27FC236}">
                <a16:creationId xmlns:a16="http://schemas.microsoft.com/office/drawing/2014/main" id="{DCB6D2EE-BD35-4577-A2C7-BE56BDFC5B1D}"/>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CE5970C-340A-4D28-B468-FC7DEEE40242}"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125</a:t>
            </a:fld>
            <a:endParaRPr kumimoji="0" lang="en-US" altLang="en-US" sz="12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Tree>
    <p:extLst>
      <p:ext uri="{BB962C8B-B14F-4D97-AF65-F5344CB8AC3E}">
        <p14:creationId xmlns:p14="http://schemas.microsoft.com/office/powerpoint/2010/main" val="232972993"/>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Slide Image Placeholder 1">
            <a:extLst>
              <a:ext uri="{FF2B5EF4-FFF2-40B4-BE49-F238E27FC236}">
                <a16:creationId xmlns:a16="http://schemas.microsoft.com/office/drawing/2014/main" id="{813C239C-BA37-4112-AD9E-BBE85889FBA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1795" name="Notes Placeholder 2">
            <a:extLst>
              <a:ext uri="{FF2B5EF4-FFF2-40B4-BE49-F238E27FC236}">
                <a16:creationId xmlns:a16="http://schemas.microsoft.com/office/drawing/2014/main" id="{384E07F0-AAE0-4993-98EB-D73D66853BF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20164" name="Slide Number Placeholder 3">
            <a:extLst>
              <a:ext uri="{FF2B5EF4-FFF2-40B4-BE49-F238E27FC236}">
                <a16:creationId xmlns:a16="http://schemas.microsoft.com/office/drawing/2014/main" id="{740B3DB2-56BB-4DA3-8840-5F84BE68CD76}"/>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90CFFEA-D998-4AD1-94A5-09C2F20E42A1}" type="slidenum">
              <a:rPr lang="en-US" altLang="en-US">
                <a:latin typeface="Calibri" panose="020F0502020204030204" pitchFamily="34" charset="0"/>
                <a:cs typeface="Calibri" panose="020F0502020204030204" pitchFamily="34" charset="0"/>
              </a:rPr>
              <a:pPr eaLnBrk="1" hangingPunct="1"/>
              <a:t>131</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113086156"/>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Slide Image Placeholder 1">
            <a:extLst>
              <a:ext uri="{FF2B5EF4-FFF2-40B4-BE49-F238E27FC236}">
                <a16:creationId xmlns:a16="http://schemas.microsoft.com/office/drawing/2014/main" id="{39143D2F-D714-44FF-B380-29A9063FD81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2819" name="Notes Placeholder 2">
            <a:extLst>
              <a:ext uri="{FF2B5EF4-FFF2-40B4-BE49-F238E27FC236}">
                <a16:creationId xmlns:a16="http://schemas.microsoft.com/office/drawing/2014/main" id="{7F4BEFAA-6122-4CE7-86DC-8CB7CC8335B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22212" name="Slide Number Placeholder 3">
            <a:extLst>
              <a:ext uri="{FF2B5EF4-FFF2-40B4-BE49-F238E27FC236}">
                <a16:creationId xmlns:a16="http://schemas.microsoft.com/office/drawing/2014/main" id="{740FDABC-29BA-45F8-ADB2-757A2466933A}"/>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50B07DD-9A4F-4DE5-B308-C04C0428B15B}" type="slidenum">
              <a:rPr lang="en-US" altLang="en-US">
                <a:latin typeface="Calibri" panose="020F0502020204030204" pitchFamily="34" charset="0"/>
                <a:cs typeface="Calibri" panose="020F0502020204030204" pitchFamily="34" charset="0"/>
              </a:rPr>
              <a:pPr eaLnBrk="1" hangingPunct="1"/>
              <a:t>133</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72505083"/>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Slide Image Placeholder 1">
            <a:extLst>
              <a:ext uri="{FF2B5EF4-FFF2-40B4-BE49-F238E27FC236}">
                <a16:creationId xmlns:a16="http://schemas.microsoft.com/office/drawing/2014/main" id="{47FB9B4A-0060-4751-AD82-E4547741D36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3843" name="Notes Placeholder 2">
            <a:extLst>
              <a:ext uri="{FF2B5EF4-FFF2-40B4-BE49-F238E27FC236}">
                <a16:creationId xmlns:a16="http://schemas.microsoft.com/office/drawing/2014/main" id="{A3DE5D7A-BDC8-46CA-81DC-40F182C6B79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23236" name="Slide Number Placeholder 3">
            <a:extLst>
              <a:ext uri="{FF2B5EF4-FFF2-40B4-BE49-F238E27FC236}">
                <a16:creationId xmlns:a16="http://schemas.microsoft.com/office/drawing/2014/main" id="{82180B1C-471E-414D-AE1A-6481EF465209}"/>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FE63BAB-C912-4028-A9F2-881A304F444E}" type="slidenum">
              <a:rPr lang="en-US" altLang="en-US">
                <a:latin typeface="Calibri" panose="020F0502020204030204" pitchFamily="34" charset="0"/>
                <a:cs typeface="Calibri" panose="020F0502020204030204" pitchFamily="34" charset="0"/>
              </a:rPr>
              <a:pPr eaLnBrk="1" hangingPunct="1"/>
              <a:t>134</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61535733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Slide Image Placeholder 1">
            <a:extLst>
              <a:ext uri="{FF2B5EF4-FFF2-40B4-BE49-F238E27FC236}">
                <a16:creationId xmlns:a16="http://schemas.microsoft.com/office/drawing/2014/main" id="{2AB4CC3F-EFB6-42A0-8E8C-2886B97090A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4867" name="Notes Placeholder 2">
            <a:extLst>
              <a:ext uri="{FF2B5EF4-FFF2-40B4-BE49-F238E27FC236}">
                <a16:creationId xmlns:a16="http://schemas.microsoft.com/office/drawing/2014/main" id="{85724F1F-F5AD-467B-A2F4-0D53FE27CD8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24260" name="Slide Number Placeholder 3">
            <a:extLst>
              <a:ext uri="{FF2B5EF4-FFF2-40B4-BE49-F238E27FC236}">
                <a16:creationId xmlns:a16="http://schemas.microsoft.com/office/drawing/2014/main" id="{EE9C78E5-4F12-4805-BCAF-2AD5A96508CF}"/>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B2D1231-E064-4F6C-AA61-920040E69D97}" type="slidenum">
              <a:rPr lang="en-US" altLang="en-US">
                <a:latin typeface="Calibri" panose="020F0502020204030204" pitchFamily="34" charset="0"/>
                <a:cs typeface="Calibri" panose="020F0502020204030204" pitchFamily="34" charset="0"/>
              </a:rPr>
              <a:pPr eaLnBrk="1" hangingPunct="1"/>
              <a:t>135</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551668890"/>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Slide Image Placeholder 1">
            <a:extLst>
              <a:ext uri="{FF2B5EF4-FFF2-40B4-BE49-F238E27FC236}">
                <a16:creationId xmlns:a16="http://schemas.microsoft.com/office/drawing/2014/main" id="{78A5123E-2632-405A-94DC-5C6BD48D646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5891" name="Notes Placeholder 2">
            <a:extLst>
              <a:ext uri="{FF2B5EF4-FFF2-40B4-BE49-F238E27FC236}">
                <a16:creationId xmlns:a16="http://schemas.microsoft.com/office/drawing/2014/main" id="{49117C83-4924-444E-AFF0-74A5EA6DD19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24260" name="Slide Number Placeholder 3">
            <a:extLst>
              <a:ext uri="{FF2B5EF4-FFF2-40B4-BE49-F238E27FC236}">
                <a16:creationId xmlns:a16="http://schemas.microsoft.com/office/drawing/2014/main" id="{2B40EF09-890F-4122-8BD6-360F2CAF5F36}"/>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CCE5B44-B626-4DE4-A960-1516660C3D75}" type="slidenum">
              <a:rPr lang="en-US" altLang="en-US">
                <a:latin typeface="Calibri" panose="020F0502020204030204" pitchFamily="34" charset="0"/>
                <a:cs typeface="Calibri" panose="020F0502020204030204" pitchFamily="34" charset="0"/>
              </a:rPr>
              <a:pPr eaLnBrk="1" hangingPunct="1"/>
              <a:t>136</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716815433"/>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Slide Image Placeholder 1">
            <a:extLst>
              <a:ext uri="{FF2B5EF4-FFF2-40B4-BE49-F238E27FC236}">
                <a16:creationId xmlns:a16="http://schemas.microsoft.com/office/drawing/2014/main" id="{E0CEF0A2-5136-4FE3-AAFA-763FBF4BA70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6915" name="Notes Placeholder 2">
            <a:extLst>
              <a:ext uri="{FF2B5EF4-FFF2-40B4-BE49-F238E27FC236}">
                <a16:creationId xmlns:a16="http://schemas.microsoft.com/office/drawing/2014/main" id="{AF8C86D4-43B5-4F6C-A364-6EE969BEEE2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26308" name="Slide Number Placeholder 3">
            <a:extLst>
              <a:ext uri="{FF2B5EF4-FFF2-40B4-BE49-F238E27FC236}">
                <a16:creationId xmlns:a16="http://schemas.microsoft.com/office/drawing/2014/main" id="{6F5E20A7-4AD9-4589-8019-5533E13C183D}"/>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D832C10-3DA4-4E57-A4A2-1BE38D4D2B54}" type="slidenum">
              <a:rPr lang="en-US" altLang="en-US">
                <a:latin typeface="Calibri" panose="020F0502020204030204" pitchFamily="34" charset="0"/>
                <a:cs typeface="Calibri" panose="020F0502020204030204" pitchFamily="34" charset="0"/>
              </a:rPr>
              <a:pPr eaLnBrk="1" hangingPunct="1"/>
              <a:t>138</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000434590"/>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Slide Image Placeholder 1">
            <a:extLst>
              <a:ext uri="{FF2B5EF4-FFF2-40B4-BE49-F238E27FC236}">
                <a16:creationId xmlns:a16="http://schemas.microsoft.com/office/drawing/2014/main" id="{F4243AEF-741A-422D-B160-30F86DDBC73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7939" name="Notes Placeholder 2">
            <a:extLst>
              <a:ext uri="{FF2B5EF4-FFF2-40B4-BE49-F238E27FC236}">
                <a16:creationId xmlns:a16="http://schemas.microsoft.com/office/drawing/2014/main" id="{B5DAFE3B-120D-4875-9633-2819352887C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28356" name="Slide Number Placeholder 3">
            <a:extLst>
              <a:ext uri="{FF2B5EF4-FFF2-40B4-BE49-F238E27FC236}">
                <a16:creationId xmlns:a16="http://schemas.microsoft.com/office/drawing/2014/main" id="{28320D54-C868-4D70-B86F-131841C3F07F}"/>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1936A49-B677-4240-B5C1-FFC76C11C481}" type="slidenum">
              <a:rPr lang="en-US" altLang="en-US">
                <a:latin typeface="Calibri" panose="020F0502020204030204" pitchFamily="34" charset="0"/>
                <a:cs typeface="Calibri" panose="020F0502020204030204" pitchFamily="34" charset="0"/>
              </a:rPr>
              <a:pPr eaLnBrk="1" hangingPunct="1"/>
              <a:t>140</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48411005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Slide Image Placeholder 1">
            <a:extLst>
              <a:ext uri="{FF2B5EF4-FFF2-40B4-BE49-F238E27FC236}">
                <a16:creationId xmlns:a16="http://schemas.microsoft.com/office/drawing/2014/main" id="{9CE40AA2-C909-4A1E-810C-FA5FF5208AF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8963" name="Notes Placeholder 2">
            <a:extLst>
              <a:ext uri="{FF2B5EF4-FFF2-40B4-BE49-F238E27FC236}">
                <a16:creationId xmlns:a16="http://schemas.microsoft.com/office/drawing/2014/main" id="{FE2EC9E3-709B-4640-AFDF-02D288E33A3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30404" name="Slide Number Placeholder 3">
            <a:extLst>
              <a:ext uri="{FF2B5EF4-FFF2-40B4-BE49-F238E27FC236}">
                <a16:creationId xmlns:a16="http://schemas.microsoft.com/office/drawing/2014/main" id="{98DF5C17-981B-4083-A3A7-3A712A9BFD7F}"/>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9D0474E-EE0C-4843-95A2-E027A28AFD98}" type="slidenum">
              <a:rPr lang="en-US" altLang="en-US">
                <a:latin typeface="Calibri" panose="020F0502020204030204" pitchFamily="34" charset="0"/>
                <a:cs typeface="Calibri" panose="020F0502020204030204" pitchFamily="34" charset="0"/>
              </a:rPr>
              <a:pPr eaLnBrk="1" hangingPunct="1"/>
              <a:t>142</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187408004"/>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Slide Image Placeholder 1">
            <a:extLst>
              <a:ext uri="{FF2B5EF4-FFF2-40B4-BE49-F238E27FC236}">
                <a16:creationId xmlns:a16="http://schemas.microsoft.com/office/drawing/2014/main" id="{5567DD19-70F8-426D-A8B3-7A7FF14C612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9987" name="Notes Placeholder 2">
            <a:extLst>
              <a:ext uri="{FF2B5EF4-FFF2-40B4-BE49-F238E27FC236}">
                <a16:creationId xmlns:a16="http://schemas.microsoft.com/office/drawing/2014/main" id="{62752DE7-4820-4DF2-8AFE-53FA67DC657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36548" name="Slide Number Placeholder 3">
            <a:extLst>
              <a:ext uri="{FF2B5EF4-FFF2-40B4-BE49-F238E27FC236}">
                <a16:creationId xmlns:a16="http://schemas.microsoft.com/office/drawing/2014/main" id="{53A9E56C-056A-4F82-821B-97932D5EA5BC}"/>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090152D-C353-4738-9346-55703FDDB5F5}" type="slidenum">
              <a:rPr lang="en-US" altLang="en-US">
                <a:latin typeface="Calibri" panose="020F0502020204030204" pitchFamily="34" charset="0"/>
                <a:cs typeface="Calibri" panose="020F0502020204030204" pitchFamily="34" charset="0"/>
              </a:rPr>
              <a:pPr eaLnBrk="1" hangingPunct="1"/>
              <a:t>148</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098530732"/>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Slide Image Placeholder 1">
            <a:extLst>
              <a:ext uri="{FF2B5EF4-FFF2-40B4-BE49-F238E27FC236}">
                <a16:creationId xmlns:a16="http://schemas.microsoft.com/office/drawing/2014/main" id="{5690670F-A35B-4737-8015-1A4571B28E6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1011" name="Notes Placeholder 2">
            <a:extLst>
              <a:ext uri="{FF2B5EF4-FFF2-40B4-BE49-F238E27FC236}">
                <a16:creationId xmlns:a16="http://schemas.microsoft.com/office/drawing/2014/main" id="{0616FB2F-0A5C-403A-9D91-DC0E167EB85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39620" name="Slide Number Placeholder 3">
            <a:extLst>
              <a:ext uri="{FF2B5EF4-FFF2-40B4-BE49-F238E27FC236}">
                <a16:creationId xmlns:a16="http://schemas.microsoft.com/office/drawing/2014/main" id="{CAC5A841-9EC5-4867-8865-3AF9E443985F}"/>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2F9372A-2872-4B38-A5E4-54B8355F15E4}" type="slidenum">
              <a:rPr lang="en-US" altLang="en-US">
                <a:latin typeface="Calibri" panose="020F0502020204030204" pitchFamily="34" charset="0"/>
                <a:cs typeface="Calibri" panose="020F0502020204030204" pitchFamily="34" charset="0"/>
              </a:rPr>
              <a:pPr eaLnBrk="1" hangingPunct="1"/>
              <a:t>151</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5995606"/>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Slide Image Placeholder 1">
            <a:extLst>
              <a:ext uri="{FF2B5EF4-FFF2-40B4-BE49-F238E27FC236}">
                <a16:creationId xmlns:a16="http://schemas.microsoft.com/office/drawing/2014/main" id="{17FAED39-D946-4486-BC6A-ED68D9A2385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2035" name="Notes Placeholder 2">
            <a:extLst>
              <a:ext uri="{FF2B5EF4-FFF2-40B4-BE49-F238E27FC236}">
                <a16:creationId xmlns:a16="http://schemas.microsoft.com/office/drawing/2014/main" id="{858EBE6C-19BE-4C12-9C2D-697B204EBCF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40644" name="Slide Number Placeholder 3">
            <a:extLst>
              <a:ext uri="{FF2B5EF4-FFF2-40B4-BE49-F238E27FC236}">
                <a16:creationId xmlns:a16="http://schemas.microsoft.com/office/drawing/2014/main" id="{8927EF39-63EA-430D-AC93-43717171A2B8}"/>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D50A279-560E-4E75-9DCD-4D7CE05ED871}" type="slidenum">
              <a:rPr lang="en-US" altLang="en-US">
                <a:latin typeface="Calibri" panose="020F0502020204030204" pitchFamily="34" charset="0"/>
                <a:cs typeface="Calibri" panose="020F0502020204030204" pitchFamily="34" charset="0"/>
              </a:rPr>
              <a:pPr eaLnBrk="1" hangingPunct="1"/>
              <a:t>152</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71875567"/>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Slide Image Placeholder 1">
            <a:extLst>
              <a:ext uri="{FF2B5EF4-FFF2-40B4-BE49-F238E27FC236}">
                <a16:creationId xmlns:a16="http://schemas.microsoft.com/office/drawing/2014/main" id="{9886928D-2C4E-4F75-8737-522A43F141F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3059" name="Notes Placeholder 2">
            <a:extLst>
              <a:ext uri="{FF2B5EF4-FFF2-40B4-BE49-F238E27FC236}">
                <a16:creationId xmlns:a16="http://schemas.microsoft.com/office/drawing/2014/main" id="{7CF1BAC4-7B5E-4804-B758-87DF72CD3E0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41668" name="Slide Number Placeholder 3">
            <a:extLst>
              <a:ext uri="{FF2B5EF4-FFF2-40B4-BE49-F238E27FC236}">
                <a16:creationId xmlns:a16="http://schemas.microsoft.com/office/drawing/2014/main" id="{EBA4B063-FABB-4691-B827-38708A8A8A05}"/>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1BC53421-F185-4C37-8508-FA23827D2A53}" type="slidenum">
              <a:rPr lang="en-US" altLang="en-US">
                <a:latin typeface="Calibri" panose="020F0502020204030204" pitchFamily="34" charset="0"/>
                <a:cs typeface="Calibri" panose="020F0502020204030204" pitchFamily="34" charset="0"/>
              </a:rPr>
              <a:pPr eaLnBrk="1" hangingPunct="1"/>
              <a:t>153</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160212556"/>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Slide Image Placeholder 1">
            <a:extLst>
              <a:ext uri="{FF2B5EF4-FFF2-40B4-BE49-F238E27FC236}">
                <a16:creationId xmlns:a16="http://schemas.microsoft.com/office/drawing/2014/main" id="{17EC9158-D161-4698-85DA-5767C80D2FE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083" name="Notes Placeholder 2">
            <a:extLst>
              <a:ext uri="{FF2B5EF4-FFF2-40B4-BE49-F238E27FC236}">
                <a16:creationId xmlns:a16="http://schemas.microsoft.com/office/drawing/2014/main" id="{4ABA2185-BBC4-40BC-AB67-231BA352164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44740" name="Slide Number Placeholder 3">
            <a:extLst>
              <a:ext uri="{FF2B5EF4-FFF2-40B4-BE49-F238E27FC236}">
                <a16:creationId xmlns:a16="http://schemas.microsoft.com/office/drawing/2014/main" id="{36E20C0B-9955-4CC1-BCAB-401D12C099DB}"/>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A62F1B6-AAA6-46F5-A7E8-3627DD5AA8A8}" type="slidenum">
              <a:rPr lang="en-US" altLang="en-US">
                <a:latin typeface="Calibri" panose="020F0502020204030204" pitchFamily="34" charset="0"/>
                <a:cs typeface="Calibri" panose="020F0502020204030204" pitchFamily="34" charset="0"/>
              </a:rPr>
              <a:pPr eaLnBrk="1" hangingPunct="1"/>
              <a:t>156</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21811726"/>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Slide Image Placeholder 1">
            <a:extLst>
              <a:ext uri="{FF2B5EF4-FFF2-40B4-BE49-F238E27FC236}">
                <a16:creationId xmlns:a16="http://schemas.microsoft.com/office/drawing/2014/main" id="{D78D6E7E-4D49-4552-B2A0-B4EBDE39AAC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5107" name="Notes Placeholder 2">
            <a:extLst>
              <a:ext uri="{FF2B5EF4-FFF2-40B4-BE49-F238E27FC236}">
                <a16:creationId xmlns:a16="http://schemas.microsoft.com/office/drawing/2014/main" id="{C07DA8B0-EB44-4E91-9E3C-F72212987F5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45764" name="Slide Number Placeholder 3">
            <a:extLst>
              <a:ext uri="{FF2B5EF4-FFF2-40B4-BE49-F238E27FC236}">
                <a16:creationId xmlns:a16="http://schemas.microsoft.com/office/drawing/2014/main" id="{711ED590-FE4A-4F53-89EF-EF6A54DD1C15}"/>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CA6DD46-3F2E-4FD9-BBA0-5EB88ED98203}" type="slidenum">
              <a:rPr lang="en-US" altLang="en-US">
                <a:latin typeface="Calibri" panose="020F0502020204030204" pitchFamily="34" charset="0"/>
                <a:cs typeface="Calibri" panose="020F0502020204030204" pitchFamily="34" charset="0"/>
              </a:rPr>
              <a:pPr eaLnBrk="1" hangingPunct="1"/>
              <a:t>157</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59617834"/>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Slide Image Placeholder 1">
            <a:extLst>
              <a:ext uri="{FF2B5EF4-FFF2-40B4-BE49-F238E27FC236}">
                <a16:creationId xmlns:a16="http://schemas.microsoft.com/office/drawing/2014/main" id="{79D30179-7DE0-4FC5-88BC-B745F27DBB2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6131" name="Notes Placeholder 2">
            <a:extLst>
              <a:ext uri="{FF2B5EF4-FFF2-40B4-BE49-F238E27FC236}">
                <a16:creationId xmlns:a16="http://schemas.microsoft.com/office/drawing/2014/main" id="{85FE0C84-1FD9-4A9D-9A54-896D1F5DE0A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77508" name="Slide Number Placeholder 3">
            <a:extLst>
              <a:ext uri="{FF2B5EF4-FFF2-40B4-BE49-F238E27FC236}">
                <a16:creationId xmlns:a16="http://schemas.microsoft.com/office/drawing/2014/main" id="{DC16A501-E271-4FF0-AD6A-3682E04C5AC5}"/>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51AE0547-A41E-423F-889F-08CED6CCA863}" type="slidenum">
              <a:rPr lang="en-US" altLang="en-US">
                <a:latin typeface="Calibri" panose="020F0502020204030204" pitchFamily="34" charset="0"/>
                <a:cs typeface="Calibri" panose="020F0502020204030204" pitchFamily="34" charset="0"/>
              </a:rPr>
              <a:pPr eaLnBrk="1" hangingPunct="1"/>
              <a:t>162</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89822313"/>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Slide Image Placeholder 1">
            <a:extLst>
              <a:ext uri="{FF2B5EF4-FFF2-40B4-BE49-F238E27FC236}">
                <a16:creationId xmlns:a16="http://schemas.microsoft.com/office/drawing/2014/main" id="{B3AAAED4-B739-4F58-B9C9-A9FF14358E3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7155" name="Notes Placeholder 2">
            <a:extLst>
              <a:ext uri="{FF2B5EF4-FFF2-40B4-BE49-F238E27FC236}">
                <a16:creationId xmlns:a16="http://schemas.microsoft.com/office/drawing/2014/main" id="{3049AFE3-AFF0-44E8-ACA6-B18E5E0C736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81604" name="Slide Number Placeholder 3">
            <a:extLst>
              <a:ext uri="{FF2B5EF4-FFF2-40B4-BE49-F238E27FC236}">
                <a16:creationId xmlns:a16="http://schemas.microsoft.com/office/drawing/2014/main" id="{1CB7E84E-40EA-4283-9D52-FEC9B33B25E7}"/>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84742D8-3847-429D-9FD6-28E28C67C6AD}" type="slidenum">
              <a:rPr lang="en-US" altLang="en-US">
                <a:latin typeface="Calibri" panose="020F0502020204030204" pitchFamily="34" charset="0"/>
                <a:cs typeface="Calibri" panose="020F0502020204030204" pitchFamily="34" charset="0"/>
              </a:rPr>
              <a:pPr eaLnBrk="1" hangingPunct="1"/>
              <a:t>165</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75523273"/>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Slide Image Placeholder 1">
            <a:extLst>
              <a:ext uri="{FF2B5EF4-FFF2-40B4-BE49-F238E27FC236}">
                <a16:creationId xmlns:a16="http://schemas.microsoft.com/office/drawing/2014/main" id="{C64FE229-BA32-45DA-99C9-8E3704D1FA2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8179" name="Notes Placeholder 2">
            <a:extLst>
              <a:ext uri="{FF2B5EF4-FFF2-40B4-BE49-F238E27FC236}">
                <a16:creationId xmlns:a16="http://schemas.microsoft.com/office/drawing/2014/main" id="{80DF1F4F-8420-4A84-A0EB-E8524CEDA1C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81604" name="Slide Number Placeholder 3">
            <a:extLst>
              <a:ext uri="{FF2B5EF4-FFF2-40B4-BE49-F238E27FC236}">
                <a16:creationId xmlns:a16="http://schemas.microsoft.com/office/drawing/2014/main" id="{1F3485B2-CC8C-4072-96C2-64C62C48FCC4}"/>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D7A65B1-CF33-4C36-8379-B3AB25C8A520}" type="slidenum">
              <a:rPr lang="en-US" altLang="en-US">
                <a:latin typeface="Calibri" panose="020F0502020204030204" pitchFamily="34" charset="0"/>
                <a:cs typeface="Calibri" panose="020F0502020204030204" pitchFamily="34" charset="0"/>
              </a:rPr>
              <a:pPr eaLnBrk="1" hangingPunct="1"/>
              <a:t>169</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28254523"/>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Slide Image Placeholder 1">
            <a:extLst>
              <a:ext uri="{FF2B5EF4-FFF2-40B4-BE49-F238E27FC236}">
                <a16:creationId xmlns:a16="http://schemas.microsoft.com/office/drawing/2014/main" id="{586DE308-A96E-4D55-A04E-4EDCE2FCEA8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9203" name="Notes Placeholder 2">
            <a:extLst>
              <a:ext uri="{FF2B5EF4-FFF2-40B4-BE49-F238E27FC236}">
                <a16:creationId xmlns:a16="http://schemas.microsoft.com/office/drawing/2014/main" id="{D9906879-20D0-4F84-8115-ED2B02C0F66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81604" name="Slide Number Placeholder 3">
            <a:extLst>
              <a:ext uri="{FF2B5EF4-FFF2-40B4-BE49-F238E27FC236}">
                <a16:creationId xmlns:a16="http://schemas.microsoft.com/office/drawing/2014/main" id="{CFE1CACC-F22F-49C4-BC6D-F3A733591F82}"/>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473DBE5-4BFC-4B5D-B367-85B7EE3D4B98}" type="slidenum">
              <a:rPr lang="en-US" altLang="en-US">
                <a:latin typeface="Calibri" panose="020F0502020204030204" pitchFamily="34" charset="0"/>
                <a:cs typeface="Calibri" panose="020F0502020204030204" pitchFamily="34" charset="0"/>
              </a:rPr>
              <a:pPr eaLnBrk="1" hangingPunct="1"/>
              <a:t>170</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406009193"/>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Slide Image Placeholder 1">
            <a:extLst>
              <a:ext uri="{FF2B5EF4-FFF2-40B4-BE49-F238E27FC236}">
                <a16:creationId xmlns:a16="http://schemas.microsoft.com/office/drawing/2014/main" id="{6C727B69-4DDE-4C00-A2E6-F3A3D49C86A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0227" name="Notes Placeholder 2">
            <a:extLst>
              <a:ext uri="{FF2B5EF4-FFF2-40B4-BE49-F238E27FC236}">
                <a16:creationId xmlns:a16="http://schemas.microsoft.com/office/drawing/2014/main" id="{3C54B6F6-A8CA-4481-BD92-F04CEE94A25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81604" name="Slide Number Placeholder 3">
            <a:extLst>
              <a:ext uri="{FF2B5EF4-FFF2-40B4-BE49-F238E27FC236}">
                <a16:creationId xmlns:a16="http://schemas.microsoft.com/office/drawing/2014/main" id="{BDC66ABF-6503-462F-BE5D-92580DC1573C}"/>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7D3BED4-A87A-4E73-AD89-0CC48C465FA4}" type="slidenum">
              <a:rPr lang="en-US" altLang="en-US">
                <a:latin typeface="Calibri" panose="020F0502020204030204" pitchFamily="34" charset="0"/>
                <a:cs typeface="Calibri" panose="020F0502020204030204" pitchFamily="34" charset="0"/>
              </a:rPr>
              <a:pPr eaLnBrk="1" hangingPunct="1"/>
              <a:t>171</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676075328"/>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Slide Image Placeholder 1">
            <a:extLst>
              <a:ext uri="{FF2B5EF4-FFF2-40B4-BE49-F238E27FC236}">
                <a16:creationId xmlns:a16="http://schemas.microsoft.com/office/drawing/2014/main" id="{137C09BE-3921-4B78-9CB7-8B7DCB2DE90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1251" name="Notes Placeholder 2">
            <a:extLst>
              <a:ext uri="{FF2B5EF4-FFF2-40B4-BE49-F238E27FC236}">
                <a16:creationId xmlns:a16="http://schemas.microsoft.com/office/drawing/2014/main" id="{6964F1C9-E883-429E-84D6-4A0B9399FCF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81604" name="Slide Number Placeholder 3">
            <a:extLst>
              <a:ext uri="{FF2B5EF4-FFF2-40B4-BE49-F238E27FC236}">
                <a16:creationId xmlns:a16="http://schemas.microsoft.com/office/drawing/2014/main" id="{D0787A73-4C7D-466C-869C-52B1E83A9EA9}"/>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7507A81-D7E4-45CD-B57F-7A163C73E1B6}" type="slidenum">
              <a:rPr lang="en-US" altLang="en-US">
                <a:latin typeface="Calibri" panose="020F0502020204030204" pitchFamily="34" charset="0"/>
                <a:cs typeface="Calibri" panose="020F0502020204030204" pitchFamily="34" charset="0"/>
              </a:rPr>
              <a:pPr eaLnBrk="1" hangingPunct="1"/>
              <a:t>172</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66009927"/>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Slide Image Placeholder 1">
            <a:extLst>
              <a:ext uri="{FF2B5EF4-FFF2-40B4-BE49-F238E27FC236}">
                <a16:creationId xmlns:a16="http://schemas.microsoft.com/office/drawing/2014/main" id="{E88FE8C4-F40F-4ED4-8B8E-BCB98F9E5CA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2275" name="Notes Placeholder 2">
            <a:extLst>
              <a:ext uri="{FF2B5EF4-FFF2-40B4-BE49-F238E27FC236}">
                <a16:creationId xmlns:a16="http://schemas.microsoft.com/office/drawing/2014/main" id="{60C449E0-76DC-420F-AFA8-82D0D9FDF1A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81604" name="Slide Number Placeholder 3">
            <a:extLst>
              <a:ext uri="{FF2B5EF4-FFF2-40B4-BE49-F238E27FC236}">
                <a16:creationId xmlns:a16="http://schemas.microsoft.com/office/drawing/2014/main" id="{B7D31692-64EF-48BB-A439-F212F067E36E}"/>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93B17F1-5925-4E24-B4C1-4AA9B519A25A}" type="slidenum">
              <a:rPr lang="en-US" altLang="en-US">
                <a:latin typeface="Calibri" panose="020F0502020204030204" pitchFamily="34" charset="0"/>
                <a:cs typeface="Calibri" panose="020F0502020204030204" pitchFamily="34" charset="0"/>
              </a:rPr>
              <a:pPr eaLnBrk="1" hangingPunct="1"/>
              <a:t>173</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1289381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hemeOverride" Target="../theme/themeOverride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hemeOverride" Target="../theme/themeOverride4.xml"/><Relationship Id="rId4" Type="http://schemas.openxmlformats.org/officeDocument/2006/relationships/image" Target="../media/image1.jpe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2.xml"/><Relationship Id="rId1" Type="http://schemas.openxmlformats.org/officeDocument/2006/relationships/themeOverride" Target="../theme/themeOverride5.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2.xml"/><Relationship Id="rId1" Type="http://schemas.openxmlformats.org/officeDocument/2006/relationships/themeOverride" Target="../theme/themeOverride6.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2.xml"/><Relationship Id="rId1" Type="http://schemas.openxmlformats.org/officeDocument/2006/relationships/themeOverride" Target="../theme/themeOverride7.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2.xml"/><Relationship Id="rId1" Type="http://schemas.openxmlformats.org/officeDocument/2006/relationships/themeOverride" Target="../theme/themeOverride8.xml"/><Relationship Id="rId4" Type="http://schemas.openxmlformats.org/officeDocument/2006/relationships/image" Target="../media/image1.jpe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3.xml"/><Relationship Id="rId1" Type="http://schemas.openxmlformats.org/officeDocument/2006/relationships/themeOverride" Target="../theme/themeOverride9.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3.xml"/><Relationship Id="rId1" Type="http://schemas.openxmlformats.org/officeDocument/2006/relationships/themeOverride" Target="../theme/themeOverride10.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3.xml"/><Relationship Id="rId1" Type="http://schemas.openxmlformats.org/officeDocument/2006/relationships/themeOverride" Target="../theme/themeOverride1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3.xml"/><Relationship Id="rId1" Type="http://schemas.openxmlformats.org/officeDocument/2006/relationships/themeOverride" Target="../theme/themeOverride12.xml"/><Relationship Id="rId4" Type="http://schemas.openxmlformats.org/officeDocument/2006/relationships/image" Target="../media/image1.jpe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3.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3.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3.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3.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4.xml"/><Relationship Id="rId1" Type="http://schemas.openxmlformats.org/officeDocument/2006/relationships/themeOverride" Target="../theme/themeOverride13.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4.xml"/><Relationship Id="rId1" Type="http://schemas.openxmlformats.org/officeDocument/2006/relationships/themeOverride" Target="../theme/themeOverride14.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4.xml"/><Relationship Id="rId1" Type="http://schemas.openxmlformats.org/officeDocument/2006/relationships/themeOverride" Target="../theme/themeOverride1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4.xml"/><Relationship Id="rId1" Type="http://schemas.openxmlformats.org/officeDocument/2006/relationships/themeOverride" Target="../theme/themeOverride16.xml"/><Relationship Id="rId4" Type="http://schemas.openxmlformats.org/officeDocument/2006/relationships/image" Target="../media/image1.jpe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ight Triangle 3"/>
          <p:cNvSpPr/>
          <p:nvPr/>
        </p:nvSpPr>
        <p:spPr>
          <a:xfrm>
            <a:off x="0" y="4664075"/>
            <a:ext cx="12200467"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sz="1800" dirty="0">
              <a:latin typeface="Cambria" panose="02040503050406030204" pitchFamily="18" charset="0"/>
            </a:endParaRPr>
          </a:p>
        </p:txBody>
      </p:sp>
      <p:grpSp>
        <p:nvGrpSpPr>
          <p:cNvPr id="5" name="Group 18"/>
          <p:cNvGrpSpPr>
            <a:grpSpLocks/>
          </p:cNvGrpSpPr>
          <p:nvPr/>
        </p:nvGrpSpPr>
        <p:grpSpPr bwMode="auto">
          <a:xfrm>
            <a:off x="-4233" y="4953000"/>
            <a:ext cx="12196233" cy="1911350"/>
            <a:chOff x="-3765" y="4832896"/>
            <a:chExt cx="9147765" cy="2032192"/>
          </a:xfrm>
        </p:grpSpPr>
        <p:sp>
          <p:nvSpPr>
            <p:cNvPr id="6" name="Freeform 5"/>
            <p:cNvSpPr>
              <a:spLocks/>
            </p:cNvSpPr>
            <p:nvPr/>
          </p:nvSpPr>
          <p:spPr bwMode="auto">
            <a:xfrm>
              <a:off x="1687032" y="4832896"/>
              <a:ext cx="7456968" cy="51817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fontAlgn="auto">
                <a:spcBef>
                  <a:spcPts val="0"/>
                </a:spcBef>
                <a:spcAft>
                  <a:spcPts val="0"/>
                </a:spcAft>
                <a:defRPr/>
              </a:pPr>
              <a:endParaRPr lang="en-US" sz="1800" dirty="0">
                <a:latin typeface="Cambria" panose="02040503050406030204" pitchFamily="18" charset="0"/>
                <a:cs typeface="Calibri" panose="020F0502020204030204" pitchFamily="34" charset="0"/>
              </a:endParaRPr>
            </a:p>
          </p:txBody>
        </p:sp>
        <p:sp>
          <p:nvSpPr>
            <p:cNvPr id="7" name="Freeform 20"/>
            <p:cNvSpPr>
              <a:spLocks/>
            </p:cNvSpPr>
            <p:nvPr/>
          </p:nvSpPr>
          <p:spPr bwMode="auto">
            <a:xfrm>
              <a:off x="35926" y="5135025"/>
              <a:ext cx="9108074" cy="838869"/>
            </a:xfrm>
            <a:custGeom>
              <a:avLst/>
              <a:gdLst>
                <a:gd name="T0" fmla="*/ 0 w 5760"/>
                <a:gd name="T1" fmla="*/ 0 h 528"/>
                <a:gd name="T2" fmla="*/ 2147483647 w 5760"/>
                <a:gd name="T3" fmla="*/ 0 h 528"/>
                <a:gd name="T4" fmla="*/ 2147483647 w 5760"/>
                <a:gd name="T5" fmla="*/ 1332767423 h 528"/>
                <a:gd name="T6" fmla="*/ 120019431 w 5760"/>
                <a:gd name="T7" fmla="*/ 0 h 528"/>
                <a:gd name="T8" fmla="*/ 0 60000 65536"/>
                <a:gd name="T9" fmla="*/ 0 60000 65536"/>
                <a:gd name="T10" fmla="*/ 0 60000 65536"/>
                <a:gd name="T11" fmla="*/ 0 60000 65536"/>
                <a:gd name="T12" fmla="*/ 0 w 5760"/>
                <a:gd name="T13" fmla="*/ 0 h 528"/>
                <a:gd name="T14" fmla="*/ 5760 w 5760"/>
                <a:gd name="T15" fmla="*/ 528 h 528"/>
              </a:gdLst>
              <a:ahLst/>
              <a:cxnLst>
                <a:cxn ang="T8">
                  <a:pos x="T0" y="T1"/>
                </a:cxn>
                <a:cxn ang="T9">
                  <a:pos x="T2" y="T3"/>
                </a:cxn>
                <a:cxn ang="T10">
                  <a:pos x="T4" y="T5"/>
                </a:cxn>
                <a:cxn ang="T11">
                  <a:pos x="T6" y="T7"/>
                </a:cxn>
              </a:cxnLst>
              <a:rect l="T12" t="T13" r="T14" b="T15"/>
              <a:pathLst>
                <a:path w="5760" h="528">
                  <a:moveTo>
                    <a:pt x="0" y="0"/>
                  </a:moveTo>
                  <a:lnTo>
                    <a:pt x="5760" y="0"/>
                  </a:lnTo>
                  <a:lnTo>
                    <a:pt x="5760" y="528"/>
                  </a:lnTo>
                  <a:lnTo>
                    <a:pt x="48" y="0"/>
                  </a:lnTo>
                </a:path>
              </a:pathLst>
            </a:custGeom>
            <a:solidFill>
              <a:srgbClr val="000000"/>
            </a:solidFill>
            <a:ln>
              <a:noFill/>
            </a:ln>
            <a:extLst>
              <a:ext uri="{91240B29-F687-4F45-9708-019B960494DF}">
                <a14:hiddenLine xmlns:a14="http://schemas.microsoft.com/office/drawing/2010/main" w="9525" cap="flat" cmpd="sng" algn="ctr">
                  <a:solidFill>
                    <a:srgbClr val="000000"/>
                  </a:solidFill>
                  <a:prstDash val="solid"/>
                  <a:round/>
                  <a:headEnd type="none" w="med" len="med"/>
                  <a:tailEnd type="none" w="med" len="med"/>
                </a14:hiddenLine>
              </a:ext>
            </a:extLst>
          </p:spPr>
          <p:txBody>
            <a:bodyPr/>
            <a:lstStyle/>
            <a:p>
              <a:endParaRPr lang="en-US" sz="1800" dirty="0">
                <a:latin typeface="Calibri" panose="020F0502020204030204" pitchFamily="34" charset="0"/>
                <a:cs typeface="Calibri" panose="020F0502020204030204" pitchFamily="34" charset="0"/>
              </a:endParaRPr>
            </a:p>
          </p:txBody>
        </p:sp>
        <p:sp>
          <p:nvSpPr>
            <p:cNvPr id="8" name="Freeform 7"/>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sz="1800" dirty="0">
                <a:latin typeface="Cambria" panose="02040503050406030204" pitchFamily="18" charset="0"/>
              </a:endParaRPr>
            </a:p>
          </p:txBody>
        </p:sp>
        <p:cxnSp>
          <p:nvCxnSpPr>
            <p:cNvPr id="10" name="Straight Connector 9"/>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9" name="Title 8"/>
          <p:cNvSpPr>
            <a:spLocks noGrp="1"/>
          </p:cNvSpPr>
          <p:nvPr>
            <p:ph type="ctrTitle"/>
          </p:nvPr>
        </p:nvSpPr>
        <p:spPr>
          <a:xfrm>
            <a:off x="914400" y="1752602"/>
            <a:ext cx="10363200" cy="1829761"/>
          </a:xfrm>
        </p:spPr>
        <p:txBody>
          <a:bodyPr anchor="b"/>
          <a:lstStyle>
            <a:lvl1pPr algn="ctr">
              <a:defRPr sz="4800" b="1">
                <a:solidFill>
                  <a:schemeClr val="tx2"/>
                </a:solidFill>
                <a:effectLst>
                  <a:outerShdw blurRad="31750" dist="25400" dir="5400000" algn="tl" rotWithShape="0">
                    <a:srgbClr val="000000">
                      <a:alpha val="25000"/>
                    </a:srgbClr>
                  </a:outerShdw>
                </a:effectLst>
              </a:defRPr>
            </a:lvl1pPr>
            <a:extLst/>
          </a:lstStyle>
          <a:p>
            <a:r>
              <a:rPr lang="en-US"/>
              <a:t>Click to edit Master title style</a:t>
            </a:r>
            <a:endParaRPr lang="en-US" dirty="0"/>
          </a:p>
        </p:txBody>
      </p:sp>
      <p:sp>
        <p:nvSpPr>
          <p:cNvPr id="17" name="Subtitle 16"/>
          <p:cNvSpPr>
            <a:spLocks noGrp="1"/>
          </p:cNvSpPr>
          <p:nvPr>
            <p:ph type="subTitle" idx="1"/>
          </p:nvPr>
        </p:nvSpPr>
        <p:spPr>
          <a:xfrm>
            <a:off x="914400" y="3611607"/>
            <a:ext cx="10363200" cy="1199704"/>
          </a:xfrm>
        </p:spPr>
        <p:txBody>
          <a:bodyPr lIns="45720" rIns="45720"/>
          <a:lstStyle>
            <a:lvl1pPr marL="0" marR="64008" indent="0" algn="ct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en-US"/>
              <a:t>Click to edit Master subtitle style</a:t>
            </a:r>
            <a:endParaRPr lang="en-US" dirty="0"/>
          </a:p>
        </p:txBody>
      </p:sp>
    </p:spTree>
    <p:extLst>
      <p:ext uri="{BB962C8B-B14F-4D97-AF65-F5344CB8AC3E}">
        <p14:creationId xmlns:p14="http://schemas.microsoft.com/office/powerpoint/2010/main" val="39404995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2pPr>
              <a:buFont typeface="Wingdings" pitchFamily="2" charset="2"/>
              <a:buChar char="§"/>
              <a:defRPr/>
            </a:lvl2pPr>
            <a:extLs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6"/>
          <p:cNvSpPr>
            <a:spLocks noGrp="1"/>
          </p:cNvSpPr>
          <p:nvPr>
            <p:ph type="title"/>
          </p:nvPr>
        </p:nvSpPr>
        <p:spPr/>
        <p:txBody>
          <a:bodyPr rtlCol="0"/>
          <a:lstStyle/>
          <a:p>
            <a:r>
              <a:rPr lang="en-US"/>
              <a:t>Click to edit Master title style</a:t>
            </a:r>
          </a:p>
        </p:txBody>
      </p:sp>
    </p:spTree>
    <p:extLst>
      <p:ext uri="{BB962C8B-B14F-4D97-AF65-F5344CB8AC3E}">
        <p14:creationId xmlns:p14="http://schemas.microsoft.com/office/powerpoint/2010/main" val="26289402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4" name="Chevron 3"/>
          <p:cNvSpPr/>
          <p:nvPr/>
        </p:nvSpPr>
        <p:spPr>
          <a:xfrm>
            <a:off x="4849284" y="3005138"/>
            <a:ext cx="243416"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fontAlgn="auto">
              <a:spcBef>
                <a:spcPts val="0"/>
              </a:spcBef>
              <a:spcAft>
                <a:spcPts val="0"/>
              </a:spcAft>
              <a:defRPr/>
            </a:pPr>
            <a:endParaRPr lang="en-US" sz="1800" dirty="0">
              <a:latin typeface="Cambria" panose="02040503050406030204" pitchFamily="18" charset="0"/>
            </a:endParaRPr>
          </a:p>
        </p:txBody>
      </p:sp>
      <p:sp>
        <p:nvSpPr>
          <p:cNvPr id="5" name="Chevron 4"/>
          <p:cNvSpPr/>
          <p:nvPr/>
        </p:nvSpPr>
        <p:spPr>
          <a:xfrm>
            <a:off x="4599518" y="3005138"/>
            <a:ext cx="24553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fontAlgn="auto">
              <a:spcBef>
                <a:spcPts val="0"/>
              </a:spcBef>
              <a:spcAft>
                <a:spcPts val="0"/>
              </a:spcAft>
              <a:defRPr/>
            </a:pPr>
            <a:endParaRPr lang="en-US" sz="1800" dirty="0">
              <a:latin typeface="Cambria" panose="02040503050406030204" pitchFamily="18" charset="0"/>
            </a:endParaRPr>
          </a:p>
        </p:txBody>
      </p:sp>
      <p:sp>
        <p:nvSpPr>
          <p:cNvPr id="2" name="Title 1"/>
          <p:cNvSpPr>
            <a:spLocks noGrp="1"/>
          </p:cNvSpPr>
          <p:nvPr>
            <p:ph type="title"/>
          </p:nvPr>
        </p:nvSpPr>
        <p:spPr>
          <a:xfrm>
            <a:off x="963168" y="1059712"/>
            <a:ext cx="10363200" cy="1828800"/>
          </a:xfrm>
        </p:spPr>
        <p:txBody>
          <a:bodyPr anchor="b"/>
          <a:lstStyle>
            <a:lvl1pPr algn="r">
              <a:buNone/>
              <a:defRPr sz="4800" b="1" cap="none" baseline="0">
                <a:effectLst>
                  <a:outerShdw blurRad="31750" dist="25400" dir="5400000" algn="tl" rotWithShape="0">
                    <a:srgbClr val="000000">
                      <a:alpha val="25000"/>
                    </a:srgbClr>
                  </a:outerShdw>
                </a:effectLst>
              </a:defRPr>
            </a:lvl1pPr>
            <a:extLst/>
          </a:lstStyle>
          <a:p>
            <a:r>
              <a:rPr lang="en-US"/>
              <a:t>Click to edit Master title style</a:t>
            </a:r>
          </a:p>
        </p:txBody>
      </p:sp>
      <p:sp>
        <p:nvSpPr>
          <p:cNvPr id="3" name="Text Placeholder 2"/>
          <p:cNvSpPr>
            <a:spLocks noGrp="1"/>
          </p:cNvSpPr>
          <p:nvPr>
            <p:ph type="body" idx="1"/>
          </p:nvPr>
        </p:nvSpPr>
        <p:spPr>
          <a:xfrm>
            <a:off x="5230284" y="2931712"/>
            <a:ext cx="6096000" cy="1454888"/>
          </a:xfrm>
        </p:spPr>
        <p:txBody>
          <a:bodyPr/>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en-US"/>
              <a:t>Edit Master text styles</a:t>
            </a:r>
          </a:p>
        </p:txBody>
      </p:sp>
    </p:spTree>
    <p:extLst>
      <p:ext uri="{BB962C8B-B14F-4D97-AF65-F5344CB8AC3E}">
        <p14:creationId xmlns:p14="http://schemas.microsoft.com/office/powerpoint/2010/main" val="3443037091"/>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1481329"/>
            <a:ext cx="5384800" cy="4525963"/>
          </a:xfrm>
        </p:spPr>
        <p:txBody>
          <a:bodyPr/>
          <a:lstStyle>
            <a:lvl1pPr>
              <a:defRPr sz="2800"/>
            </a:lvl1pPr>
            <a:lvl2pPr>
              <a:defRPr sz="2400"/>
            </a:lvl2pPr>
            <a:lvl3pPr>
              <a:defRPr sz="2000"/>
            </a:lvl3pPr>
            <a:lvl4pPr>
              <a:defRPr sz="1800"/>
            </a:lvl4pPr>
            <a:lvl5pPr>
              <a:defRPr sz="1800"/>
            </a:lvl5pPr>
            <a:extLs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481329"/>
            <a:ext cx="5384800" cy="4525963"/>
          </a:xfrm>
        </p:spPr>
        <p:txBody>
          <a:bodyPr/>
          <a:lstStyle>
            <a:lvl1pPr>
              <a:defRPr sz="2800"/>
            </a:lvl1pPr>
            <a:lvl2pPr>
              <a:defRPr sz="2400"/>
            </a:lvl2pPr>
            <a:lvl3pPr>
              <a:defRPr sz="2000"/>
            </a:lvl3pPr>
            <a:lvl4pPr>
              <a:defRPr sz="1800"/>
            </a:lvl4pPr>
            <a:lvl5pPr>
              <a:defRPr sz="1800"/>
            </a:lvl5pPr>
            <a:extLs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tle 7"/>
          <p:cNvSpPr>
            <a:spLocks noGrp="1"/>
          </p:cNvSpPr>
          <p:nvPr>
            <p:ph type="title"/>
          </p:nvPr>
        </p:nvSpPr>
        <p:spPr/>
        <p:txBody>
          <a:bodyPr rtlCol="0"/>
          <a:lstStyle/>
          <a:p>
            <a:r>
              <a:rPr lang="en-US"/>
              <a:t>Click to edit Master title style</a:t>
            </a:r>
          </a:p>
        </p:txBody>
      </p:sp>
    </p:spTree>
    <p:extLst>
      <p:ext uri="{BB962C8B-B14F-4D97-AF65-F5344CB8AC3E}">
        <p14:creationId xmlns:p14="http://schemas.microsoft.com/office/powerpoint/2010/main" val="3662267046"/>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10972800" cy="1143000"/>
          </a:xfrm>
        </p:spPr>
        <p:txBody>
          <a:bodyPr/>
          <a:lstStyle>
            <a:lvl1pPr>
              <a:defRPr/>
            </a:lvl1pPr>
            <a:extLst/>
          </a:lstStyle>
          <a:p>
            <a:r>
              <a:rPr lang="en-US"/>
              <a:t>Click to edit Master title style</a:t>
            </a:r>
          </a:p>
        </p:txBody>
      </p:sp>
      <p:sp>
        <p:nvSpPr>
          <p:cNvPr id="3" name="Text Placeholder 2"/>
          <p:cNvSpPr>
            <a:spLocks noGrp="1"/>
          </p:cNvSpPr>
          <p:nvPr>
            <p:ph type="body" idx="1"/>
          </p:nvPr>
        </p:nvSpPr>
        <p:spPr>
          <a:xfrm>
            <a:off x="609600" y="5410200"/>
            <a:ext cx="5386917"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a:t>Edit Master text styles</a:t>
            </a:r>
          </a:p>
        </p:txBody>
      </p:sp>
      <p:sp>
        <p:nvSpPr>
          <p:cNvPr id="4" name="Text Placeholder 3"/>
          <p:cNvSpPr>
            <a:spLocks noGrp="1"/>
          </p:cNvSpPr>
          <p:nvPr>
            <p:ph type="body" sz="half" idx="3"/>
          </p:nvPr>
        </p:nvSpPr>
        <p:spPr>
          <a:xfrm>
            <a:off x="6193369" y="5410200"/>
            <a:ext cx="5389033"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a:t>Edit Master text styles</a:t>
            </a:r>
          </a:p>
        </p:txBody>
      </p:sp>
      <p:sp>
        <p:nvSpPr>
          <p:cNvPr id="5" name="Content Placeholder 4"/>
          <p:cNvSpPr>
            <a:spLocks noGrp="1"/>
          </p:cNvSpPr>
          <p:nvPr>
            <p:ph sz="quarter" idx="2"/>
          </p:nvPr>
        </p:nvSpPr>
        <p:spPr>
          <a:xfrm>
            <a:off x="609600" y="1444295"/>
            <a:ext cx="5386917"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3368" y="1444295"/>
            <a:ext cx="5389033"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67857048"/>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p:txBody>
          <a:bodyPr rtlCol="0"/>
          <a:lstStyle/>
          <a:p>
            <a:r>
              <a:rPr lang="en-US"/>
              <a:t>Click to edit Master title style</a:t>
            </a:r>
          </a:p>
        </p:txBody>
      </p:sp>
    </p:spTree>
    <p:extLst>
      <p:ext uri="{BB962C8B-B14F-4D97-AF65-F5344CB8AC3E}">
        <p14:creationId xmlns:p14="http://schemas.microsoft.com/office/powerpoint/2010/main" val="1377685368"/>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7190752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Content with Caption">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Content Placeholder 3"/>
          <p:cNvSpPr>
            <a:spLocks noGrp="1"/>
          </p:cNvSpPr>
          <p:nvPr>
            <p:ph sz="half" idx="1"/>
          </p:nvPr>
        </p:nvSpPr>
        <p:spPr>
          <a:xfrm>
            <a:off x="1219200" y="274320"/>
            <a:ext cx="9973056" cy="4572000"/>
          </a:xfrm>
        </p:spPr>
        <p:txBody>
          <a:bodyPr/>
          <a:lstStyle>
            <a:lvl1pPr>
              <a:defRPr sz="3200"/>
            </a:lvl1pPr>
            <a:lvl2pPr>
              <a:defRPr sz="2800"/>
            </a:lvl2pPr>
            <a:lvl3pPr>
              <a:defRPr sz="2400"/>
            </a:lvl3pPr>
            <a:lvl4pPr>
              <a:defRPr sz="2000"/>
            </a:lvl4pPr>
            <a:lvl5pPr>
              <a:defRPr sz="2000"/>
            </a:lvl5pPr>
            <a:extLst/>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96219581"/>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5" name="Freeform 4"/>
          <p:cNvSpPr>
            <a:spLocks/>
          </p:cNvSpPr>
          <p:nvPr/>
        </p:nvSpPr>
        <p:spPr bwMode="auto">
          <a:xfrm>
            <a:off x="666751" y="5945188"/>
            <a:ext cx="6587067" cy="9207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fontAlgn="auto">
              <a:spcBef>
                <a:spcPts val="0"/>
              </a:spcBef>
              <a:spcAft>
                <a:spcPts val="0"/>
              </a:spcAft>
              <a:defRPr/>
            </a:pPr>
            <a:endParaRPr lang="en-US" sz="1800" dirty="0">
              <a:latin typeface="Cambria" panose="02040503050406030204" pitchFamily="18" charset="0"/>
              <a:cs typeface="Calibri" panose="020F0502020204030204" pitchFamily="34" charset="0"/>
            </a:endParaRPr>
          </a:p>
        </p:txBody>
      </p:sp>
      <p:sp>
        <p:nvSpPr>
          <p:cNvPr id="6" name="Freeform 18"/>
          <p:cNvSpPr>
            <a:spLocks/>
          </p:cNvSpPr>
          <p:nvPr/>
        </p:nvSpPr>
        <p:spPr bwMode="auto">
          <a:xfrm>
            <a:off x="647700" y="5938838"/>
            <a:ext cx="4921251" cy="933450"/>
          </a:xfrm>
          <a:custGeom>
            <a:avLst/>
            <a:gdLst>
              <a:gd name="T0" fmla="*/ 0 w 5591"/>
              <a:gd name="T1" fmla="*/ 0 h 588"/>
              <a:gd name="T2" fmla="*/ 2147483647 w 5591"/>
              <a:gd name="T3" fmla="*/ 0 h 588"/>
              <a:gd name="T4" fmla="*/ 2147483647 w 5591"/>
              <a:gd name="T5" fmla="*/ 1330642500 h 588"/>
              <a:gd name="T6" fmla="*/ 20919056 w 5591"/>
              <a:gd name="T7" fmla="*/ 0 h 588"/>
              <a:gd name="T8" fmla="*/ 0 60000 65536"/>
              <a:gd name="T9" fmla="*/ 0 60000 65536"/>
              <a:gd name="T10" fmla="*/ 0 60000 65536"/>
              <a:gd name="T11" fmla="*/ 0 60000 65536"/>
              <a:gd name="T12" fmla="*/ 0 w 5591"/>
              <a:gd name="T13" fmla="*/ 0 h 588"/>
              <a:gd name="T14" fmla="*/ 5591 w 5591"/>
              <a:gd name="T15" fmla="*/ 588 h 588"/>
            </a:gdLst>
            <a:ahLst/>
            <a:cxnLst>
              <a:cxn ang="T8">
                <a:pos x="T0" y="T1"/>
              </a:cxn>
              <a:cxn ang="T9">
                <a:pos x="T2" y="T3"/>
              </a:cxn>
              <a:cxn ang="T10">
                <a:pos x="T4" y="T5"/>
              </a:cxn>
              <a:cxn ang="T11">
                <a:pos x="T6" y="T7"/>
              </a:cxn>
            </a:cxnLst>
            <a:rect l="T12" t="T13" r="T14" b="T15"/>
            <a:pathLst>
              <a:path w="5591" h="588">
                <a:moveTo>
                  <a:pt x="0" y="0"/>
                </a:moveTo>
                <a:lnTo>
                  <a:pt x="5591" y="585"/>
                </a:lnTo>
                <a:lnTo>
                  <a:pt x="4415" y="588"/>
                </a:lnTo>
                <a:lnTo>
                  <a:pt x="12" y="4"/>
                </a:lnTo>
              </a:path>
            </a:pathLst>
          </a:custGeom>
          <a:solidFill>
            <a:srgbClr val="000000"/>
          </a:solidFill>
          <a:ln>
            <a:noFill/>
          </a:ln>
          <a:extLst>
            <a:ext uri="{91240B29-F687-4F45-9708-019B960494DF}">
              <a14:hiddenLine xmlns:a14="http://schemas.microsoft.com/office/drawing/2010/main" w="9525" cap="flat" cmpd="sng" algn="ctr">
                <a:solidFill>
                  <a:srgbClr val="000000"/>
                </a:solidFill>
                <a:prstDash val="solid"/>
                <a:round/>
                <a:headEnd type="none" w="med" len="med"/>
                <a:tailEnd type="none" w="med" len="med"/>
              </a14:hiddenLine>
            </a:ext>
          </a:extLst>
        </p:spPr>
        <p:txBody>
          <a:bodyPr/>
          <a:lstStyle/>
          <a:p>
            <a:endParaRPr lang="en-US" sz="1800" dirty="0">
              <a:latin typeface="Calibri" panose="020F0502020204030204" pitchFamily="34" charset="0"/>
              <a:cs typeface="Calibri" panose="020F0502020204030204" pitchFamily="34" charset="0"/>
            </a:endParaRPr>
          </a:p>
        </p:txBody>
      </p:sp>
      <p:sp>
        <p:nvSpPr>
          <p:cNvPr id="7" name="Right Triangle 6"/>
          <p:cNvSpPr>
            <a:spLocks/>
          </p:cNvSpPr>
          <p:nvPr/>
        </p:nvSpPr>
        <p:spPr bwMode="auto">
          <a:xfrm>
            <a:off x="-8056" y="5791253"/>
            <a:ext cx="4536419" cy="1080868"/>
          </a:xfrm>
          <a:prstGeom prst="rtTriangle">
            <a:avLst/>
          </a:prstGeom>
          <a:blipFill>
            <a:blip r:embed="rId4"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sz="1800" dirty="0">
              <a:latin typeface="Cambria" panose="02040503050406030204" pitchFamily="18" charset="0"/>
            </a:endParaRPr>
          </a:p>
        </p:txBody>
      </p:sp>
      <p:cxnSp>
        <p:nvCxnSpPr>
          <p:cNvPr id="8" name="Straight Connector 7"/>
          <p:cNvCxnSpPr/>
          <p:nvPr/>
        </p:nvCxnSpPr>
        <p:spPr>
          <a:xfrm>
            <a:off x="-12316" y="5787739"/>
            <a:ext cx="454067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Chevron 8"/>
          <p:cNvSpPr/>
          <p:nvPr/>
        </p:nvSpPr>
        <p:spPr>
          <a:xfrm>
            <a:off x="11552768" y="4987925"/>
            <a:ext cx="243417"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fontAlgn="auto">
              <a:spcBef>
                <a:spcPts val="0"/>
              </a:spcBef>
              <a:spcAft>
                <a:spcPts val="0"/>
              </a:spcAft>
              <a:defRPr/>
            </a:pPr>
            <a:endParaRPr lang="en-US" sz="1800" dirty="0">
              <a:latin typeface="Cambria" panose="02040503050406030204" pitchFamily="18" charset="0"/>
            </a:endParaRPr>
          </a:p>
        </p:txBody>
      </p:sp>
      <p:sp>
        <p:nvSpPr>
          <p:cNvPr id="10" name="Chevron 9"/>
          <p:cNvSpPr/>
          <p:nvPr/>
        </p:nvSpPr>
        <p:spPr>
          <a:xfrm>
            <a:off x="11303001" y="4987925"/>
            <a:ext cx="243417"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fontAlgn="auto">
              <a:spcBef>
                <a:spcPts val="0"/>
              </a:spcBef>
              <a:spcAft>
                <a:spcPts val="0"/>
              </a:spcAft>
              <a:defRPr/>
            </a:pPr>
            <a:endParaRPr lang="en-US" sz="1800" dirty="0">
              <a:latin typeface="Cambria" panose="02040503050406030204" pitchFamily="18" charset="0"/>
            </a:endParaRPr>
          </a:p>
        </p:txBody>
      </p:sp>
      <p:sp>
        <p:nvSpPr>
          <p:cNvPr id="3" name="Picture Placeholder 2"/>
          <p:cNvSpPr>
            <a:spLocks noGrp="1"/>
          </p:cNvSpPr>
          <p:nvPr>
            <p:ph type="pic" idx="1"/>
          </p:nvPr>
        </p:nvSpPr>
        <p:spPr>
          <a:xfrm>
            <a:off x="304800" y="189968"/>
            <a:ext cx="11582400" cy="4389120"/>
          </a:xfrm>
          <a:prstGeom prst="rect">
            <a:avLst/>
          </a:prstGeom>
          <a:solidFill>
            <a:schemeClr val="bg2"/>
          </a:solidFill>
          <a:ln>
            <a:solidFill>
              <a:schemeClr val="bg1"/>
            </a:solidFill>
          </a:ln>
          <a:effectLst>
            <a:innerShdw blurRad="95250">
              <a:srgbClr val="000000"/>
            </a:innerShdw>
          </a:effectLst>
        </p:spPr>
        <p:txBody>
          <a:bodyPr>
            <a:normAutofit/>
          </a:bodyPr>
          <a:lstStyle>
            <a:lvl1pPr marL="0" indent="0">
              <a:buNone/>
              <a:defRPr sz="3200"/>
            </a:lvl1pPr>
            <a:extLst/>
          </a:lstStyle>
          <a:p>
            <a:pPr lvl="0"/>
            <a:r>
              <a:rPr lang="en-US" noProof="0"/>
              <a:t>Click icon to add picture</a:t>
            </a:r>
            <a:endParaRPr lang="en-US" noProof="0" dirty="0"/>
          </a:p>
        </p:txBody>
      </p:sp>
    </p:spTree>
    <p:extLst>
      <p:ext uri="{BB962C8B-B14F-4D97-AF65-F5344CB8AC3E}">
        <p14:creationId xmlns:p14="http://schemas.microsoft.com/office/powerpoint/2010/main" val="682022282"/>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609600" y="1481330"/>
            <a:ext cx="10972800" cy="4386071"/>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704352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25351" y="274641"/>
            <a:ext cx="2369960" cy="559276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432800" cy="559276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597373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602454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ight Triangle 3">
            <a:extLst>
              <a:ext uri="{FF2B5EF4-FFF2-40B4-BE49-F238E27FC236}">
                <a16:creationId xmlns:a16="http://schemas.microsoft.com/office/drawing/2014/main" id="{D235AD63-E9F3-4F0B-9F73-8818D7739572}"/>
              </a:ext>
            </a:extLst>
          </p:cNvPr>
          <p:cNvSpPr/>
          <p:nvPr/>
        </p:nvSpPr>
        <p:spPr>
          <a:xfrm>
            <a:off x="0" y="4664075"/>
            <a:ext cx="12200467"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latin typeface="Calibri" panose="020F0502020204030204" pitchFamily="34" charset="0"/>
            </a:endParaRPr>
          </a:p>
        </p:txBody>
      </p:sp>
      <p:grpSp>
        <p:nvGrpSpPr>
          <p:cNvPr id="5" name="Group 18">
            <a:extLst>
              <a:ext uri="{FF2B5EF4-FFF2-40B4-BE49-F238E27FC236}">
                <a16:creationId xmlns:a16="http://schemas.microsoft.com/office/drawing/2014/main" id="{9DA51CB7-4146-4B73-93A0-C96334CBD224}"/>
              </a:ext>
            </a:extLst>
          </p:cNvPr>
          <p:cNvGrpSpPr>
            <a:grpSpLocks/>
          </p:cNvGrpSpPr>
          <p:nvPr/>
        </p:nvGrpSpPr>
        <p:grpSpPr bwMode="auto">
          <a:xfrm>
            <a:off x="-4233" y="4953000"/>
            <a:ext cx="12196233" cy="1911350"/>
            <a:chOff x="-3765" y="4832896"/>
            <a:chExt cx="9147765" cy="2032192"/>
          </a:xfrm>
        </p:grpSpPr>
        <p:sp>
          <p:nvSpPr>
            <p:cNvPr id="6" name="Freeform 19">
              <a:extLst>
                <a:ext uri="{FF2B5EF4-FFF2-40B4-BE49-F238E27FC236}">
                  <a16:creationId xmlns:a16="http://schemas.microsoft.com/office/drawing/2014/main" id="{576664BA-33DF-4D7A-A9A3-2B1D509C7E78}"/>
                </a:ext>
              </a:extLst>
            </p:cNvPr>
            <p:cNvSpPr>
              <a:spLocks/>
            </p:cNvSpPr>
            <p:nvPr/>
          </p:nvSpPr>
          <p:spPr bwMode="auto">
            <a:xfrm>
              <a:off x="1687032" y="4832896"/>
              <a:ext cx="7456968" cy="51817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fontAlgn="auto">
                <a:spcBef>
                  <a:spcPts val="0"/>
                </a:spcBef>
                <a:spcAft>
                  <a:spcPts val="0"/>
                </a:spcAft>
                <a:defRPr/>
              </a:pPr>
              <a:endParaRPr lang="en-US" dirty="0">
                <a:latin typeface="Calibri" panose="020F0502020204030204" pitchFamily="34" charset="0"/>
                <a:cs typeface="Calibri" panose="020F0502020204030204" pitchFamily="34" charset="0"/>
              </a:endParaRPr>
            </a:p>
          </p:txBody>
        </p:sp>
        <p:sp>
          <p:nvSpPr>
            <p:cNvPr id="7" name="Freeform 20">
              <a:extLst>
                <a:ext uri="{FF2B5EF4-FFF2-40B4-BE49-F238E27FC236}">
                  <a16:creationId xmlns:a16="http://schemas.microsoft.com/office/drawing/2014/main" id="{6B79CF4F-118C-4F22-B0F8-BF60C65A9742}"/>
                </a:ext>
              </a:extLst>
            </p:cNvPr>
            <p:cNvSpPr>
              <a:spLocks/>
            </p:cNvSpPr>
            <p:nvPr/>
          </p:nvSpPr>
          <p:spPr bwMode="auto">
            <a:xfrm>
              <a:off x="35926" y="5135025"/>
              <a:ext cx="9108074" cy="838869"/>
            </a:xfrm>
            <a:custGeom>
              <a:avLst/>
              <a:gdLst>
                <a:gd name="T0" fmla="*/ 0 w 5760"/>
                <a:gd name="T1" fmla="*/ 0 h 528"/>
                <a:gd name="T2" fmla="*/ 2147483647 w 5760"/>
                <a:gd name="T3" fmla="*/ 0 h 528"/>
                <a:gd name="T4" fmla="*/ 2147483647 w 5760"/>
                <a:gd name="T5" fmla="*/ 2147483647 h 528"/>
                <a:gd name="T6" fmla="*/ 2147483647 w 5760"/>
                <a:gd name="T7" fmla="*/ 0 h 528"/>
                <a:gd name="T8" fmla="*/ 0 60000 65536"/>
                <a:gd name="T9" fmla="*/ 0 60000 65536"/>
                <a:gd name="T10" fmla="*/ 0 60000 65536"/>
                <a:gd name="T11" fmla="*/ 0 60000 65536"/>
                <a:gd name="T12" fmla="*/ 0 w 5760"/>
                <a:gd name="T13" fmla="*/ 0 h 528"/>
                <a:gd name="T14" fmla="*/ 5760 w 5760"/>
                <a:gd name="T15" fmla="*/ 528 h 528"/>
              </a:gdLst>
              <a:ahLst/>
              <a:cxnLst>
                <a:cxn ang="T8">
                  <a:pos x="T0" y="T1"/>
                </a:cxn>
                <a:cxn ang="T9">
                  <a:pos x="T2" y="T3"/>
                </a:cxn>
                <a:cxn ang="T10">
                  <a:pos x="T4" y="T5"/>
                </a:cxn>
                <a:cxn ang="T11">
                  <a:pos x="T6" y="T7"/>
                </a:cxn>
              </a:cxnLst>
              <a:rect l="T12" t="T13" r="T14" b="T15"/>
              <a:pathLst>
                <a:path w="5760" h="528">
                  <a:moveTo>
                    <a:pt x="0" y="0"/>
                  </a:moveTo>
                  <a:lnTo>
                    <a:pt x="5760" y="0"/>
                  </a:lnTo>
                  <a:lnTo>
                    <a:pt x="5760" y="528"/>
                  </a:lnTo>
                  <a:lnTo>
                    <a:pt x="48" y="0"/>
                  </a:lnTo>
                </a:path>
              </a:pathLst>
            </a:custGeom>
            <a:solidFill>
              <a:srgbClr val="000000"/>
            </a:solidFill>
            <a:ln>
              <a:noFill/>
            </a:ln>
            <a:extLst>
              <a:ext uri="{91240B29-F687-4F45-9708-019B960494DF}">
                <a14:hiddenLine xmlns:a14="http://schemas.microsoft.com/office/drawing/2010/main" w="9525" cap="flat" cmpd="sng" algn="ctr">
                  <a:solidFill>
                    <a:srgbClr val="000000"/>
                  </a:solidFill>
                  <a:prstDash val="solid"/>
                  <a:round/>
                  <a:headEnd type="none" w="med" len="med"/>
                  <a:tailEnd type="none" w="med" len="med"/>
                </a14:hiddenLine>
              </a:ext>
            </a:extLst>
          </p:spPr>
          <p:txBody>
            <a:bodyPr/>
            <a:lstStyle/>
            <a:p>
              <a:endParaRPr lang="en-US" dirty="0">
                <a:latin typeface="Calibri" panose="020F0502020204030204" pitchFamily="34" charset="0"/>
                <a:cs typeface="Calibri" panose="020F0502020204030204" pitchFamily="34" charset="0"/>
              </a:endParaRPr>
            </a:p>
          </p:txBody>
        </p:sp>
        <p:sp>
          <p:nvSpPr>
            <p:cNvPr id="8" name="Freeform 22">
              <a:extLst>
                <a:ext uri="{FF2B5EF4-FFF2-40B4-BE49-F238E27FC236}">
                  <a16:creationId xmlns:a16="http://schemas.microsoft.com/office/drawing/2014/main" id="{5DE1D05B-6F14-4A29-93F7-FACA6C8F9E12}"/>
                </a:ext>
              </a:extLst>
            </p:cNvPr>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latin typeface="Calibri" panose="020F0502020204030204" pitchFamily="34" charset="0"/>
              </a:endParaRPr>
            </a:p>
          </p:txBody>
        </p:sp>
        <p:cxnSp>
          <p:nvCxnSpPr>
            <p:cNvPr id="10" name="Straight Connector 9">
              <a:extLst>
                <a:ext uri="{FF2B5EF4-FFF2-40B4-BE49-F238E27FC236}">
                  <a16:creationId xmlns:a16="http://schemas.microsoft.com/office/drawing/2014/main" id="{45596CA0-343C-4DFD-B1CA-DC498AB49429}"/>
                </a:ext>
              </a:extLst>
            </p:cNvPr>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11" name="Action Button: Forward or Next 24">
            <a:hlinkClick r:id="" action="ppaction://hlinkshowjump?jump=nextslide" highlightClick="1"/>
            <a:extLst>
              <a:ext uri="{FF2B5EF4-FFF2-40B4-BE49-F238E27FC236}">
                <a16:creationId xmlns:a16="http://schemas.microsoft.com/office/drawing/2014/main" id="{420C07E6-FEA5-4D80-8032-982A897C8D50}"/>
              </a:ext>
            </a:extLst>
          </p:cNvPr>
          <p:cNvSpPr/>
          <p:nvPr/>
        </p:nvSpPr>
        <p:spPr>
          <a:xfrm>
            <a:off x="11582400" y="152400"/>
            <a:ext cx="406400" cy="304800"/>
          </a:xfrm>
          <a:prstGeom prst="actionButtonForwardNext">
            <a:avLst/>
          </a:prstGeom>
        </p:spPr>
        <p:style>
          <a:lnRef idx="1">
            <a:schemeClr val="accent2"/>
          </a:lnRef>
          <a:fillRef idx="2">
            <a:schemeClr val="accent2"/>
          </a:fillRef>
          <a:effectRef idx="1">
            <a:schemeClr val="accent2"/>
          </a:effectRef>
          <a:fontRef idx="minor">
            <a:schemeClr val="dk1"/>
          </a:fontRef>
        </p:style>
        <p:txBody>
          <a:bodyPr anchor="ctr"/>
          <a:lstStyle/>
          <a:p>
            <a:pPr algn="ctr" fontAlgn="auto">
              <a:spcBef>
                <a:spcPts val="0"/>
              </a:spcBef>
              <a:spcAft>
                <a:spcPts val="0"/>
              </a:spcAft>
              <a:defRPr/>
            </a:pPr>
            <a:endParaRPr lang="en-US" dirty="0">
              <a:latin typeface="Calibri" panose="020F0502020204030204" pitchFamily="34" charset="0"/>
            </a:endParaRPr>
          </a:p>
        </p:txBody>
      </p:sp>
      <p:sp>
        <p:nvSpPr>
          <p:cNvPr id="9" name="Title 8"/>
          <p:cNvSpPr>
            <a:spLocks noGrp="1"/>
          </p:cNvSpPr>
          <p:nvPr>
            <p:ph type="ctrTitle"/>
          </p:nvPr>
        </p:nvSpPr>
        <p:spPr>
          <a:xfrm>
            <a:off x="914400" y="1752602"/>
            <a:ext cx="10363200" cy="1829761"/>
          </a:xfrm>
        </p:spPr>
        <p:txBody>
          <a:bodyPr anchor="b"/>
          <a:lstStyle>
            <a:lvl1pPr algn="r">
              <a:defRPr sz="4800" b="1">
                <a:solidFill>
                  <a:schemeClr val="tx2"/>
                </a:solidFill>
                <a:effectLst>
                  <a:outerShdw blurRad="31750" dist="25400" dir="5400000" algn="tl" rotWithShape="0">
                    <a:srgbClr val="000000">
                      <a:alpha val="25000"/>
                    </a:srgbClr>
                  </a:outerShdw>
                </a:effectLst>
              </a:defRPr>
            </a:lvl1pPr>
            <a:extLst/>
          </a:lstStyle>
          <a:p>
            <a:r>
              <a:rPr lang="en-US"/>
              <a:t>Click to edit Master title style</a:t>
            </a:r>
          </a:p>
        </p:txBody>
      </p:sp>
      <p:sp>
        <p:nvSpPr>
          <p:cNvPr id="17" name="Subtitle 16"/>
          <p:cNvSpPr>
            <a:spLocks noGrp="1"/>
          </p:cNvSpPr>
          <p:nvPr>
            <p:ph type="subTitle" idx="1"/>
          </p:nvPr>
        </p:nvSpPr>
        <p:spPr>
          <a:xfrm>
            <a:off x="914400" y="3611607"/>
            <a:ext cx="103632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en-US"/>
              <a:t>Click to edit Master subtitle style</a:t>
            </a:r>
          </a:p>
        </p:txBody>
      </p:sp>
      <p:sp>
        <p:nvSpPr>
          <p:cNvPr id="12" name="Date Placeholder 29">
            <a:extLst>
              <a:ext uri="{FF2B5EF4-FFF2-40B4-BE49-F238E27FC236}">
                <a16:creationId xmlns:a16="http://schemas.microsoft.com/office/drawing/2014/main" id="{5D68F53C-29EB-483D-BC75-5A7CA1BEF174}"/>
              </a:ext>
            </a:extLst>
          </p:cNvPr>
          <p:cNvSpPr>
            <a:spLocks noGrp="1"/>
          </p:cNvSpPr>
          <p:nvPr>
            <p:ph type="dt" sz="half" idx="10"/>
          </p:nvPr>
        </p:nvSpPr>
        <p:spPr/>
        <p:txBody>
          <a:bodyPr/>
          <a:lstStyle>
            <a:lvl1pPr>
              <a:defRPr smtClean="0">
                <a:solidFill>
                  <a:srgbClr val="FFFFFF"/>
                </a:solidFill>
              </a:defRPr>
            </a:lvl1pPr>
            <a:extLst/>
          </a:lstStyle>
          <a:p>
            <a:pPr>
              <a:defRPr/>
            </a:pPr>
            <a:fld id="{D78485D4-3208-4AD7-8799-125096E7BFDE}" type="datetime1">
              <a:rPr lang="en-US" smtClean="0"/>
              <a:t>8/18/2025</a:t>
            </a:fld>
            <a:endParaRPr lang="en-US"/>
          </a:p>
        </p:txBody>
      </p:sp>
      <p:sp>
        <p:nvSpPr>
          <p:cNvPr id="13" name="Slide Number Placeholder 26">
            <a:extLst>
              <a:ext uri="{FF2B5EF4-FFF2-40B4-BE49-F238E27FC236}">
                <a16:creationId xmlns:a16="http://schemas.microsoft.com/office/drawing/2014/main" id="{7E4C4968-CA56-41A3-9389-D13BF1DAA78D}"/>
              </a:ext>
            </a:extLst>
          </p:cNvPr>
          <p:cNvSpPr>
            <a:spLocks noGrp="1"/>
          </p:cNvSpPr>
          <p:nvPr>
            <p:ph type="sldNum" sz="quarter" idx="11"/>
          </p:nvPr>
        </p:nvSpPr>
        <p:spPr/>
        <p:txBody>
          <a:bodyPr/>
          <a:lstStyle>
            <a:lvl1pPr>
              <a:defRPr>
                <a:solidFill>
                  <a:srgbClr val="FFFFFF"/>
                </a:solidFill>
              </a:defRPr>
            </a:lvl1pPr>
          </a:lstStyle>
          <a:p>
            <a:fld id="{FA9C43C5-6966-4E18-85B9-CED4B038AF05}" type="slidenum">
              <a:rPr lang="en-US" altLang="en-US"/>
              <a:pPr/>
              <a:t>‹#›</a:t>
            </a:fld>
            <a:endParaRPr lang="en-US" altLang="en-US"/>
          </a:p>
        </p:txBody>
      </p:sp>
      <p:sp>
        <p:nvSpPr>
          <p:cNvPr id="14" name="Footer Placeholder 18">
            <a:extLst>
              <a:ext uri="{FF2B5EF4-FFF2-40B4-BE49-F238E27FC236}">
                <a16:creationId xmlns:a16="http://schemas.microsoft.com/office/drawing/2014/main" id="{D23923F6-CAE9-4582-B1A7-2EF778055D35}"/>
              </a:ext>
            </a:extLst>
          </p:cNvPr>
          <p:cNvSpPr>
            <a:spLocks noGrp="1"/>
          </p:cNvSpPr>
          <p:nvPr>
            <p:ph type="ftr" sz="quarter" idx="12"/>
          </p:nvPr>
        </p:nvSpPr>
        <p:spPr>
          <a:xfrm>
            <a:off x="3657600" y="6408739"/>
            <a:ext cx="5317067" cy="365125"/>
          </a:xfrm>
        </p:spPr>
        <p:txBody>
          <a:bodyPr/>
          <a:lstStyle>
            <a:lvl1pPr>
              <a:defRPr>
                <a:solidFill>
                  <a:schemeClr val="accent1">
                    <a:tint val="20000"/>
                  </a:schemeClr>
                </a:solidFill>
              </a:defRPr>
            </a:lvl1pPr>
            <a:extLst/>
          </a:lstStyle>
          <a:p>
            <a:pPr>
              <a:defRPr/>
            </a:pPr>
            <a:r>
              <a:rPr lang="en-US"/>
              <a:t>© Copyright 1992-2018 by Pearson Education, Inc. All Rights Reserved.</a:t>
            </a:r>
          </a:p>
        </p:txBody>
      </p:sp>
    </p:spTree>
    <p:extLst>
      <p:ext uri="{BB962C8B-B14F-4D97-AF65-F5344CB8AC3E}">
        <p14:creationId xmlns:p14="http://schemas.microsoft.com/office/powerpoint/2010/main" val="17886703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Action Button: Back or Previous 16">
            <a:hlinkClick r:id="" action="ppaction://hlinkshowjump?jump=previousslide" highlightClick="1"/>
            <a:extLst>
              <a:ext uri="{FF2B5EF4-FFF2-40B4-BE49-F238E27FC236}">
                <a16:creationId xmlns:a16="http://schemas.microsoft.com/office/drawing/2014/main" id="{6C3387EB-FA56-4714-AF25-92BD61F93CD0}"/>
              </a:ext>
            </a:extLst>
          </p:cNvPr>
          <p:cNvSpPr/>
          <p:nvPr/>
        </p:nvSpPr>
        <p:spPr>
          <a:xfrm>
            <a:off x="11074400" y="152400"/>
            <a:ext cx="406400" cy="304800"/>
          </a:xfrm>
          <a:prstGeom prst="actionButtonBackPrevious">
            <a:avLst/>
          </a:prstGeom>
        </p:spPr>
        <p:style>
          <a:lnRef idx="1">
            <a:schemeClr val="accent2"/>
          </a:lnRef>
          <a:fillRef idx="2">
            <a:schemeClr val="accent2"/>
          </a:fillRef>
          <a:effectRef idx="1">
            <a:schemeClr val="accent2"/>
          </a:effectRef>
          <a:fontRef idx="minor">
            <a:schemeClr val="dk1"/>
          </a:fontRef>
        </p:style>
        <p:txBody>
          <a:bodyPr anchor="ctr"/>
          <a:lstStyle/>
          <a:p>
            <a:pPr algn="ctr" fontAlgn="auto">
              <a:spcBef>
                <a:spcPts val="0"/>
              </a:spcBef>
              <a:spcAft>
                <a:spcPts val="0"/>
              </a:spcAft>
              <a:defRPr/>
            </a:pPr>
            <a:endParaRPr lang="en-US" dirty="0">
              <a:latin typeface="Calibri" panose="020F0502020204030204" pitchFamily="34" charset="0"/>
            </a:endParaRPr>
          </a:p>
        </p:txBody>
      </p:sp>
      <p:sp>
        <p:nvSpPr>
          <p:cNvPr id="5" name="Action Button: Forward or Next 18">
            <a:hlinkClick r:id="" action="ppaction://hlinkshowjump?jump=nextslide" highlightClick="1"/>
            <a:extLst>
              <a:ext uri="{FF2B5EF4-FFF2-40B4-BE49-F238E27FC236}">
                <a16:creationId xmlns:a16="http://schemas.microsoft.com/office/drawing/2014/main" id="{5B5CA891-861D-48CC-9AF6-84CCC7173596}"/>
              </a:ext>
            </a:extLst>
          </p:cNvPr>
          <p:cNvSpPr/>
          <p:nvPr/>
        </p:nvSpPr>
        <p:spPr>
          <a:xfrm>
            <a:off x="11582400" y="152400"/>
            <a:ext cx="406400" cy="304800"/>
          </a:xfrm>
          <a:prstGeom prst="actionButtonForwardNext">
            <a:avLst/>
          </a:prstGeom>
        </p:spPr>
        <p:style>
          <a:lnRef idx="1">
            <a:schemeClr val="accent2"/>
          </a:lnRef>
          <a:fillRef idx="2">
            <a:schemeClr val="accent2"/>
          </a:fillRef>
          <a:effectRef idx="1">
            <a:schemeClr val="accent2"/>
          </a:effectRef>
          <a:fontRef idx="minor">
            <a:schemeClr val="dk1"/>
          </a:fontRef>
        </p:style>
        <p:txBody>
          <a:bodyPr anchor="ctr"/>
          <a:lstStyle/>
          <a:p>
            <a:pPr algn="ctr" fontAlgn="auto">
              <a:spcBef>
                <a:spcPts val="0"/>
              </a:spcBef>
              <a:spcAft>
                <a:spcPts val="0"/>
              </a:spcAft>
              <a:defRPr/>
            </a:pPr>
            <a:endParaRPr lang="en-US" dirty="0">
              <a:latin typeface="Calibri" panose="020F0502020204030204" pitchFamily="34" charset="0"/>
            </a:endParaRPr>
          </a:p>
        </p:txBody>
      </p:sp>
      <p:sp>
        <p:nvSpPr>
          <p:cNvPr id="3" name="Content Placeholder 2"/>
          <p:cNvSpPr>
            <a:spLocks noGrp="1"/>
          </p:cNvSpPr>
          <p:nvPr>
            <p:ph idx="1"/>
          </p:nvPr>
        </p:nvSpPr>
        <p:spPr/>
        <p:txBody>
          <a:bodyPr/>
          <a:lstStyle>
            <a:lvl2pPr>
              <a:buFont typeface="Wingdings" pitchFamily="2" charset="2"/>
              <a:buChar char="§"/>
              <a:defRPr/>
            </a:lvl2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6"/>
          <p:cNvSpPr>
            <a:spLocks noGrp="1"/>
          </p:cNvSpPr>
          <p:nvPr>
            <p:ph type="title"/>
          </p:nvPr>
        </p:nvSpPr>
        <p:spPr/>
        <p:txBody>
          <a:bodyPr rtlCol="0"/>
          <a:lstStyle/>
          <a:p>
            <a:r>
              <a:rPr lang="en-US"/>
              <a:t>Click to edit Master title style</a:t>
            </a:r>
          </a:p>
        </p:txBody>
      </p:sp>
      <p:sp>
        <p:nvSpPr>
          <p:cNvPr id="6" name="Date Placeholder 3">
            <a:extLst>
              <a:ext uri="{FF2B5EF4-FFF2-40B4-BE49-F238E27FC236}">
                <a16:creationId xmlns:a16="http://schemas.microsoft.com/office/drawing/2014/main" id="{DAA2D05C-68A9-40D4-9BD2-CC77417E9553}"/>
              </a:ext>
            </a:extLst>
          </p:cNvPr>
          <p:cNvSpPr>
            <a:spLocks noGrp="1"/>
          </p:cNvSpPr>
          <p:nvPr>
            <p:ph type="dt" sz="half" idx="10"/>
          </p:nvPr>
        </p:nvSpPr>
        <p:spPr/>
        <p:txBody>
          <a:bodyPr/>
          <a:lstStyle>
            <a:lvl1pPr>
              <a:defRPr smtClean="0"/>
            </a:lvl1pPr>
            <a:extLst/>
          </a:lstStyle>
          <a:p>
            <a:pPr>
              <a:defRPr/>
            </a:pPr>
            <a:fld id="{4A9522F6-E842-49FE-8F6B-76F562593E60}" type="datetime1">
              <a:rPr lang="en-US" smtClean="0"/>
              <a:t>8/18/2025</a:t>
            </a:fld>
            <a:endParaRPr lang="en-US"/>
          </a:p>
        </p:txBody>
      </p:sp>
      <p:sp>
        <p:nvSpPr>
          <p:cNvPr id="8" name="Footer Placeholder 4">
            <a:extLst>
              <a:ext uri="{FF2B5EF4-FFF2-40B4-BE49-F238E27FC236}">
                <a16:creationId xmlns:a16="http://schemas.microsoft.com/office/drawing/2014/main" id="{7BAE4B01-5428-4A43-BFE9-3A5ABA99B1C7}"/>
              </a:ext>
            </a:extLst>
          </p:cNvPr>
          <p:cNvSpPr>
            <a:spLocks noGrp="1"/>
          </p:cNvSpPr>
          <p:nvPr>
            <p:ph type="ftr" sz="quarter" idx="11"/>
          </p:nvPr>
        </p:nvSpPr>
        <p:spPr>
          <a:xfrm>
            <a:off x="5486400" y="6408739"/>
            <a:ext cx="3488267" cy="365125"/>
          </a:xfrm>
        </p:spPr>
        <p:txBody>
          <a:bodyPr/>
          <a:lstStyle>
            <a:lvl1pPr>
              <a:defRPr/>
            </a:lvl1pPr>
            <a:extLst/>
          </a:lstStyle>
          <a:p>
            <a:pPr>
              <a:defRPr/>
            </a:pPr>
            <a:r>
              <a:rPr lang="en-US"/>
              <a:t>© Copyright 1992-2018 by Pearson Education, Inc. All Rights Reserved.</a:t>
            </a:r>
          </a:p>
        </p:txBody>
      </p:sp>
      <p:sp>
        <p:nvSpPr>
          <p:cNvPr id="9" name="Slide Number Placeholder 5">
            <a:extLst>
              <a:ext uri="{FF2B5EF4-FFF2-40B4-BE49-F238E27FC236}">
                <a16:creationId xmlns:a16="http://schemas.microsoft.com/office/drawing/2014/main" id="{9DA3AF38-5529-498B-98D3-B93D5B52888D}"/>
              </a:ext>
            </a:extLst>
          </p:cNvPr>
          <p:cNvSpPr>
            <a:spLocks noGrp="1"/>
          </p:cNvSpPr>
          <p:nvPr>
            <p:ph type="sldNum" sz="quarter" idx="12"/>
          </p:nvPr>
        </p:nvSpPr>
        <p:spPr/>
        <p:txBody>
          <a:bodyPr/>
          <a:lstStyle>
            <a:lvl1pPr>
              <a:defRPr/>
            </a:lvl1pPr>
          </a:lstStyle>
          <a:p>
            <a:fld id="{E15DBE9A-DC1B-42F0-BD77-C02DA4CE1183}" type="slidenum">
              <a:rPr lang="en-US" altLang="en-US"/>
              <a:pPr/>
              <a:t>‹#›</a:t>
            </a:fld>
            <a:endParaRPr lang="en-US" altLang="en-US"/>
          </a:p>
        </p:txBody>
      </p:sp>
    </p:spTree>
    <p:extLst>
      <p:ext uri="{BB962C8B-B14F-4D97-AF65-F5344CB8AC3E}">
        <p14:creationId xmlns:p14="http://schemas.microsoft.com/office/powerpoint/2010/main" val="41788216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4" name="Chevron 16">
            <a:extLst>
              <a:ext uri="{FF2B5EF4-FFF2-40B4-BE49-F238E27FC236}">
                <a16:creationId xmlns:a16="http://schemas.microsoft.com/office/drawing/2014/main" id="{5403474B-1206-403A-97F4-2098F7779B3B}"/>
              </a:ext>
            </a:extLst>
          </p:cNvPr>
          <p:cNvSpPr/>
          <p:nvPr/>
        </p:nvSpPr>
        <p:spPr>
          <a:xfrm>
            <a:off x="4849284" y="3005138"/>
            <a:ext cx="243416"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fontAlgn="auto">
              <a:spcBef>
                <a:spcPts val="0"/>
              </a:spcBef>
              <a:spcAft>
                <a:spcPts val="0"/>
              </a:spcAft>
              <a:defRPr/>
            </a:pPr>
            <a:endParaRPr lang="en-US" dirty="0">
              <a:latin typeface="Calibri" panose="020F0502020204030204" pitchFamily="34" charset="0"/>
            </a:endParaRPr>
          </a:p>
        </p:txBody>
      </p:sp>
      <p:sp>
        <p:nvSpPr>
          <p:cNvPr id="5" name="Chevron 18">
            <a:extLst>
              <a:ext uri="{FF2B5EF4-FFF2-40B4-BE49-F238E27FC236}">
                <a16:creationId xmlns:a16="http://schemas.microsoft.com/office/drawing/2014/main" id="{B387A66C-C13C-417B-A2C7-386A5A026237}"/>
              </a:ext>
            </a:extLst>
          </p:cNvPr>
          <p:cNvSpPr/>
          <p:nvPr/>
        </p:nvSpPr>
        <p:spPr>
          <a:xfrm>
            <a:off x="4599518" y="3005138"/>
            <a:ext cx="24553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fontAlgn="auto">
              <a:spcBef>
                <a:spcPts val="0"/>
              </a:spcBef>
              <a:spcAft>
                <a:spcPts val="0"/>
              </a:spcAft>
              <a:defRPr/>
            </a:pPr>
            <a:endParaRPr lang="en-US" dirty="0">
              <a:latin typeface="Calibri" panose="020F0502020204030204" pitchFamily="34" charset="0"/>
            </a:endParaRPr>
          </a:p>
        </p:txBody>
      </p:sp>
      <p:sp>
        <p:nvSpPr>
          <p:cNvPr id="2" name="Title 1"/>
          <p:cNvSpPr>
            <a:spLocks noGrp="1"/>
          </p:cNvSpPr>
          <p:nvPr>
            <p:ph type="title"/>
          </p:nvPr>
        </p:nvSpPr>
        <p:spPr>
          <a:xfrm>
            <a:off x="963168" y="1059712"/>
            <a:ext cx="10363200" cy="1828800"/>
          </a:xfrm>
        </p:spPr>
        <p:txBody>
          <a:bodyPr anchor="b"/>
          <a:lstStyle>
            <a:lvl1pPr algn="r">
              <a:buNone/>
              <a:defRPr sz="4800" b="1" cap="none" baseline="0">
                <a:effectLst>
                  <a:outerShdw blurRad="31750" dist="25400" dir="5400000" algn="tl" rotWithShape="0">
                    <a:srgbClr val="000000">
                      <a:alpha val="25000"/>
                    </a:srgbClr>
                  </a:outerShdw>
                </a:effectLst>
              </a:defRPr>
            </a:lvl1pPr>
            <a:extLst/>
          </a:lstStyle>
          <a:p>
            <a:r>
              <a:rPr lang="en-US"/>
              <a:t>Click to edit Master title style</a:t>
            </a:r>
          </a:p>
        </p:txBody>
      </p:sp>
      <p:sp>
        <p:nvSpPr>
          <p:cNvPr id="3" name="Text Placeholder 2"/>
          <p:cNvSpPr>
            <a:spLocks noGrp="1"/>
          </p:cNvSpPr>
          <p:nvPr>
            <p:ph type="body" idx="1"/>
          </p:nvPr>
        </p:nvSpPr>
        <p:spPr>
          <a:xfrm>
            <a:off x="5230284" y="2931712"/>
            <a:ext cx="6096000" cy="1454888"/>
          </a:xfrm>
        </p:spPr>
        <p:txBody>
          <a:bodyPr/>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en-US"/>
              <a:t>Click to edit Master text styles</a:t>
            </a:r>
          </a:p>
        </p:txBody>
      </p:sp>
      <p:sp>
        <p:nvSpPr>
          <p:cNvPr id="6" name="Date Placeholder 3">
            <a:extLst>
              <a:ext uri="{FF2B5EF4-FFF2-40B4-BE49-F238E27FC236}">
                <a16:creationId xmlns:a16="http://schemas.microsoft.com/office/drawing/2014/main" id="{3B23577E-1FEA-45A5-89B6-2593268DD670}"/>
              </a:ext>
            </a:extLst>
          </p:cNvPr>
          <p:cNvSpPr>
            <a:spLocks noGrp="1"/>
          </p:cNvSpPr>
          <p:nvPr>
            <p:ph type="dt" sz="half" idx="10"/>
          </p:nvPr>
        </p:nvSpPr>
        <p:spPr/>
        <p:txBody>
          <a:bodyPr/>
          <a:lstStyle>
            <a:lvl1pPr>
              <a:defRPr smtClean="0"/>
            </a:lvl1pPr>
            <a:extLst/>
          </a:lstStyle>
          <a:p>
            <a:pPr>
              <a:defRPr/>
            </a:pPr>
            <a:fld id="{3E4BBD9E-CD5E-4399-8530-0F159733A4F8}" type="datetime1">
              <a:rPr lang="en-US" smtClean="0"/>
              <a:t>8/18/2025</a:t>
            </a:fld>
            <a:endParaRPr lang="en-US"/>
          </a:p>
        </p:txBody>
      </p:sp>
      <p:sp>
        <p:nvSpPr>
          <p:cNvPr id="7" name="Footer Placeholder 4">
            <a:extLst>
              <a:ext uri="{FF2B5EF4-FFF2-40B4-BE49-F238E27FC236}">
                <a16:creationId xmlns:a16="http://schemas.microsoft.com/office/drawing/2014/main" id="{E5C6C424-81A4-45B1-9D04-79A57D8AF192}"/>
              </a:ext>
            </a:extLst>
          </p:cNvPr>
          <p:cNvSpPr>
            <a:spLocks noGrp="1"/>
          </p:cNvSpPr>
          <p:nvPr>
            <p:ph type="ftr" sz="quarter" idx="11"/>
          </p:nvPr>
        </p:nvSpPr>
        <p:spPr/>
        <p:txBody>
          <a:bodyPr/>
          <a:lstStyle>
            <a:lvl1pPr>
              <a:defRPr/>
            </a:lvl1pPr>
            <a:extLst/>
          </a:lstStyle>
          <a:p>
            <a:pPr>
              <a:defRPr/>
            </a:pPr>
            <a:r>
              <a:rPr lang="en-US"/>
              <a:t>© Copyright 1992-2018 by Pearson Education, Inc. All Rights Reserved.</a:t>
            </a:r>
          </a:p>
        </p:txBody>
      </p:sp>
      <p:sp>
        <p:nvSpPr>
          <p:cNvPr id="8" name="Slide Number Placeholder 5">
            <a:extLst>
              <a:ext uri="{FF2B5EF4-FFF2-40B4-BE49-F238E27FC236}">
                <a16:creationId xmlns:a16="http://schemas.microsoft.com/office/drawing/2014/main" id="{54BFC7FD-3DF2-49CD-80AE-58F148214C2A}"/>
              </a:ext>
            </a:extLst>
          </p:cNvPr>
          <p:cNvSpPr>
            <a:spLocks noGrp="1"/>
          </p:cNvSpPr>
          <p:nvPr>
            <p:ph type="sldNum" sz="quarter" idx="12"/>
          </p:nvPr>
        </p:nvSpPr>
        <p:spPr/>
        <p:txBody>
          <a:bodyPr/>
          <a:lstStyle>
            <a:lvl1pPr>
              <a:defRPr/>
            </a:lvl1pPr>
          </a:lstStyle>
          <a:p>
            <a:fld id="{444EB347-32F2-42EF-B243-FF386E02EEAC}" type="slidenum">
              <a:rPr lang="en-US" altLang="en-US"/>
              <a:pPr/>
              <a:t>‹#›</a:t>
            </a:fld>
            <a:endParaRPr lang="en-US" altLang="en-US"/>
          </a:p>
        </p:txBody>
      </p:sp>
    </p:spTree>
    <p:extLst>
      <p:ext uri="{BB962C8B-B14F-4D97-AF65-F5344CB8AC3E}">
        <p14:creationId xmlns:p14="http://schemas.microsoft.com/office/powerpoint/2010/main" val="1240016851"/>
      </p:ext>
    </p:extLst>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1481329"/>
            <a:ext cx="5384800" cy="4525963"/>
          </a:xfrm>
        </p:spPr>
        <p:txBody>
          <a:bodyPr/>
          <a:lstStyle>
            <a:lvl1pPr>
              <a:defRPr sz="2800"/>
            </a:lvl1pPr>
            <a:lvl2pPr>
              <a:defRPr sz="2400"/>
            </a:lvl2pPr>
            <a:lvl3pPr>
              <a:defRPr sz="2000"/>
            </a:lvl3pPr>
            <a:lvl4pPr>
              <a:defRPr sz="1800"/>
            </a:lvl4pPr>
            <a:lvl5pPr>
              <a:defRPr sz="18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481329"/>
            <a:ext cx="5384800" cy="4525963"/>
          </a:xfrm>
        </p:spPr>
        <p:txBody>
          <a:bodyPr/>
          <a:lstStyle>
            <a:lvl1pPr>
              <a:defRPr sz="2800"/>
            </a:lvl1pPr>
            <a:lvl2pPr>
              <a:defRPr sz="2400"/>
            </a:lvl2pPr>
            <a:lvl3pPr>
              <a:defRPr sz="2000"/>
            </a:lvl3pPr>
            <a:lvl4pPr>
              <a:defRPr sz="1800"/>
            </a:lvl4pPr>
            <a:lvl5pPr>
              <a:defRPr sz="18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tle 7"/>
          <p:cNvSpPr>
            <a:spLocks noGrp="1"/>
          </p:cNvSpPr>
          <p:nvPr>
            <p:ph type="title"/>
          </p:nvPr>
        </p:nvSpPr>
        <p:spPr/>
        <p:txBody>
          <a:bodyPr rtlCol="0"/>
          <a:lstStyle/>
          <a:p>
            <a:r>
              <a:rPr lang="en-US"/>
              <a:t>Click to edit Master title style</a:t>
            </a:r>
          </a:p>
        </p:txBody>
      </p:sp>
      <p:sp>
        <p:nvSpPr>
          <p:cNvPr id="5" name="Date Placeholder 4">
            <a:extLst>
              <a:ext uri="{FF2B5EF4-FFF2-40B4-BE49-F238E27FC236}">
                <a16:creationId xmlns:a16="http://schemas.microsoft.com/office/drawing/2014/main" id="{EDFBF73A-0383-4FF6-A7D8-DD78EEFD166A}"/>
              </a:ext>
            </a:extLst>
          </p:cNvPr>
          <p:cNvSpPr>
            <a:spLocks noGrp="1"/>
          </p:cNvSpPr>
          <p:nvPr>
            <p:ph type="dt" sz="half" idx="10"/>
          </p:nvPr>
        </p:nvSpPr>
        <p:spPr/>
        <p:txBody>
          <a:bodyPr/>
          <a:lstStyle>
            <a:lvl1pPr>
              <a:defRPr smtClean="0"/>
            </a:lvl1pPr>
            <a:extLst/>
          </a:lstStyle>
          <a:p>
            <a:pPr>
              <a:defRPr/>
            </a:pPr>
            <a:fld id="{572DFA26-1244-4CD5-9BA5-781FC8C99FF3}" type="datetime1">
              <a:rPr lang="en-US" smtClean="0"/>
              <a:t>8/18/2025</a:t>
            </a:fld>
            <a:endParaRPr lang="en-US"/>
          </a:p>
        </p:txBody>
      </p:sp>
      <p:sp>
        <p:nvSpPr>
          <p:cNvPr id="6" name="Footer Placeholder 5">
            <a:extLst>
              <a:ext uri="{FF2B5EF4-FFF2-40B4-BE49-F238E27FC236}">
                <a16:creationId xmlns:a16="http://schemas.microsoft.com/office/drawing/2014/main" id="{D037F607-78C7-41F4-8F2A-2D0513495E7D}"/>
              </a:ext>
            </a:extLst>
          </p:cNvPr>
          <p:cNvSpPr>
            <a:spLocks noGrp="1"/>
          </p:cNvSpPr>
          <p:nvPr>
            <p:ph type="ftr" sz="quarter" idx="11"/>
          </p:nvPr>
        </p:nvSpPr>
        <p:spPr/>
        <p:txBody>
          <a:bodyPr/>
          <a:lstStyle>
            <a:lvl1pPr>
              <a:defRPr/>
            </a:lvl1pPr>
            <a:extLst/>
          </a:lstStyle>
          <a:p>
            <a:pPr>
              <a:defRPr/>
            </a:pPr>
            <a:r>
              <a:rPr lang="en-US"/>
              <a:t>© Copyright 1992-2018 by Pearson Education, Inc. All Rights Reserved.</a:t>
            </a:r>
          </a:p>
        </p:txBody>
      </p:sp>
      <p:sp>
        <p:nvSpPr>
          <p:cNvPr id="7" name="Slide Number Placeholder 6">
            <a:extLst>
              <a:ext uri="{FF2B5EF4-FFF2-40B4-BE49-F238E27FC236}">
                <a16:creationId xmlns:a16="http://schemas.microsoft.com/office/drawing/2014/main" id="{BBF0601A-2DDB-4879-8117-DB4E9737B8CC}"/>
              </a:ext>
            </a:extLst>
          </p:cNvPr>
          <p:cNvSpPr>
            <a:spLocks noGrp="1"/>
          </p:cNvSpPr>
          <p:nvPr>
            <p:ph type="sldNum" sz="quarter" idx="12"/>
          </p:nvPr>
        </p:nvSpPr>
        <p:spPr/>
        <p:txBody>
          <a:bodyPr/>
          <a:lstStyle>
            <a:lvl1pPr>
              <a:defRPr/>
            </a:lvl1pPr>
          </a:lstStyle>
          <a:p>
            <a:fld id="{692B6761-D921-45FA-BFA7-B3E7F5B7E2FF}" type="slidenum">
              <a:rPr lang="en-US" altLang="en-US"/>
              <a:pPr/>
              <a:t>‹#›</a:t>
            </a:fld>
            <a:endParaRPr lang="en-US" altLang="en-US"/>
          </a:p>
        </p:txBody>
      </p:sp>
    </p:spTree>
    <p:extLst>
      <p:ext uri="{BB962C8B-B14F-4D97-AF65-F5344CB8AC3E}">
        <p14:creationId xmlns:p14="http://schemas.microsoft.com/office/powerpoint/2010/main" val="3556529224"/>
      </p:ext>
    </p:extLst>
  </p:cSld>
  <p:clrMapOvr>
    <a:overrideClrMapping bg1="dk1" tx1="lt1" bg2="dk2" tx2="lt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10972800" cy="1143000"/>
          </a:xfrm>
        </p:spPr>
        <p:txBody>
          <a:bodyPr/>
          <a:lstStyle>
            <a:lvl1pPr>
              <a:defRPr/>
            </a:lvl1pPr>
            <a:extLst/>
          </a:lstStyle>
          <a:p>
            <a:r>
              <a:rPr lang="en-US"/>
              <a:t>Click to edit Master title style</a:t>
            </a:r>
          </a:p>
        </p:txBody>
      </p:sp>
      <p:sp>
        <p:nvSpPr>
          <p:cNvPr id="3" name="Text Placeholder 2"/>
          <p:cNvSpPr>
            <a:spLocks noGrp="1"/>
          </p:cNvSpPr>
          <p:nvPr>
            <p:ph type="body" idx="1"/>
          </p:nvPr>
        </p:nvSpPr>
        <p:spPr>
          <a:xfrm>
            <a:off x="609600" y="5410200"/>
            <a:ext cx="5386917"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a:t>Click to edit Master text styles</a:t>
            </a:r>
          </a:p>
        </p:txBody>
      </p:sp>
      <p:sp>
        <p:nvSpPr>
          <p:cNvPr id="4" name="Text Placeholder 3"/>
          <p:cNvSpPr>
            <a:spLocks noGrp="1"/>
          </p:cNvSpPr>
          <p:nvPr>
            <p:ph type="body" sz="half" idx="3"/>
          </p:nvPr>
        </p:nvSpPr>
        <p:spPr>
          <a:xfrm>
            <a:off x="6193369" y="5410200"/>
            <a:ext cx="5389033"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a:t>Click to edit Master text styles</a:t>
            </a:r>
          </a:p>
        </p:txBody>
      </p:sp>
      <p:sp>
        <p:nvSpPr>
          <p:cNvPr id="5" name="Content Placeholder 4"/>
          <p:cNvSpPr>
            <a:spLocks noGrp="1"/>
          </p:cNvSpPr>
          <p:nvPr>
            <p:ph sz="quarter" idx="2"/>
          </p:nvPr>
        </p:nvSpPr>
        <p:spPr>
          <a:xfrm>
            <a:off x="609600" y="1444295"/>
            <a:ext cx="5386917"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3368" y="1444295"/>
            <a:ext cx="5389033"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60119A1-EEB3-4B82-B969-4D7ACF455D79}"/>
              </a:ext>
            </a:extLst>
          </p:cNvPr>
          <p:cNvSpPr>
            <a:spLocks noGrp="1"/>
          </p:cNvSpPr>
          <p:nvPr>
            <p:ph type="dt" sz="half" idx="10"/>
          </p:nvPr>
        </p:nvSpPr>
        <p:spPr/>
        <p:txBody>
          <a:bodyPr/>
          <a:lstStyle>
            <a:lvl1pPr>
              <a:defRPr smtClean="0"/>
            </a:lvl1pPr>
            <a:extLst/>
          </a:lstStyle>
          <a:p>
            <a:pPr>
              <a:defRPr/>
            </a:pPr>
            <a:fld id="{7A55BD8A-3A5A-4A3C-991E-49CB735F5490}" type="datetime1">
              <a:rPr lang="en-US" smtClean="0"/>
              <a:t>8/18/2025</a:t>
            </a:fld>
            <a:endParaRPr lang="en-US"/>
          </a:p>
        </p:txBody>
      </p:sp>
      <p:sp>
        <p:nvSpPr>
          <p:cNvPr id="8" name="Footer Placeholder 7">
            <a:extLst>
              <a:ext uri="{FF2B5EF4-FFF2-40B4-BE49-F238E27FC236}">
                <a16:creationId xmlns:a16="http://schemas.microsoft.com/office/drawing/2014/main" id="{B6EBB1F3-E9A4-4E48-BE50-316236283F44}"/>
              </a:ext>
            </a:extLst>
          </p:cNvPr>
          <p:cNvSpPr>
            <a:spLocks noGrp="1"/>
          </p:cNvSpPr>
          <p:nvPr>
            <p:ph type="ftr" sz="quarter" idx="11"/>
          </p:nvPr>
        </p:nvSpPr>
        <p:spPr/>
        <p:txBody>
          <a:bodyPr/>
          <a:lstStyle>
            <a:lvl1pPr>
              <a:defRPr/>
            </a:lvl1pPr>
            <a:extLst/>
          </a:lstStyle>
          <a:p>
            <a:pPr>
              <a:defRPr/>
            </a:pPr>
            <a:r>
              <a:rPr lang="en-US"/>
              <a:t>© Copyright 1992-2018 by Pearson Education, Inc. All Rights Reserved.</a:t>
            </a:r>
          </a:p>
        </p:txBody>
      </p:sp>
      <p:sp>
        <p:nvSpPr>
          <p:cNvPr id="9" name="Slide Number Placeholder 8">
            <a:extLst>
              <a:ext uri="{FF2B5EF4-FFF2-40B4-BE49-F238E27FC236}">
                <a16:creationId xmlns:a16="http://schemas.microsoft.com/office/drawing/2014/main" id="{1BF28FEA-32D7-4853-93C3-9BC9AAA50198}"/>
              </a:ext>
            </a:extLst>
          </p:cNvPr>
          <p:cNvSpPr>
            <a:spLocks noGrp="1"/>
          </p:cNvSpPr>
          <p:nvPr>
            <p:ph type="sldNum" sz="quarter" idx="12"/>
          </p:nvPr>
        </p:nvSpPr>
        <p:spPr/>
        <p:txBody>
          <a:bodyPr/>
          <a:lstStyle>
            <a:lvl1pPr>
              <a:defRPr/>
            </a:lvl1pPr>
          </a:lstStyle>
          <a:p>
            <a:fld id="{38AAA2F4-5636-4DBA-B478-B45C8D463391}" type="slidenum">
              <a:rPr lang="en-US" altLang="en-US"/>
              <a:pPr/>
              <a:t>‹#›</a:t>
            </a:fld>
            <a:endParaRPr lang="en-US" altLang="en-US"/>
          </a:p>
        </p:txBody>
      </p:sp>
    </p:spTree>
    <p:extLst>
      <p:ext uri="{BB962C8B-B14F-4D97-AF65-F5344CB8AC3E}">
        <p14:creationId xmlns:p14="http://schemas.microsoft.com/office/powerpoint/2010/main" val="2613528303"/>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p:txBody>
          <a:bodyPr rtlCol="0"/>
          <a:lstStyle/>
          <a:p>
            <a:r>
              <a:rPr lang="en-US"/>
              <a:t>Click to edit Master title style</a:t>
            </a:r>
          </a:p>
        </p:txBody>
      </p:sp>
      <p:sp>
        <p:nvSpPr>
          <p:cNvPr id="3" name="Date Placeholder 2">
            <a:extLst>
              <a:ext uri="{FF2B5EF4-FFF2-40B4-BE49-F238E27FC236}">
                <a16:creationId xmlns:a16="http://schemas.microsoft.com/office/drawing/2014/main" id="{B81DB087-0B37-41F2-B972-4B7FAEFF6223}"/>
              </a:ext>
            </a:extLst>
          </p:cNvPr>
          <p:cNvSpPr>
            <a:spLocks noGrp="1"/>
          </p:cNvSpPr>
          <p:nvPr>
            <p:ph type="dt" sz="half" idx="10"/>
          </p:nvPr>
        </p:nvSpPr>
        <p:spPr/>
        <p:txBody>
          <a:bodyPr/>
          <a:lstStyle>
            <a:lvl1pPr>
              <a:defRPr smtClean="0"/>
            </a:lvl1pPr>
            <a:extLst/>
          </a:lstStyle>
          <a:p>
            <a:pPr>
              <a:defRPr/>
            </a:pPr>
            <a:fld id="{CA899864-6313-4E12-B78C-EEFB2AE56C28}" type="datetime1">
              <a:rPr lang="en-US" smtClean="0"/>
              <a:t>8/18/2025</a:t>
            </a:fld>
            <a:endParaRPr lang="en-US"/>
          </a:p>
        </p:txBody>
      </p:sp>
      <p:sp>
        <p:nvSpPr>
          <p:cNvPr id="4" name="Footer Placeholder 3">
            <a:extLst>
              <a:ext uri="{FF2B5EF4-FFF2-40B4-BE49-F238E27FC236}">
                <a16:creationId xmlns:a16="http://schemas.microsoft.com/office/drawing/2014/main" id="{CCE3F602-006B-4AC9-A6AF-47A739BFBE7C}"/>
              </a:ext>
            </a:extLst>
          </p:cNvPr>
          <p:cNvSpPr>
            <a:spLocks noGrp="1"/>
          </p:cNvSpPr>
          <p:nvPr>
            <p:ph type="ftr" sz="quarter" idx="11"/>
          </p:nvPr>
        </p:nvSpPr>
        <p:spPr/>
        <p:txBody>
          <a:bodyPr/>
          <a:lstStyle>
            <a:lvl1pPr>
              <a:defRPr/>
            </a:lvl1pPr>
            <a:extLst/>
          </a:lstStyle>
          <a:p>
            <a:pPr>
              <a:defRPr/>
            </a:pPr>
            <a:r>
              <a:rPr lang="en-US"/>
              <a:t>© Copyright 1992-2018 by Pearson Education, Inc. All Rights Reserved.</a:t>
            </a:r>
          </a:p>
        </p:txBody>
      </p:sp>
      <p:sp>
        <p:nvSpPr>
          <p:cNvPr id="5" name="Slide Number Placeholder 4">
            <a:extLst>
              <a:ext uri="{FF2B5EF4-FFF2-40B4-BE49-F238E27FC236}">
                <a16:creationId xmlns:a16="http://schemas.microsoft.com/office/drawing/2014/main" id="{F47650BE-9D66-4ED1-8FAB-4B58FBFFD91B}"/>
              </a:ext>
            </a:extLst>
          </p:cNvPr>
          <p:cNvSpPr>
            <a:spLocks noGrp="1"/>
          </p:cNvSpPr>
          <p:nvPr>
            <p:ph type="sldNum" sz="quarter" idx="12"/>
          </p:nvPr>
        </p:nvSpPr>
        <p:spPr/>
        <p:txBody>
          <a:bodyPr/>
          <a:lstStyle>
            <a:lvl1pPr>
              <a:defRPr/>
            </a:lvl1pPr>
          </a:lstStyle>
          <a:p>
            <a:fld id="{F425A6C9-1A97-4976-8713-8A7C178C361F}" type="slidenum">
              <a:rPr lang="en-US" altLang="en-US"/>
              <a:pPr/>
              <a:t>‹#›</a:t>
            </a:fld>
            <a:endParaRPr lang="en-US" altLang="en-US"/>
          </a:p>
        </p:txBody>
      </p:sp>
    </p:spTree>
    <p:extLst>
      <p:ext uri="{BB962C8B-B14F-4D97-AF65-F5344CB8AC3E}">
        <p14:creationId xmlns:p14="http://schemas.microsoft.com/office/powerpoint/2010/main" val="568939466"/>
      </p:ext>
    </p:extLst>
  </p:cSld>
  <p:clrMapOvr>
    <a:overrideClrMapping bg1="dk1" tx1="lt1" bg2="dk2" tx2="lt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a:extLst>
              <a:ext uri="{FF2B5EF4-FFF2-40B4-BE49-F238E27FC236}">
                <a16:creationId xmlns:a16="http://schemas.microsoft.com/office/drawing/2014/main" id="{512CB2C4-BA26-4F60-A858-9564E304D5AD}"/>
              </a:ext>
            </a:extLst>
          </p:cNvPr>
          <p:cNvSpPr>
            <a:spLocks noGrp="1"/>
          </p:cNvSpPr>
          <p:nvPr>
            <p:ph type="dt" sz="half" idx="10"/>
          </p:nvPr>
        </p:nvSpPr>
        <p:spPr/>
        <p:txBody>
          <a:bodyPr/>
          <a:lstStyle>
            <a:lvl1pPr>
              <a:defRPr/>
            </a:lvl1pPr>
          </a:lstStyle>
          <a:p>
            <a:pPr>
              <a:defRPr/>
            </a:pPr>
            <a:fld id="{9F47E081-2E67-4123-BF31-33C180CC9A45}" type="datetime1">
              <a:rPr lang="en-US" smtClean="0"/>
              <a:t>8/18/2025</a:t>
            </a:fld>
            <a:endParaRPr lang="en-US"/>
          </a:p>
        </p:txBody>
      </p:sp>
      <p:sp>
        <p:nvSpPr>
          <p:cNvPr id="3" name="Footer Placeholder 21">
            <a:extLst>
              <a:ext uri="{FF2B5EF4-FFF2-40B4-BE49-F238E27FC236}">
                <a16:creationId xmlns:a16="http://schemas.microsoft.com/office/drawing/2014/main" id="{623F0641-F310-4D8C-931E-C4C16D5EF0AB}"/>
              </a:ext>
            </a:extLst>
          </p:cNvPr>
          <p:cNvSpPr>
            <a:spLocks noGrp="1"/>
          </p:cNvSpPr>
          <p:nvPr>
            <p:ph type="ftr" sz="quarter" idx="11"/>
          </p:nvPr>
        </p:nvSpPr>
        <p:spPr/>
        <p:txBody>
          <a:bodyPr/>
          <a:lstStyle>
            <a:lvl1pPr>
              <a:defRPr/>
            </a:lvl1pPr>
          </a:lstStyle>
          <a:p>
            <a:pPr>
              <a:defRPr/>
            </a:pPr>
            <a:r>
              <a:rPr lang="en-US"/>
              <a:t>© Copyright 1992-2018 by Pearson Education, Inc. All Rights Reserved.</a:t>
            </a:r>
          </a:p>
        </p:txBody>
      </p:sp>
      <p:sp>
        <p:nvSpPr>
          <p:cNvPr id="4" name="Slide Number Placeholder 17">
            <a:extLst>
              <a:ext uri="{FF2B5EF4-FFF2-40B4-BE49-F238E27FC236}">
                <a16:creationId xmlns:a16="http://schemas.microsoft.com/office/drawing/2014/main" id="{7271DFB9-B59A-4CAA-A200-D6886DE303F6}"/>
              </a:ext>
            </a:extLst>
          </p:cNvPr>
          <p:cNvSpPr>
            <a:spLocks noGrp="1"/>
          </p:cNvSpPr>
          <p:nvPr>
            <p:ph type="sldNum" sz="quarter" idx="12"/>
          </p:nvPr>
        </p:nvSpPr>
        <p:spPr/>
        <p:txBody>
          <a:bodyPr/>
          <a:lstStyle>
            <a:lvl1pPr>
              <a:defRPr/>
            </a:lvl1pPr>
          </a:lstStyle>
          <a:p>
            <a:fld id="{28A44156-6A90-4A62-895F-1396F0CAB17B}" type="slidenum">
              <a:rPr lang="en-US" altLang="en-US"/>
              <a:pPr/>
              <a:t>‹#›</a:t>
            </a:fld>
            <a:endParaRPr lang="en-US" altLang="en-US"/>
          </a:p>
        </p:txBody>
      </p:sp>
    </p:spTree>
    <p:extLst>
      <p:ext uri="{BB962C8B-B14F-4D97-AF65-F5344CB8AC3E}">
        <p14:creationId xmlns:p14="http://schemas.microsoft.com/office/powerpoint/2010/main" val="140994056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4876800"/>
            <a:ext cx="9975701" cy="457200"/>
          </a:xfrm>
        </p:spPr>
        <p:txBody>
          <a:bodyPr anchor="t">
            <a:noAutofit/>
            <a:sp3d prstMaterial="softEdge">
              <a:bevelT w="0" h="0"/>
            </a:sp3d>
          </a:bodyPr>
          <a:lstStyle>
            <a:lvl1pPr algn="r">
              <a:buNone/>
              <a:defRPr sz="2500" b="0">
                <a:solidFill>
                  <a:schemeClr val="accent1"/>
                </a:solidFill>
                <a:effectLst/>
              </a:defRPr>
            </a:lvl1pPr>
            <a:extLst/>
          </a:lstStyle>
          <a:p>
            <a:r>
              <a:rPr lang="en-US"/>
              <a:t>Click to edit Master title style</a:t>
            </a:r>
          </a:p>
        </p:txBody>
      </p:sp>
      <p:sp>
        <p:nvSpPr>
          <p:cNvPr id="3" name="Text Placeholder 2"/>
          <p:cNvSpPr>
            <a:spLocks noGrp="1"/>
          </p:cNvSpPr>
          <p:nvPr>
            <p:ph type="body" idx="2"/>
          </p:nvPr>
        </p:nvSpPr>
        <p:spPr>
          <a:xfrm>
            <a:off x="5892800" y="5355102"/>
            <a:ext cx="5299456"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a:r>
              <a:rPr lang="en-US"/>
              <a:t>Click to edit Master text styles</a:t>
            </a:r>
          </a:p>
        </p:txBody>
      </p:sp>
      <p:sp>
        <p:nvSpPr>
          <p:cNvPr id="4" name="Content Placeholder 3"/>
          <p:cNvSpPr>
            <a:spLocks noGrp="1"/>
          </p:cNvSpPr>
          <p:nvPr>
            <p:ph sz="half" idx="1"/>
          </p:nvPr>
        </p:nvSpPr>
        <p:spPr>
          <a:xfrm>
            <a:off x="1219200" y="274320"/>
            <a:ext cx="9973056" cy="4572000"/>
          </a:xfrm>
        </p:spPr>
        <p:txBody>
          <a:bodyPr/>
          <a:lstStyle>
            <a:lvl1pPr>
              <a:defRPr sz="3200"/>
            </a:lvl1pPr>
            <a:lvl2pPr>
              <a:defRPr sz="2800"/>
            </a:lvl2pPr>
            <a:lvl3pPr>
              <a:defRPr sz="2400"/>
            </a:lvl3pPr>
            <a:lvl4pPr>
              <a:defRPr sz="2000"/>
            </a:lvl4pPr>
            <a:lvl5pPr>
              <a:defRPr sz="20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E968D2F0-CA96-454B-8958-930BA913FBB6}"/>
              </a:ext>
            </a:extLst>
          </p:cNvPr>
          <p:cNvSpPr>
            <a:spLocks noGrp="1"/>
          </p:cNvSpPr>
          <p:nvPr>
            <p:ph type="dt" sz="half" idx="10"/>
          </p:nvPr>
        </p:nvSpPr>
        <p:spPr/>
        <p:txBody>
          <a:bodyPr/>
          <a:lstStyle>
            <a:lvl1pPr>
              <a:defRPr smtClean="0"/>
            </a:lvl1pPr>
            <a:extLst/>
          </a:lstStyle>
          <a:p>
            <a:pPr>
              <a:defRPr/>
            </a:pPr>
            <a:fld id="{98D79830-8856-49F5-B252-8A9C89DEAFC0}" type="datetime1">
              <a:rPr lang="en-US" smtClean="0"/>
              <a:t>8/18/2025</a:t>
            </a:fld>
            <a:endParaRPr lang="en-US"/>
          </a:p>
        </p:txBody>
      </p:sp>
      <p:sp>
        <p:nvSpPr>
          <p:cNvPr id="6" name="Footer Placeholder 5">
            <a:extLst>
              <a:ext uri="{FF2B5EF4-FFF2-40B4-BE49-F238E27FC236}">
                <a16:creationId xmlns:a16="http://schemas.microsoft.com/office/drawing/2014/main" id="{603BF46E-3C43-40E2-8DEA-BA3351079E2D}"/>
              </a:ext>
            </a:extLst>
          </p:cNvPr>
          <p:cNvSpPr>
            <a:spLocks noGrp="1"/>
          </p:cNvSpPr>
          <p:nvPr>
            <p:ph type="ftr" sz="quarter" idx="11"/>
          </p:nvPr>
        </p:nvSpPr>
        <p:spPr/>
        <p:txBody>
          <a:bodyPr/>
          <a:lstStyle>
            <a:lvl1pPr>
              <a:defRPr/>
            </a:lvl1pPr>
            <a:extLst/>
          </a:lstStyle>
          <a:p>
            <a:pPr>
              <a:defRPr/>
            </a:pPr>
            <a:r>
              <a:rPr lang="en-US"/>
              <a:t>© Copyright 1992-2018 by Pearson Education, Inc. All Rights Reserved.</a:t>
            </a:r>
          </a:p>
        </p:txBody>
      </p:sp>
      <p:sp>
        <p:nvSpPr>
          <p:cNvPr id="7" name="Slide Number Placeholder 6">
            <a:extLst>
              <a:ext uri="{FF2B5EF4-FFF2-40B4-BE49-F238E27FC236}">
                <a16:creationId xmlns:a16="http://schemas.microsoft.com/office/drawing/2014/main" id="{4AD63FFE-BB3C-49B0-A5B5-A2721867AFC6}"/>
              </a:ext>
            </a:extLst>
          </p:cNvPr>
          <p:cNvSpPr>
            <a:spLocks noGrp="1"/>
          </p:cNvSpPr>
          <p:nvPr>
            <p:ph type="sldNum" sz="quarter" idx="12"/>
          </p:nvPr>
        </p:nvSpPr>
        <p:spPr/>
        <p:txBody>
          <a:bodyPr/>
          <a:lstStyle>
            <a:lvl1pPr>
              <a:defRPr/>
            </a:lvl1pPr>
          </a:lstStyle>
          <a:p>
            <a:fld id="{3F88728D-7228-4047-BA37-B3F1530BC5D9}" type="slidenum">
              <a:rPr lang="en-US" altLang="en-US"/>
              <a:pPr/>
              <a:t>‹#›</a:t>
            </a:fld>
            <a:endParaRPr lang="en-US" altLang="en-US"/>
          </a:p>
        </p:txBody>
      </p:sp>
    </p:spTree>
    <p:extLst>
      <p:ext uri="{BB962C8B-B14F-4D97-AF65-F5344CB8AC3E}">
        <p14:creationId xmlns:p14="http://schemas.microsoft.com/office/powerpoint/2010/main" val="746717598"/>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5" name="Freeform 16">
            <a:extLst>
              <a:ext uri="{FF2B5EF4-FFF2-40B4-BE49-F238E27FC236}">
                <a16:creationId xmlns:a16="http://schemas.microsoft.com/office/drawing/2014/main" id="{51AB0E4D-18F1-4F03-8401-AB7C8ABA1B5D}"/>
              </a:ext>
            </a:extLst>
          </p:cNvPr>
          <p:cNvSpPr>
            <a:spLocks/>
          </p:cNvSpPr>
          <p:nvPr/>
        </p:nvSpPr>
        <p:spPr bwMode="auto">
          <a:xfrm>
            <a:off x="666751" y="5945188"/>
            <a:ext cx="6587067" cy="9207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fontAlgn="auto">
              <a:spcBef>
                <a:spcPts val="0"/>
              </a:spcBef>
              <a:spcAft>
                <a:spcPts val="0"/>
              </a:spcAft>
              <a:defRPr/>
            </a:pPr>
            <a:endParaRPr lang="en-US" dirty="0">
              <a:latin typeface="Calibri" panose="020F0502020204030204" pitchFamily="34" charset="0"/>
              <a:cs typeface="Calibri" panose="020F0502020204030204" pitchFamily="34" charset="0"/>
            </a:endParaRPr>
          </a:p>
        </p:txBody>
      </p:sp>
      <p:sp>
        <p:nvSpPr>
          <p:cNvPr id="6" name="Freeform 18">
            <a:extLst>
              <a:ext uri="{FF2B5EF4-FFF2-40B4-BE49-F238E27FC236}">
                <a16:creationId xmlns:a16="http://schemas.microsoft.com/office/drawing/2014/main" id="{9FBD4DD6-A11A-40A0-BA78-7016FEC01168}"/>
              </a:ext>
            </a:extLst>
          </p:cNvPr>
          <p:cNvSpPr>
            <a:spLocks/>
          </p:cNvSpPr>
          <p:nvPr/>
        </p:nvSpPr>
        <p:spPr bwMode="auto">
          <a:xfrm>
            <a:off x="647700" y="5938838"/>
            <a:ext cx="4921251" cy="933450"/>
          </a:xfrm>
          <a:custGeom>
            <a:avLst/>
            <a:gdLst>
              <a:gd name="T0" fmla="*/ 0 w 5591"/>
              <a:gd name="T1" fmla="*/ 0 h 588"/>
              <a:gd name="T2" fmla="*/ 2147483647 w 5591"/>
              <a:gd name="T3" fmla="*/ 0 h 588"/>
              <a:gd name="T4" fmla="*/ 2147483647 w 5591"/>
              <a:gd name="T5" fmla="*/ 2147483647 h 588"/>
              <a:gd name="T6" fmla="*/ 2147483647 w 5591"/>
              <a:gd name="T7" fmla="*/ 0 h 588"/>
              <a:gd name="T8" fmla="*/ 0 60000 65536"/>
              <a:gd name="T9" fmla="*/ 0 60000 65536"/>
              <a:gd name="T10" fmla="*/ 0 60000 65536"/>
              <a:gd name="T11" fmla="*/ 0 60000 65536"/>
              <a:gd name="T12" fmla="*/ 0 w 5591"/>
              <a:gd name="T13" fmla="*/ 0 h 588"/>
              <a:gd name="T14" fmla="*/ 5591 w 5591"/>
              <a:gd name="T15" fmla="*/ 588 h 588"/>
            </a:gdLst>
            <a:ahLst/>
            <a:cxnLst>
              <a:cxn ang="T8">
                <a:pos x="T0" y="T1"/>
              </a:cxn>
              <a:cxn ang="T9">
                <a:pos x="T2" y="T3"/>
              </a:cxn>
              <a:cxn ang="T10">
                <a:pos x="T4" y="T5"/>
              </a:cxn>
              <a:cxn ang="T11">
                <a:pos x="T6" y="T7"/>
              </a:cxn>
            </a:cxnLst>
            <a:rect l="T12" t="T13" r="T14" b="T15"/>
            <a:pathLst>
              <a:path w="5591" h="588">
                <a:moveTo>
                  <a:pt x="0" y="0"/>
                </a:moveTo>
                <a:lnTo>
                  <a:pt x="5591" y="585"/>
                </a:lnTo>
                <a:lnTo>
                  <a:pt x="4415" y="588"/>
                </a:lnTo>
                <a:lnTo>
                  <a:pt x="12" y="4"/>
                </a:lnTo>
              </a:path>
            </a:pathLst>
          </a:custGeom>
          <a:solidFill>
            <a:srgbClr val="000000"/>
          </a:solidFill>
          <a:ln>
            <a:noFill/>
          </a:ln>
          <a:extLst>
            <a:ext uri="{91240B29-F687-4F45-9708-019B960494DF}">
              <a14:hiddenLine xmlns:a14="http://schemas.microsoft.com/office/drawing/2010/main" w="9525" cap="flat" cmpd="sng" algn="ctr">
                <a:solidFill>
                  <a:srgbClr val="000000"/>
                </a:solidFill>
                <a:prstDash val="solid"/>
                <a:round/>
                <a:headEnd type="none" w="med" len="med"/>
                <a:tailEnd type="none" w="med" len="med"/>
              </a14:hiddenLine>
            </a:ext>
          </a:extLst>
        </p:spPr>
        <p:txBody>
          <a:bodyPr/>
          <a:lstStyle/>
          <a:p>
            <a:endParaRPr lang="en-US" dirty="0">
              <a:latin typeface="Calibri" panose="020F0502020204030204" pitchFamily="34" charset="0"/>
              <a:cs typeface="Calibri" panose="020F0502020204030204" pitchFamily="34" charset="0"/>
            </a:endParaRPr>
          </a:p>
        </p:txBody>
      </p:sp>
      <p:sp>
        <p:nvSpPr>
          <p:cNvPr id="7" name="Right Triangle 6">
            <a:extLst>
              <a:ext uri="{FF2B5EF4-FFF2-40B4-BE49-F238E27FC236}">
                <a16:creationId xmlns:a16="http://schemas.microsoft.com/office/drawing/2014/main" id="{728BD67A-4AA8-408F-B2A9-758C86177968}"/>
              </a:ext>
            </a:extLst>
          </p:cNvPr>
          <p:cNvSpPr>
            <a:spLocks/>
          </p:cNvSpPr>
          <p:nvPr/>
        </p:nvSpPr>
        <p:spPr bwMode="auto">
          <a:xfrm>
            <a:off x="-8056" y="5791253"/>
            <a:ext cx="4536419" cy="1080868"/>
          </a:xfrm>
          <a:prstGeom prst="rtTriangle">
            <a:avLst/>
          </a:prstGeom>
          <a:blipFill>
            <a:blip r:embed="rId4"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latin typeface="Calibri" panose="020F0502020204030204" pitchFamily="34" charset="0"/>
            </a:endParaRPr>
          </a:p>
        </p:txBody>
      </p:sp>
      <p:cxnSp>
        <p:nvCxnSpPr>
          <p:cNvPr id="8" name="Straight Connector 7">
            <a:extLst>
              <a:ext uri="{FF2B5EF4-FFF2-40B4-BE49-F238E27FC236}">
                <a16:creationId xmlns:a16="http://schemas.microsoft.com/office/drawing/2014/main" id="{0B3CCDAA-A216-4B72-9C5D-B41922C29027}"/>
              </a:ext>
            </a:extLst>
          </p:cNvPr>
          <p:cNvCxnSpPr/>
          <p:nvPr/>
        </p:nvCxnSpPr>
        <p:spPr>
          <a:xfrm>
            <a:off x="-12316" y="5787739"/>
            <a:ext cx="454067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Chevron 22">
            <a:extLst>
              <a:ext uri="{FF2B5EF4-FFF2-40B4-BE49-F238E27FC236}">
                <a16:creationId xmlns:a16="http://schemas.microsoft.com/office/drawing/2014/main" id="{9FB39C9D-C5FE-4264-A667-AFC1F0B3E46E}"/>
              </a:ext>
            </a:extLst>
          </p:cNvPr>
          <p:cNvSpPr/>
          <p:nvPr/>
        </p:nvSpPr>
        <p:spPr>
          <a:xfrm>
            <a:off x="11552768" y="4987925"/>
            <a:ext cx="243417"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fontAlgn="auto">
              <a:spcBef>
                <a:spcPts val="0"/>
              </a:spcBef>
              <a:spcAft>
                <a:spcPts val="0"/>
              </a:spcAft>
              <a:defRPr/>
            </a:pPr>
            <a:endParaRPr lang="en-US" dirty="0">
              <a:latin typeface="Calibri" panose="020F0502020204030204" pitchFamily="34" charset="0"/>
            </a:endParaRPr>
          </a:p>
        </p:txBody>
      </p:sp>
      <p:sp>
        <p:nvSpPr>
          <p:cNvPr id="10" name="Chevron 23">
            <a:extLst>
              <a:ext uri="{FF2B5EF4-FFF2-40B4-BE49-F238E27FC236}">
                <a16:creationId xmlns:a16="http://schemas.microsoft.com/office/drawing/2014/main" id="{D6849C0A-DCD4-49E2-976D-9E94A9768709}"/>
              </a:ext>
            </a:extLst>
          </p:cNvPr>
          <p:cNvSpPr/>
          <p:nvPr/>
        </p:nvSpPr>
        <p:spPr>
          <a:xfrm>
            <a:off x="11303001" y="4987925"/>
            <a:ext cx="243417"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fontAlgn="auto">
              <a:spcBef>
                <a:spcPts val="0"/>
              </a:spcBef>
              <a:spcAft>
                <a:spcPts val="0"/>
              </a:spcAft>
              <a:defRPr/>
            </a:pPr>
            <a:endParaRPr lang="en-US" dirty="0">
              <a:latin typeface="Calibri" panose="020F0502020204030204" pitchFamily="34" charset="0"/>
            </a:endParaRPr>
          </a:p>
        </p:txBody>
      </p:sp>
      <p:sp>
        <p:nvSpPr>
          <p:cNvPr id="4" name="Text Placeholder 3"/>
          <p:cNvSpPr>
            <a:spLocks noGrp="1"/>
          </p:cNvSpPr>
          <p:nvPr>
            <p:ph type="body" sz="half" idx="2"/>
          </p:nvPr>
        </p:nvSpPr>
        <p:spPr>
          <a:xfrm>
            <a:off x="1521643" y="5443402"/>
            <a:ext cx="9550400" cy="648232"/>
          </a:xfrm>
          <a:noFill/>
        </p:spPr>
        <p:txBody>
          <a:bodyPr tIns="0"/>
          <a:lstStyle>
            <a:lvl1pPr marL="0" marR="18288" indent="0" algn="r">
              <a:buNone/>
              <a:defRPr sz="1400"/>
            </a:lvl1pPr>
            <a:lvl2pPr>
              <a:defRPr sz="1200"/>
            </a:lvl2pPr>
            <a:lvl3pPr>
              <a:defRPr sz="1000"/>
            </a:lvl3pPr>
            <a:lvl4pPr>
              <a:defRPr sz="900"/>
            </a:lvl4pPr>
            <a:lvl5pPr>
              <a:defRPr sz="900"/>
            </a:lvl5pPr>
            <a:extLst/>
          </a:lstStyle>
          <a:p>
            <a:pPr lvl="0"/>
            <a:r>
              <a:rPr lang="en-US"/>
              <a:t>Click to edit Master text styles</a:t>
            </a:r>
          </a:p>
        </p:txBody>
      </p:sp>
      <p:sp>
        <p:nvSpPr>
          <p:cNvPr id="3" name="Picture Placeholder 2"/>
          <p:cNvSpPr>
            <a:spLocks noGrp="1"/>
          </p:cNvSpPr>
          <p:nvPr>
            <p:ph type="pic" idx="1"/>
          </p:nvPr>
        </p:nvSpPr>
        <p:spPr>
          <a:xfrm>
            <a:off x="304800" y="189968"/>
            <a:ext cx="11582400" cy="4389120"/>
          </a:xfrm>
          <a:prstGeom prst="rect">
            <a:avLst/>
          </a:prstGeom>
          <a:solidFill>
            <a:schemeClr val="bg2"/>
          </a:solidFill>
          <a:ln>
            <a:solidFill>
              <a:schemeClr val="bg1"/>
            </a:solidFill>
          </a:ln>
          <a:effectLst>
            <a:innerShdw blurRad="95250">
              <a:srgbClr val="000000"/>
            </a:innerShdw>
          </a:effectLst>
        </p:spPr>
        <p:txBody>
          <a:bodyPr>
            <a:normAutofit/>
          </a:bodyPr>
          <a:lstStyle>
            <a:lvl1pPr marL="0" indent="0">
              <a:buNone/>
              <a:defRPr sz="3200"/>
            </a:lvl1pPr>
            <a:extLst/>
          </a:lstStyle>
          <a:p>
            <a:pPr lvl="0"/>
            <a:r>
              <a:rPr lang="en-US" noProof="0"/>
              <a:t>Click icon to add picture</a:t>
            </a:r>
            <a:endParaRPr lang="en-US" noProof="0" dirty="0"/>
          </a:p>
        </p:txBody>
      </p:sp>
      <p:sp>
        <p:nvSpPr>
          <p:cNvPr id="2" name="Title 1"/>
          <p:cNvSpPr>
            <a:spLocks noGrp="1"/>
          </p:cNvSpPr>
          <p:nvPr>
            <p:ph type="title"/>
          </p:nvPr>
        </p:nvSpPr>
        <p:spPr>
          <a:xfrm>
            <a:off x="304800" y="4865122"/>
            <a:ext cx="10767243"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lang="en-US"/>
              <a:t>Click to edit Master title style</a:t>
            </a:r>
          </a:p>
        </p:txBody>
      </p:sp>
      <p:sp>
        <p:nvSpPr>
          <p:cNvPr id="11" name="Date Placeholder 4">
            <a:extLst>
              <a:ext uri="{FF2B5EF4-FFF2-40B4-BE49-F238E27FC236}">
                <a16:creationId xmlns:a16="http://schemas.microsoft.com/office/drawing/2014/main" id="{9BBBACC7-D801-4293-B61E-590EFDFE579A}"/>
              </a:ext>
            </a:extLst>
          </p:cNvPr>
          <p:cNvSpPr>
            <a:spLocks noGrp="1"/>
          </p:cNvSpPr>
          <p:nvPr>
            <p:ph type="dt" sz="half" idx="10"/>
          </p:nvPr>
        </p:nvSpPr>
        <p:spPr/>
        <p:txBody>
          <a:bodyPr/>
          <a:lstStyle>
            <a:lvl1pPr>
              <a:defRPr smtClean="0">
                <a:solidFill>
                  <a:schemeClr val="tx1"/>
                </a:solidFill>
              </a:defRPr>
            </a:lvl1pPr>
            <a:extLst/>
          </a:lstStyle>
          <a:p>
            <a:pPr>
              <a:defRPr/>
            </a:pPr>
            <a:fld id="{F6662765-885D-4352-91FE-98D3DC43CE7C}" type="datetime1">
              <a:rPr lang="en-US" smtClean="0"/>
              <a:t>8/18/2025</a:t>
            </a:fld>
            <a:endParaRPr lang="en-US"/>
          </a:p>
        </p:txBody>
      </p:sp>
      <p:sp>
        <p:nvSpPr>
          <p:cNvPr id="12" name="Footer Placeholder 5">
            <a:extLst>
              <a:ext uri="{FF2B5EF4-FFF2-40B4-BE49-F238E27FC236}">
                <a16:creationId xmlns:a16="http://schemas.microsoft.com/office/drawing/2014/main" id="{1DCA93DF-6F13-4866-ACC9-D289FBC92A10}"/>
              </a:ext>
            </a:extLst>
          </p:cNvPr>
          <p:cNvSpPr>
            <a:spLocks noGrp="1"/>
          </p:cNvSpPr>
          <p:nvPr>
            <p:ph type="ftr" sz="quarter" idx="11"/>
          </p:nvPr>
        </p:nvSpPr>
        <p:spPr>
          <a:xfrm>
            <a:off x="5839884" y="6408739"/>
            <a:ext cx="3134783" cy="365125"/>
          </a:xfrm>
        </p:spPr>
        <p:txBody>
          <a:bodyPr/>
          <a:lstStyle>
            <a:lvl1pPr>
              <a:defRPr>
                <a:solidFill>
                  <a:schemeClr val="tx1"/>
                </a:solidFill>
              </a:defRPr>
            </a:lvl1pPr>
            <a:extLst/>
          </a:lstStyle>
          <a:p>
            <a:pPr>
              <a:defRPr/>
            </a:pPr>
            <a:r>
              <a:rPr lang="en-US"/>
              <a:t>© Copyright 1992-2018 by Pearson Education, Inc. All Rights Reserved.</a:t>
            </a:r>
          </a:p>
        </p:txBody>
      </p:sp>
      <p:sp>
        <p:nvSpPr>
          <p:cNvPr id="13" name="Slide Number Placeholder 6">
            <a:extLst>
              <a:ext uri="{FF2B5EF4-FFF2-40B4-BE49-F238E27FC236}">
                <a16:creationId xmlns:a16="http://schemas.microsoft.com/office/drawing/2014/main" id="{E0C2D4FD-67DA-430B-91CE-55BFF5B03ED8}"/>
              </a:ext>
            </a:extLst>
          </p:cNvPr>
          <p:cNvSpPr>
            <a:spLocks noGrp="1"/>
          </p:cNvSpPr>
          <p:nvPr>
            <p:ph type="sldNum" sz="quarter" idx="12"/>
          </p:nvPr>
        </p:nvSpPr>
        <p:spPr/>
        <p:txBody>
          <a:bodyPr/>
          <a:lstStyle>
            <a:lvl1pPr>
              <a:defRPr/>
            </a:lvl1pPr>
          </a:lstStyle>
          <a:p>
            <a:fld id="{2762774E-9269-4E03-97F5-0FAF0715D1F3}" type="slidenum">
              <a:rPr lang="en-US" altLang="en-US"/>
              <a:pPr/>
              <a:t>‹#›</a:t>
            </a:fld>
            <a:endParaRPr lang="en-US" altLang="en-US"/>
          </a:p>
        </p:txBody>
      </p:sp>
    </p:spTree>
    <p:extLst>
      <p:ext uri="{BB962C8B-B14F-4D97-AF65-F5344CB8AC3E}">
        <p14:creationId xmlns:p14="http://schemas.microsoft.com/office/powerpoint/2010/main" val="1050952486"/>
      </p:ext>
    </p:extLst>
  </p:cSld>
  <p:clrMapOvr>
    <a:overrideClrMapping bg1="dk1" tx1="lt1" bg2="dk2" tx2="lt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609600" y="1481330"/>
            <a:ext cx="10972800" cy="438607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a:extLst>
              <a:ext uri="{FF2B5EF4-FFF2-40B4-BE49-F238E27FC236}">
                <a16:creationId xmlns:a16="http://schemas.microsoft.com/office/drawing/2014/main" id="{55F2B657-216A-43E9-8006-852D41F89EEA}"/>
              </a:ext>
            </a:extLst>
          </p:cNvPr>
          <p:cNvSpPr>
            <a:spLocks noGrp="1"/>
          </p:cNvSpPr>
          <p:nvPr>
            <p:ph type="dt" sz="half" idx="10"/>
          </p:nvPr>
        </p:nvSpPr>
        <p:spPr/>
        <p:txBody>
          <a:bodyPr/>
          <a:lstStyle>
            <a:lvl1pPr>
              <a:defRPr/>
            </a:lvl1pPr>
          </a:lstStyle>
          <a:p>
            <a:pPr>
              <a:defRPr/>
            </a:pPr>
            <a:fld id="{9FDEF285-D416-4004-B34E-2C4A0ADD3D24}" type="datetime1">
              <a:rPr lang="en-US" smtClean="0"/>
              <a:t>8/18/2025</a:t>
            </a:fld>
            <a:endParaRPr lang="en-US"/>
          </a:p>
        </p:txBody>
      </p:sp>
      <p:sp>
        <p:nvSpPr>
          <p:cNvPr id="5" name="Footer Placeholder 21">
            <a:extLst>
              <a:ext uri="{FF2B5EF4-FFF2-40B4-BE49-F238E27FC236}">
                <a16:creationId xmlns:a16="http://schemas.microsoft.com/office/drawing/2014/main" id="{FC18D6C7-E98B-4E29-8052-EB3206538D4E}"/>
              </a:ext>
            </a:extLst>
          </p:cNvPr>
          <p:cNvSpPr>
            <a:spLocks noGrp="1"/>
          </p:cNvSpPr>
          <p:nvPr>
            <p:ph type="ftr" sz="quarter" idx="11"/>
          </p:nvPr>
        </p:nvSpPr>
        <p:spPr/>
        <p:txBody>
          <a:bodyPr/>
          <a:lstStyle>
            <a:lvl1pPr>
              <a:defRPr/>
            </a:lvl1pPr>
          </a:lstStyle>
          <a:p>
            <a:pPr>
              <a:defRPr/>
            </a:pPr>
            <a:r>
              <a:rPr lang="en-US"/>
              <a:t>© Copyright 1992-2018 by Pearson Education, Inc. All Rights Reserved.</a:t>
            </a:r>
          </a:p>
        </p:txBody>
      </p:sp>
      <p:sp>
        <p:nvSpPr>
          <p:cNvPr id="6" name="Slide Number Placeholder 17">
            <a:extLst>
              <a:ext uri="{FF2B5EF4-FFF2-40B4-BE49-F238E27FC236}">
                <a16:creationId xmlns:a16="http://schemas.microsoft.com/office/drawing/2014/main" id="{6069661B-587A-455E-9EE2-95DA73CEA661}"/>
              </a:ext>
            </a:extLst>
          </p:cNvPr>
          <p:cNvSpPr>
            <a:spLocks noGrp="1"/>
          </p:cNvSpPr>
          <p:nvPr>
            <p:ph type="sldNum" sz="quarter" idx="12"/>
          </p:nvPr>
        </p:nvSpPr>
        <p:spPr/>
        <p:txBody>
          <a:bodyPr/>
          <a:lstStyle>
            <a:lvl1pPr>
              <a:defRPr/>
            </a:lvl1pPr>
          </a:lstStyle>
          <a:p>
            <a:fld id="{5B366250-05C3-4211-A331-A00D8274D9F3}" type="slidenum">
              <a:rPr lang="en-US" altLang="en-US"/>
              <a:pPr/>
              <a:t>‹#›</a:t>
            </a:fld>
            <a:endParaRPr lang="en-US" altLang="en-US"/>
          </a:p>
        </p:txBody>
      </p:sp>
    </p:spTree>
    <p:extLst>
      <p:ext uri="{BB962C8B-B14F-4D97-AF65-F5344CB8AC3E}">
        <p14:creationId xmlns:p14="http://schemas.microsoft.com/office/powerpoint/2010/main" val="345325730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25351" y="274641"/>
            <a:ext cx="2369960" cy="559276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432800" cy="559276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a:extLst>
              <a:ext uri="{FF2B5EF4-FFF2-40B4-BE49-F238E27FC236}">
                <a16:creationId xmlns:a16="http://schemas.microsoft.com/office/drawing/2014/main" id="{173B62D4-B3E7-408F-AB29-C8DC78453BCA}"/>
              </a:ext>
            </a:extLst>
          </p:cNvPr>
          <p:cNvSpPr>
            <a:spLocks noGrp="1"/>
          </p:cNvSpPr>
          <p:nvPr>
            <p:ph type="dt" sz="half" idx="10"/>
          </p:nvPr>
        </p:nvSpPr>
        <p:spPr/>
        <p:txBody>
          <a:bodyPr/>
          <a:lstStyle>
            <a:lvl1pPr>
              <a:defRPr/>
            </a:lvl1pPr>
          </a:lstStyle>
          <a:p>
            <a:pPr>
              <a:defRPr/>
            </a:pPr>
            <a:fld id="{DF6C4865-8984-4042-AE56-E56C8497040E}" type="datetime1">
              <a:rPr lang="en-US" smtClean="0"/>
              <a:t>8/18/2025</a:t>
            </a:fld>
            <a:endParaRPr lang="en-US"/>
          </a:p>
        </p:txBody>
      </p:sp>
      <p:sp>
        <p:nvSpPr>
          <p:cNvPr id="5" name="Footer Placeholder 21">
            <a:extLst>
              <a:ext uri="{FF2B5EF4-FFF2-40B4-BE49-F238E27FC236}">
                <a16:creationId xmlns:a16="http://schemas.microsoft.com/office/drawing/2014/main" id="{8807EE37-F821-43A2-93E1-4E6B36C30D3D}"/>
              </a:ext>
            </a:extLst>
          </p:cNvPr>
          <p:cNvSpPr>
            <a:spLocks noGrp="1"/>
          </p:cNvSpPr>
          <p:nvPr>
            <p:ph type="ftr" sz="quarter" idx="11"/>
          </p:nvPr>
        </p:nvSpPr>
        <p:spPr/>
        <p:txBody>
          <a:bodyPr/>
          <a:lstStyle>
            <a:lvl1pPr>
              <a:defRPr/>
            </a:lvl1pPr>
          </a:lstStyle>
          <a:p>
            <a:pPr>
              <a:defRPr/>
            </a:pPr>
            <a:r>
              <a:rPr lang="en-US"/>
              <a:t>© Copyright 1992-2018 by Pearson Education, Inc. All Rights Reserved.</a:t>
            </a:r>
          </a:p>
        </p:txBody>
      </p:sp>
      <p:sp>
        <p:nvSpPr>
          <p:cNvPr id="6" name="Slide Number Placeholder 17">
            <a:extLst>
              <a:ext uri="{FF2B5EF4-FFF2-40B4-BE49-F238E27FC236}">
                <a16:creationId xmlns:a16="http://schemas.microsoft.com/office/drawing/2014/main" id="{5E22A2E9-C885-4F89-821F-C4EDEAC2FE12}"/>
              </a:ext>
            </a:extLst>
          </p:cNvPr>
          <p:cNvSpPr>
            <a:spLocks noGrp="1"/>
          </p:cNvSpPr>
          <p:nvPr>
            <p:ph type="sldNum" sz="quarter" idx="12"/>
          </p:nvPr>
        </p:nvSpPr>
        <p:spPr/>
        <p:txBody>
          <a:bodyPr/>
          <a:lstStyle>
            <a:lvl1pPr>
              <a:defRPr/>
            </a:lvl1pPr>
          </a:lstStyle>
          <a:p>
            <a:fld id="{561206B8-8F79-4A4E-9C9B-CF842FACE32B}" type="slidenum">
              <a:rPr lang="en-US" altLang="en-US"/>
              <a:pPr/>
              <a:t>‹#›</a:t>
            </a:fld>
            <a:endParaRPr lang="en-US" altLang="en-US"/>
          </a:p>
        </p:txBody>
      </p:sp>
    </p:spTree>
    <p:extLst>
      <p:ext uri="{BB962C8B-B14F-4D97-AF65-F5344CB8AC3E}">
        <p14:creationId xmlns:p14="http://schemas.microsoft.com/office/powerpoint/2010/main" val="68174302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9">
            <a:extLst>
              <a:ext uri="{FF2B5EF4-FFF2-40B4-BE49-F238E27FC236}">
                <a16:creationId xmlns:a16="http://schemas.microsoft.com/office/drawing/2014/main" id="{DBF3E465-772D-49D3-8F2D-1A2242A49E5B}"/>
              </a:ext>
            </a:extLst>
          </p:cNvPr>
          <p:cNvSpPr>
            <a:spLocks noGrp="1"/>
          </p:cNvSpPr>
          <p:nvPr>
            <p:ph type="dt" sz="half" idx="10"/>
          </p:nvPr>
        </p:nvSpPr>
        <p:spPr/>
        <p:txBody>
          <a:bodyPr/>
          <a:lstStyle>
            <a:lvl1pPr>
              <a:defRPr/>
            </a:lvl1pPr>
          </a:lstStyle>
          <a:p>
            <a:pPr>
              <a:defRPr/>
            </a:pPr>
            <a:fld id="{183E7BEF-BB0E-4C90-8C26-7E7A857E2375}" type="datetime1">
              <a:rPr lang="en-US" smtClean="0"/>
              <a:t>8/18/2025</a:t>
            </a:fld>
            <a:endParaRPr lang="en-US"/>
          </a:p>
        </p:txBody>
      </p:sp>
      <p:sp>
        <p:nvSpPr>
          <p:cNvPr id="5" name="Footer Placeholder 21">
            <a:extLst>
              <a:ext uri="{FF2B5EF4-FFF2-40B4-BE49-F238E27FC236}">
                <a16:creationId xmlns:a16="http://schemas.microsoft.com/office/drawing/2014/main" id="{E804F5FA-2393-4666-A5A8-47BF1EAB4550}"/>
              </a:ext>
            </a:extLst>
          </p:cNvPr>
          <p:cNvSpPr>
            <a:spLocks noGrp="1"/>
          </p:cNvSpPr>
          <p:nvPr>
            <p:ph type="ftr" sz="quarter" idx="11"/>
          </p:nvPr>
        </p:nvSpPr>
        <p:spPr/>
        <p:txBody>
          <a:bodyPr/>
          <a:lstStyle>
            <a:lvl1pPr>
              <a:defRPr/>
            </a:lvl1pPr>
          </a:lstStyle>
          <a:p>
            <a:pPr>
              <a:defRPr/>
            </a:pPr>
            <a:r>
              <a:rPr lang="en-US"/>
              <a:t>© Copyright 1992-2018 by Pearson Education, Inc. All Rights Reserved.</a:t>
            </a:r>
          </a:p>
        </p:txBody>
      </p:sp>
      <p:sp>
        <p:nvSpPr>
          <p:cNvPr id="6" name="Slide Number Placeholder 17">
            <a:extLst>
              <a:ext uri="{FF2B5EF4-FFF2-40B4-BE49-F238E27FC236}">
                <a16:creationId xmlns:a16="http://schemas.microsoft.com/office/drawing/2014/main" id="{D932116A-2D4A-409D-8A92-B2B77FCA2CF0}"/>
              </a:ext>
            </a:extLst>
          </p:cNvPr>
          <p:cNvSpPr>
            <a:spLocks noGrp="1"/>
          </p:cNvSpPr>
          <p:nvPr>
            <p:ph type="sldNum" sz="quarter" idx="12"/>
          </p:nvPr>
        </p:nvSpPr>
        <p:spPr/>
        <p:txBody>
          <a:bodyPr/>
          <a:lstStyle>
            <a:lvl1pPr>
              <a:defRPr/>
            </a:lvl1pPr>
          </a:lstStyle>
          <a:p>
            <a:fld id="{712BEE12-525F-4622-A82B-F014993D85EA}" type="slidenum">
              <a:rPr lang="en-US" altLang="en-US"/>
              <a:pPr/>
              <a:t>‹#›</a:t>
            </a:fld>
            <a:endParaRPr lang="en-US" altLang="en-US"/>
          </a:p>
        </p:txBody>
      </p:sp>
    </p:spTree>
    <p:extLst>
      <p:ext uri="{BB962C8B-B14F-4D97-AF65-F5344CB8AC3E}">
        <p14:creationId xmlns:p14="http://schemas.microsoft.com/office/powerpoint/2010/main" val="131763835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ight Triangle 3">
            <a:extLst>
              <a:ext uri="{FF2B5EF4-FFF2-40B4-BE49-F238E27FC236}">
                <a16:creationId xmlns:a16="http://schemas.microsoft.com/office/drawing/2014/main" id="{E8AF0CDB-951D-4A14-97F9-4A545F2DB799}"/>
              </a:ext>
            </a:extLst>
          </p:cNvPr>
          <p:cNvSpPr/>
          <p:nvPr/>
        </p:nvSpPr>
        <p:spPr>
          <a:xfrm>
            <a:off x="0" y="4664075"/>
            <a:ext cx="12200467"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latin typeface="Calibri" panose="020F0502020204030204" pitchFamily="34" charset="0"/>
            </a:endParaRPr>
          </a:p>
        </p:txBody>
      </p:sp>
      <p:grpSp>
        <p:nvGrpSpPr>
          <p:cNvPr id="5" name="Group 18">
            <a:extLst>
              <a:ext uri="{FF2B5EF4-FFF2-40B4-BE49-F238E27FC236}">
                <a16:creationId xmlns:a16="http://schemas.microsoft.com/office/drawing/2014/main" id="{E69E8196-DE02-4F9F-B750-0DCF7E287EA5}"/>
              </a:ext>
            </a:extLst>
          </p:cNvPr>
          <p:cNvGrpSpPr>
            <a:grpSpLocks/>
          </p:cNvGrpSpPr>
          <p:nvPr/>
        </p:nvGrpSpPr>
        <p:grpSpPr bwMode="auto">
          <a:xfrm>
            <a:off x="-4233" y="4953000"/>
            <a:ext cx="12196233" cy="1911350"/>
            <a:chOff x="-3765" y="4832896"/>
            <a:chExt cx="9147765" cy="2032192"/>
          </a:xfrm>
        </p:grpSpPr>
        <p:sp>
          <p:nvSpPr>
            <p:cNvPr id="6" name="Freeform 19">
              <a:extLst>
                <a:ext uri="{FF2B5EF4-FFF2-40B4-BE49-F238E27FC236}">
                  <a16:creationId xmlns:a16="http://schemas.microsoft.com/office/drawing/2014/main" id="{F50D0177-76C1-413D-9107-BE9111C3A1CD}"/>
                </a:ext>
              </a:extLst>
            </p:cNvPr>
            <p:cNvSpPr>
              <a:spLocks/>
            </p:cNvSpPr>
            <p:nvPr/>
          </p:nvSpPr>
          <p:spPr bwMode="auto">
            <a:xfrm>
              <a:off x="1687032" y="4832896"/>
              <a:ext cx="7456968" cy="51817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fontAlgn="auto">
                <a:spcBef>
                  <a:spcPts val="0"/>
                </a:spcBef>
                <a:spcAft>
                  <a:spcPts val="0"/>
                </a:spcAft>
                <a:defRPr/>
              </a:pPr>
              <a:endParaRPr lang="en-US" dirty="0">
                <a:latin typeface="Calibri" panose="020F0502020204030204" pitchFamily="34" charset="0"/>
                <a:cs typeface="Calibri" panose="020F0502020204030204" pitchFamily="34" charset="0"/>
              </a:endParaRPr>
            </a:p>
          </p:txBody>
        </p:sp>
        <p:sp>
          <p:nvSpPr>
            <p:cNvPr id="7" name="Freeform 20">
              <a:extLst>
                <a:ext uri="{FF2B5EF4-FFF2-40B4-BE49-F238E27FC236}">
                  <a16:creationId xmlns:a16="http://schemas.microsoft.com/office/drawing/2014/main" id="{0D00F2E1-759A-41E7-8456-031794D68040}"/>
                </a:ext>
              </a:extLst>
            </p:cNvPr>
            <p:cNvSpPr>
              <a:spLocks/>
            </p:cNvSpPr>
            <p:nvPr/>
          </p:nvSpPr>
          <p:spPr bwMode="auto">
            <a:xfrm>
              <a:off x="35926" y="5135025"/>
              <a:ext cx="9108074" cy="838869"/>
            </a:xfrm>
            <a:custGeom>
              <a:avLst/>
              <a:gdLst>
                <a:gd name="T0" fmla="*/ 0 w 5760"/>
                <a:gd name="T1" fmla="*/ 0 h 528"/>
                <a:gd name="T2" fmla="*/ 5760 w 5760"/>
                <a:gd name="T3" fmla="*/ 0 h 528"/>
                <a:gd name="T4" fmla="*/ 5760 w 5760"/>
                <a:gd name="T5" fmla="*/ 528 h 528"/>
                <a:gd name="T6" fmla="*/ 48 w 5760"/>
                <a:gd name="T7" fmla="*/ 0 h 528"/>
                <a:gd name="T8" fmla="*/ 0 60000 65536"/>
                <a:gd name="T9" fmla="*/ 0 60000 65536"/>
                <a:gd name="T10" fmla="*/ 0 60000 65536"/>
                <a:gd name="T11" fmla="*/ 0 60000 65536"/>
                <a:gd name="T12" fmla="*/ 0 w 5760"/>
                <a:gd name="T13" fmla="*/ 0 h 528"/>
                <a:gd name="T14" fmla="*/ 5760 w 5760"/>
                <a:gd name="T15" fmla="*/ 528 h 528"/>
              </a:gdLst>
              <a:ahLst/>
              <a:cxnLst>
                <a:cxn ang="T8">
                  <a:pos x="T0" y="T1"/>
                </a:cxn>
                <a:cxn ang="T9">
                  <a:pos x="T2" y="T3"/>
                </a:cxn>
                <a:cxn ang="T10">
                  <a:pos x="T4" y="T5"/>
                </a:cxn>
                <a:cxn ang="T11">
                  <a:pos x="T6" y="T7"/>
                </a:cxn>
              </a:cxnLst>
              <a:rect l="T12" t="T13" r="T14" b="T15"/>
              <a:pathLst>
                <a:path w="5760" h="528">
                  <a:moveTo>
                    <a:pt x="0" y="0"/>
                  </a:moveTo>
                  <a:lnTo>
                    <a:pt x="5760" y="0"/>
                  </a:lnTo>
                  <a:lnTo>
                    <a:pt x="5760" y="528"/>
                  </a:lnTo>
                  <a:lnTo>
                    <a:pt x="48" y="0"/>
                  </a:lnTo>
                </a:path>
              </a:pathLst>
            </a:custGeom>
            <a:solidFill>
              <a:srgbClr val="000000"/>
            </a:solidFill>
            <a:ln>
              <a:noFill/>
            </a:ln>
            <a:extLst>
              <a:ext uri="{91240B29-F687-4F45-9708-019B960494DF}">
                <a14:hiddenLine xmlns:a14="http://schemas.microsoft.com/office/drawing/2010/main" w="9525" cap="flat" cmpd="sng" algn="ctr">
                  <a:solidFill>
                    <a:srgbClr val="000000"/>
                  </a:solidFill>
                  <a:prstDash val="solid"/>
                  <a:round/>
                  <a:headEnd type="none" w="med" len="med"/>
                  <a:tailEnd type="none" w="med" len="med"/>
                </a14:hiddenLine>
              </a:ext>
            </a:extLst>
          </p:spPr>
          <p:txBody>
            <a:bodyPr/>
            <a:lstStyle/>
            <a:p>
              <a:endParaRPr lang="en-US" dirty="0">
                <a:latin typeface="Calibri" panose="020F0502020204030204" pitchFamily="34" charset="0"/>
                <a:cs typeface="Calibri" panose="020F0502020204030204" pitchFamily="34" charset="0"/>
              </a:endParaRPr>
            </a:p>
          </p:txBody>
        </p:sp>
        <p:sp>
          <p:nvSpPr>
            <p:cNvPr id="8" name="Freeform 22">
              <a:extLst>
                <a:ext uri="{FF2B5EF4-FFF2-40B4-BE49-F238E27FC236}">
                  <a16:creationId xmlns:a16="http://schemas.microsoft.com/office/drawing/2014/main" id="{114AAABA-2A30-446C-B279-83A65E0A5463}"/>
                </a:ext>
              </a:extLst>
            </p:cNvPr>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latin typeface="Calibri" panose="020F0502020204030204" pitchFamily="34" charset="0"/>
              </a:endParaRPr>
            </a:p>
          </p:txBody>
        </p:sp>
        <p:cxnSp>
          <p:nvCxnSpPr>
            <p:cNvPr id="10" name="Straight Connector 9">
              <a:extLst>
                <a:ext uri="{FF2B5EF4-FFF2-40B4-BE49-F238E27FC236}">
                  <a16:creationId xmlns:a16="http://schemas.microsoft.com/office/drawing/2014/main" id="{073A9BCD-4364-41B7-9237-8D938C987754}"/>
                </a:ext>
              </a:extLst>
            </p:cNvPr>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11" name="Action Button: Forward or Next 24">
            <a:hlinkClick r:id="" action="ppaction://hlinkshowjump?jump=nextslide" highlightClick="1"/>
            <a:extLst>
              <a:ext uri="{FF2B5EF4-FFF2-40B4-BE49-F238E27FC236}">
                <a16:creationId xmlns:a16="http://schemas.microsoft.com/office/drawing/2014/main" id="{3C108317-99EE-42B4-9FB0-EA95489E844B}"/>
              </a:ext>
            </a:extLst>
          </p:cNvPr>
          <p:cNvSpPr/>
          <p:nvPr/>
        </p:nvSpPr>
        <p:spPr>
          <a:xfrm>
            <a:off x="11582400" y="152400"/>
            <a:ext cx="406400" cy="304800"/>
          </a:xfrm>
          <a:prstGeom prst="actionButtonForwardNext">
            <a:avLst/>
          </a:prstGeom>
        </p:spPr>
        <p:style>
          <a:lnRef idx="1">
            <a:schemeClr val="accent2"/>
          </a:lnRef>
          <a:fillRef idx="2">
            <a:schemeClr val="accent2"/>
          </a:fillRef>
          <a:effectRef idx="1">
            <a:schemeClr val="accent2"/>
          </a:effectRef>
          <a:fontRef idx="minor">
            <a:schemeClr val="dk1"/>
          </a:fontRef>
        </p:style>
        <p:txBody>
          <a:bodyPr anchor="ctr"/>
          <a:lstStyle/>
          <a:p>
            <a:pPr algn="ctr" fontAlgn="auto">
              <a:spcBef>
                <a:spcPts val="0"/>
              </a:spcBef>
              <a:spcAft>
                <a:spcPts val="0"/>
              </a:spcAft>
              <a:defRPr/>
            </a:pPr>
            <a:endParaRPr lang="en-US" dirty="0">
              <a:latin typeface="Calibri" panose="020F0502020204030204" pitchFamily="34" charset="0"/>
            </a:endParaRPr>
          </a:p>
        </p:txBody>
      </p:sp>
      <p:sp>
        <p:nvSpPr>
          <p:cNvPr id="9" name="Title 8"/>
          <p:cNvSpPr>
            <a:spLocks noGrp="1"/>
          </p:cNvSpPr>
          <p:nvPr>
            <p:ph type="ctrTitle"/>
          </p:nvPr>
        </p:nvSpPr>
        <p:spPr>
          <a:xfrm>
            <a:off x="914400" y="1752602"/>
            <a:ext cx="10363200" cy="1829761"/>
          </a:xfrm>
        </p:spPr>
        <p:txBody>
          <a:bodyPr anchor="b"/>
          <a:lstStyle>
            <a:lvl1pPr algn="r">
              <a:defRPr sz="4800" b="1">
                <a:solidFill>
                  <a:schemeClr val="tx2"/>
                </a:solidFill>
                <a:effectLst>
                  <a:outerShdw blurRad="31750" dist="25400" dir="5400000" algn="tl" rotWithShape="0">
                    <a:srgbClr val="000000">
                      <a:alpha val="25000"/>
                    </a:srgbClr>
                  </a:outerShdw>
                </a:effectLst>
              </a:defRPr>
            </a:lvl1pPr>
            <a:extLst/>
          </a:lstStyle>
          <a:p>
            <a:r>
              <a:rPr lang="en-US"/>
              <a:t>Click to edit Master title style</a:t>
            </a:r>
          </a:p>
        </p:txBody>
      </p:sp>
      <p:sp>
        <p:nvSpPr>
          <p:cNvPr id="17" name="Subtitle 16"/>
          <p:cNvSpPr>
            <a:spLocks noGrp="1"/>
          </p:cNvSpPr>
          <p:nvPr>
            <p:ph type="subTitle" idx="1"/>
          </p:nvPr>
        </p:nvSpPr>
        <p:spPr>
          <a:xfrm>
            <a:off x="914400" y="3611607"/>
            <a:ext cx="103632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en-US"/>
              <a:t>Click to edit Master subtitle style</a:t>
            </a:r>
          </a:p>
        </p:txBody>
      </p:sp>
      <p:sp>
        <p:nvSpPr>
          <p:cNvPr id="12" name="Date Placeholder 29">
            <a:extLst>
              <a:ext uri="{FF2B5EF4-FFF2-40B4-BE49-F238E27FC236}">
                <a16:creationId xmlns:a16="http://schemas.microsoft.com/office/drawing/2014/main" id="{CB801BAE-CAE4-4920-81FF-E6C06A5FD20E}"/>
              </a:ext>
            </a:extLst>
          </p:cNvPr>
          <p:cNvSpPr>
            <a:spLocks noGrp="1"/>
          </p:cNvSpPr>
          <p:nvPr>
            <p:ph type="dt" sz="half" idx="10"/>
          </p:nvPr>
        </p:nvSpPr>
        <p:spPr/>
        <p:txBody>
          <a:bodyPr/>
          <a:lstStyle>
            <a:lvl1pPr>
              <a:defRPr smtClean="0">
                <a:solidFill>
                  <a:srgbClr val="FFFFFF"/>
                </a:solidFill>
              </a:defRPr>
            </a:lvl1pPr>
            <a:extLst/>
          </a:lstStyle>
          <a:p>
            <a:pPr>
              <a:defRPr/>
            </a:pPr>
            <a:fld id="{2864896D-C658-4659-AFF9-278D76FBC484}" type="datetime1">
              <a:rPr lang="en-US" smtClean="0"/>
              <a:t>8/18/2025</a:t>
            </a:fld>
            <a:endParaRPr lang="en-US"/>
          </a:p>
        </p:txBody>
      </p:sp>
      <p:sp>
        <p:nvSpPr>
          <p:cNvPr id="13" name="Slide Number Placeholder 26">
            <a:extLst>
              <a:ext uri="{FF2B5EF4-FFF2-40B4-BE49-F238E27FC236}">
                <a16:creationId xmlns:a16="http://schemas.microsoft.com/office/drawing/2014/main" id="{BDE7F103-2C1A-4FC2-841A-47C575DFC93E}"/>
              </a:ext>
            </a:extLst>
          </p:cNvPr>
          <p:cNvSpPr>
            <a:spLocks noGrp="1"/>
          </p:cNvSpPr>
          <p:nvPr>
            <p:ph type="sldNum" sz="quarter" idx="11"/>
          </p:nvPr>
        </p:nvSpPr>
        <p:spPr/>
        <p:txBody>
          <a:bodyPr/>
          <a:lstStyle>
            <a:lvl1pPr>
              <a:defRPr>
                <a:solidFill>
                  <a:srgbClr val="FFFFFF"/>
                </a:solidFill>
              </a:defRPr>
            </a:lvl1pPr>
          </a:lstStyle>
          <a:p>
            <a:fld id="{C76B4542-0737-4386-AF43-F7082FD136F9}" type="slidenum">
              <a:rPr lang="en-US" altLang="en-US"/>
              <a:pPr/>
              <a:t>‹#›</a:t>
            </a:fld>
            <a:endParaRPr lang="en-US" altLang="en-US"/>
          </a:p>
        </p:txBody>
      </p:sp>
      <p:sp>
        <p:nvSpPr>
          <p:cNvPr id="14" name="Footer Placeholder 18">
            <a:extLst>
              <a:ext uri="{FF2B5EF4-FFF2-40B4-BE49-F238E27FC236}">
                <a16:creationId xmlns:a16="http://schemas.microsoft.com/office/drawing/2014/main" id="{49522651-3BCA-4049-B213-D27CE18C9C69}"/>
              </a:ext>
            </a:extLst>
          </p:cNvPr>
          <p:cNvSpPr>
            <a:spLocks noGrp="1"/>
          </p:cNvSpPr>
          <p:nvPr>
            <p:ph type="ftr" sz="quarter" idx="12"/>
          </p:nvPr>
        </p:nvSpPr>
        <p:spPr>
          <a:xfrm>
            <a:off x="3657600" y="6408739"/>
            <a:ext cx="5317067" cy="365125"/>
          </a:xfrm>
        </p:spPr>
        <p:txBody>
          <a:bodyPr/>
          <a:lstStyle>
            <a:lvl1pPr>
              <a:defRPr smtClean="0">
                <a:solidFill>
                  <a:schemeClr val="accent1">
                    <a:tint val="20000"/>
                  </a:schemeClr>
                </a:solidFill>
              </a:defRPr>
            </a:lvl1pPr>
            <a:extLst/>
          </a:lstStyle>
          <a:p>
            <a:pPr>
              <a:defRPr/>
            </a:pPr>
            <a:r>
              <a:rPr lang="en-US"/>
              <a:t>© 1992-2018 by Pearson Education, Inc. All Rights Reserved.</a:t>
            </a:r>
          </a:p>
        </p:txBody>
      </p:sp>
    </p:spTree>
    <p:extLst>
      <p:ext uri="{BB962C8B-B14F-4D97-AF65-F5344CB8AC3E}">
        <p14:creationId xmlns:p14="http://schemas.microsoft.com/office/powerpoint/2010/main" val="332719689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Action Button: Back or Previous 16">
            <a:hlinkClick r:id="" action="ppaction://hlinkshowjump?jump=previousslide" highlightClick="1"/>
            <a:extLst>
              <a:ext uri="{FF2B5EF4-FFF2-40B4-BE49-F238E27FC236}">
                <a16:creationId xmlns:a16="http://schemas.microsoft.com/office/drawing/2014/main" id="{6A52DB0D-A02E-438B-A01A-33408BADBE3C}"/>
              </a:ext>
            </a:extLst>
          </p:cNvPr>
          <p:cNvSpPr/>
          <p:nvPr/>
        </p:nvSpPr>
        <p:spPr>
          <a:xfrm>
            <a:off x="11074400" y="152400"/>
            <a:ext cx="406400" cy="304800"/>
          </a:xfrm>
          <a:prstGeom prst="actionButtonBackPrevious">
            <a:avLst/>
          </a:prstGeom>
        </p:spPr>
        <p:style>
          <a:lnRef idx="1">
            <a:schemeClr val="accent2"/>
          </a:lnRef>
          <a:fillRef idx="2">
            <a:schemeClr val="accent2"/>
          </a:fillRef>
          <a:effectRef idx="1">
            <a:schemeClr val="accent2"/>
          </a:effectRef>
          <a:fontRef idx="minor">
            <a:schemeClr val="dk1"/>
          </a:fontRef>
        </p:style>
        <p:txBody>
          <a:bodyPr anchor="ctr"/>
          <a:lstStyle/>
          <a:p>
            <a:pPr algn="ctr" fontAlgn="auto">
              <a:spcBef>
                <a:spcPts val="0"/>
              </a:spcBef>
              <a:spcAft>
                <a:spcPts val="0"/>
              </a:spcAft>
              <a:defRPr/>
            </a:pPr>
            <a:endParaRPr lang="en-US" dirty="0">
              <a:latin typeface="Calibri" panose="020F0502020204030204" pitchFamily="34" charset="0"/>
            </a:endParaRPr>
          </a:p>
        </p:txBody>
      </p:sp>
      <p:sp>
        <p:nvSpPr>
          <p:cNvPr id="5" name="Action Button: Forward or Next 18">
            <a:hlinkClick r:id="" action="ppaction://hlinkshowjump?jump=nextslide" highlightClick="1"/>
            <a:extLst>
              <a:ext uri="{FF2B5EF4-FFF2-40B4-BE49-F238E27FC236}">
                <a16:creationId xmlns:a16="http://schemas.microsoft.com/office/drawing/2014/main" id="{3409681D-3D41-44DE-9395-C0F5EF857E6C}"/>
              </a:ext>
            </a:extLst>
          </p:cNvPr>
          <p:cNvSpPr/>
          <p:nvPr/>
        </p:nvSpPr>
        <p:spPr>
          <a:xfrm>
            <a:off x="11582400" y="152400"/>
            <a:ext cx="406400" cy="304800"/>
          </a:xfrm>
          <a:prstGeom prst="actionButtonForwardNext">
            <a:avLst/>
          </a:prstGeom>
        </p:spPr>
        <p:style>
          <a:lnRef idx="1">
            <a:schemeClr val="accent2"/>
          </a:lnRef>
          <a:fillRef idx="2">
            <a:schemeClr val="accent2"/>
          </a:fillRef>
          <a:effectRef idx="1">
            <a:schemeClr val="accent2"/>
          </a:effectRef>
          <a:fontRef idx="minor">
            <a:schemeClr val="dk1"/>
          </a:fontRef>
        </p:style>
        <p:txBody>
          <a:bodyPr anchor="ctr"/>
          <a:lstStyle/>
          <a:p>
            <a:pPr algn="ctr" fontAlgn="auto">
              <a:spcBef>
                <a:spcPts val="0"/>
              </a:spcBef>
              <a:spcAft>
                <a:spcPts val="0"/>
              </a:spcAft>
              <a:defRPr/>
            </a:pPr>
            <a:endParaRPr lang="en-US" dirty="0">
              <a:latin typeface="Calibri" panose="020F0502020204030204" pitchFamily="34" charset="0"/>
            </a:endParaRPr>
          </a:p>
        </p:txBody>
      </p:sp>
      <p:sp>
        <p:nvSpPr>
          <p:cNvPr id="3" name="Content Placeholder 2"/>
          <p:cNvSpPr>
            <a:spLocks noGrp="1"/>
          </p:cNvSpPr>
          <p:nvPr>
            <p:ph idx="1"/>
          </p:nvPr>
        </p:nvSpPr>
        <p:spPr/>
        <p:txBody>
          <a:bodyPr/>
          <a:lstStyle>
            <a:lvl2pPr>
              <a:buFont typeface="Wingdings" pitchFamily="2" charset="2"/>
              <a:buChar char="§"/>
              <a:defRPr/>
            </a:lvl2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6"/>
          <p:cNvSpPr>
            <a:spLocks noGrp="1"/>
          </p:cNvSpPr>
          <p:nvPr>
            <p:ph type="title"/>
          </p:nvPr>
        </p:nvSpPr>
        <p:spPr/>
        <p:txBody>
          <a:bodyPr rtlCol="0"/>
          <a:lstStyle/>
          <a:p>
            <a:r>
              <a:rPr lang="en-US"/>
              <a:t>Click to edit Master title style</a:t>
            </a:r>
          </a:p>
        </p:txBody>
      </p:sp>
      <p:sp>
        <p:nvSpPr>
          <p:cNvPr id="6" name="Date Placeholder 3">
            <a:extLst>
              <a:ext uri="{FF2B5EF4-FFF2-40B4-BE49-F238E27FC236}">
                <a16:creationId xmlns:a16="http://schemas.microsoft.com/office/drawing/2014/main" id="{6B17A5B7-429F-45A3-B73B-546034D7C6D6}"/>
              </a:ext>
            </a:extLst>
          </p:cNvPr>
          <p:cNvSpPr>
            <a:spLocks noGrp="1"/>
          </p:cNvSpPr>
          <p:nvPr>
            <p:ph type="dt" sz="half" idx="10"/>
          </p:nvPr>
        </p:nvSpPr>
        <p:spPr/>
        <p:txBody>
          <a:bodyPr/>
          <a:lstStyle>
            <a:lvl1pPr>
              <a:defRPr smtClean="0"/>
            </a:lvl1pPr>
            <a:extLst/>
          </a:lstStyle>
          <a:p>
            <a:pPr>
              <a:defRPr/>
            </a:pPr>
            <a:fld id="{A118E7F5-B645-4BD6-98F5-47CCA1F6FB68}" type="datetime1">
              <a:rPr lang="en-US" smtClean="0"/>
              <a:t>8/18/2025</a:t>
            </a:fld>
            <a:endParaRPr lang="en-US"/>
          </a:p>
        </p:txBody>
      </p:sp>
      <p:sp>
        <p:nvSpPr>
          <p:cNvPr id="8" name="Footer Placeholder 4">
            <a:extLst>
              <a:ext uri="{FF2B5EF4-FFF2-40B4-BE49-F238E27FC236}">
                <a16:creationId xmlns:a16="http://schemas.microsoft.com/office/drawing/2014/main" id="{128EF845-39A4-483D-B8C7-7E3A002D0F3B}"/>
              </a:ext>
            </a:extLst>
          </p:cNvPr>
          <p:cNvSpPr>
            <a:spLocks noGrp="1"/>
          </p:cNvSpPr>
          <p:nvPr>
            <p:ph type="ftr" sz="quarter" idx="11"/>
          </p:nvPr>
        </p:nvSpPr>
        <p:spPr>
          <a:xfrm>
            <a:off x="5486400" y="6408739"/>
            <a:ext cx="3488267" cy="365125"/>
          </a:xfrm>
        </p:spPr>
        <p:txBody>
          <a:bodyPr/>
          <a:lstStyle>
            <a:lvl1pPr>
              <a:defRPr smtClean="0"/>
            </a:lvl1pPr>
            <a:extLst/>
          </a:lstStyle>
          <a:p>
            <a:pPr>
              <a:defRPr/>
            </a:pPr>
            <a:r>
              <a:rPr lang="en-US"/>
              <a:t>© 1992-2018 by Pearson Education, Inc. All Rights Reserved.</a:t>
            </a:r>
          </a:p>
        </p:txBody>
      </p:sp>
      <p:sp>
        <p:nvSpPr>
          <p:cNvPr id="9" name="Slide Number Placeholder 5">
            <a:extLst>
              <a:ext uri="{FF2B5EF4-FFF2-40B4-BE49-F238E27FC236}">
                <a16:creationId xmlns:a16="http://schemas.microsoft.com/office/drawing/2014/main" id="{2289B2D9-18E9-4DDA-945C-72514660FA27}"/>
              </a:ext>
            </a:extLst>
          </p:cNvPr>
          <p:cNvSpPr>
            <a:spLocks noGrp="1"/>
          </p:cNvSpPr>
          <p:nvPr>
            <p:ph type="sldNum" sz="quarter" idx="12"/>
          </p:nvPr>
        </p:nvSpPr>
        <p:spPr/>
        <p:txBody>
          <a:bodyPr/>
          <a:lstStyle>
            <a:lvl1pPr>
              <a:defRPr/>
            </a:lvl1pPr>
          </a:lstStyle>
          <a:p>
            <a:fld id="{56AF50D1-93A9-414F-A7D2-90C47BBBC5CE}" type="slidenum">
              <a:rPr lang="en-US" altLang="en-US"/>
              <a:pPr/>
              <a:t>‹#›</a:t>
            </a:fld>
            <a:endParaRPr lang="en-US" altLang="en-US"/>
          </a:p>
        </p:txBody>
      </p:sp>
    </p:spTree>
    <p:extLst>
      <p:ext uri="{BB962C8B-B14F-4D97-AF65-F5344CB8AC3E}">
        <p14:creationId xmlns:p14="http://schemas.microsoft.com/office/powerpoint/2010/main" val="363392910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4" name="Chevron 16">
            <a:extLst>
              <a:ext uri="{FF2B5EF4-FFF2-40B4-BE49-F238E27FC236}">
                <a16:creationId xmlns:a16="http://schemas.microsoft.com/office/drawing/2014/main" id="{D8B8235C-61E0-4A0D-AFEE-0966F11090D4}"/>
              </a:ext>
            </a:extLst>
          </p:cNvPr>
          <p:cNvSpPr/>
          <p:nvPr/>
        </p:nvSpPr>
        <p:spPr>
          <a:xfrm>
            <a:off x="4849284" y="3005138"/>
            <a:ext cx="243416"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fontAlgn="auto">
              <a:spcBef>
                <a:spcPts val="0"/>
              </a:spcBef>
              <a:spcAft>
                <a:spcPts val="0"/>
              </a:spcAft>
              <a:defRPr/>
            </a:pPr>
            <a:endParaRPr lang="en-US" dirty="0">
              <a:latin typeface="Calibri" panose="020F0502020204030204" pitchFamily="34" charset="0"/>
            </a:endParaRPr>
          </a:p>
        </p:txBody>
      </p:sp>
      <p:sp>
        <p:nvSpPr>
          <p:cNvPr id="5" name="Chevron 18">
            <a:extLst>
              <a:ext uri="{FF2B5EF4-FFF2-40B4-BE49-F238E27FC236}">
                <a16:creationId xmlns:a16="http://schemas.microsoft.com/office/drawing/2014/main" id="{A58E7A0E-A1C7-4EB9-9D1B-8A9D64E34547}"/>
              </a:ext>
            </a:extLst>
          </p:cNvPr>
          <p:cNvSpPr/>
          <p:nvPr/>
        </p:nvSpPr>
        <p:spPr>
          <a:xfrm>
            <a:off x="4599518" y="3005138"/>
            <a:ext cx="24553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fontAlgn="auto">
              <a:spcBef>
                <a:spcPts val="0"/>
              </a:spcBef>
              <a:spcAft>
                <a:spcPts val="0"/>
              </a:spcAft>
              <a:defRPr/>
            </a:pPr>
            <a:endParaRPr lang="en-US" dirty="0">
              <a:latin typeface="Calibri" panose="020F0502020204030204" pitchFamily="34" charset="0"/>
            </a:endParaRPr>
          </a:p>
        </p:txBody>
      </p:sp>
      <p:sp>
        <p:nvSpPr>
          <p:cNvPr id="2" name="Title 1"/>
          <p:cNvSpPr>
            <a:spLocks noGrp="1"/>
          </p:cNvSpPr>
          <p:nvPr>
            <p:ph type="title"/>
          </p:nvPr>
        </p:nvSpPr>
        <p:spPr>
          <a:xfrm>
            <a:off x="963168" y="1059712"/>
            <a:ext cx="10363200" cy="1828800"/>
          </a:xfrm>
        </p:spPr>
        <p:txBody>
          <a:bodyPr anchor="b"/>
          <a:lstStyle>
            <a:lvl1pPr algn="r">
              <a:buNone/>
              <a:defRPr sz="4800" b="1" cap="none" baseline="0">
                <a:effectLst>
                  <a:outerShdw blurRad="31750" dist="25400" dir="5400000" algn="tl" rotWithShape="0">
                    <a:srgbClr val="000000">
                      <a:alpha val="25000"/>
                    </a:srgbClr>
                  </a:outerShdw>
                </a:effectLst>
              </a:defRPr>
            </a:lvl1pPr>
            <a:extLst/>
          </a:lstStyle>
          <a:p>
            <a:r>
              <a:rPr lang="en-US"/>
              <a:t>Click to edit Master title style</a:t>
            </a:r>
          </a:p>
        </p:txBody>
      </p:sp>
      <p:sp>
        <p:nvSpPr>
          <p:cNvPr id="3" name="Text Placeholder 2"/>
          <p:cNvSpPr>
            <a:spLocks noGrp="1"/>
          </p:cNvSpPr>
          <p:nvPr>
            <p:ph type="body" idx="1"/>
          </p:nvPr>
        </p:nvSpPr>
        <p:spPr>
          <a:xfrm>
            <a:off x="5230284" y="2931712"/>
            <a:ext cx="6096000" cy="1454888"/>
          </a:xfrm>
        </p:spPr>
        <p:txBody>
          <a:bodyPr/>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en-US"/>
              <a:t>Click to edit Master text styles</a:t>
            </a:r>
          </a:p>
        </p:txBody>
      </p:sp>
      <p:sp>
        <p:nvSpPr>
          <p:cNvPr id="6" name="Date Placeholder 3">
            <a:extLst>
              <a:ext uri="{FF2B5EF4-FFF2-40B4-BE49-F238E27FC236}">
                <a16:creationId xmlns:a16="http://schemas.microsoft.com/office/drawing/2014/main" id="{2F128589-7525-4295-9FDD-BDF436744562}"/>
              </a:ext>
            </a:extLst>
          </p:cNvPr>
          <p:cNvSpPr>
            <a:spLocks noGrp="1"/>
          </p:cNvSpPr>
          <p:nvPr>
            <p:ph type="dt" sz="half" idx="10"/>
          </p:nvPr>
        </p:nvSpPr>
        <p:spPr/>
        <p:txBody>
          <a:bodyPr/>
          <a:lstStyle>
            <a:lvl1pPr>
              <a:defRPr smtClean="0"/>
            </a:lvl1pPr>
            <a:extLst/>
          </a:lstStyle>
          <a:p>
            <a:pPr>
              <a:defRPr/>
            </a:pPr>
            <a:fld id="{EA69E79D-0ACE-4D83-B2E2-26E4B39AA60B}" type="datetime1">
              <a:rPr lang="en-US" smtClean="0"/>
              <a:t>8/18/2025</a:t>
            </a:fld>
            <a:endParaRPr lang="en-US"/>
          </a:p>
        </p:txBody>
      </p:sp>
      <p:sp>
        <p:nvSpPr>
          <p:cNvPr id="7" name="Footer Placeholder 4">
            <a:extLst>
              <a:ext uri="{FF2B5EF4-FFF2-40B4-BE49-F238E27FC236}">
                <a16:creationId xmlns:a16="http://schemas.microsoft.com/office/drawing/2014/main" id="{31F0B813-39DD-4103-A7CB-53D215259DBE}"/>
              </a:ext>
            </a:extLst>
          </p:cNvPr>
          <p:cNvSpPr>
            <a:spLocks noGrp="1"/>
          </p:cNvSpPr>
          <p:nvPr>
            <p:ph type="ftr" sz="quarter" idx="11"/>
          </p:nvPr>
        </p:nvSpPr>
        <p:spPr/>
        <p:txBody>
          <a:bodyPr/>
          <a:lstStyle>
            <a:lvl1pPr>
              <a:defRPr smtClean="0"/>
            </a:lvl1pPr>
            <a:extLst/>
          </a:lstStyle>
          <a:p>
            <a:pPr>
              <a:defRPr/>
            </a:pPr>
            <a:r>
              <a:rPr lang="en-US"/>
              <a:t>© 1992-2018 by Pearson Education, Inc. All Rights Reserved.</a:t>
            </a:r>
          </a:p>
        </p:txBody>
      </p:sp>
      <p:sp>
        <p:nvSpPr>
          <p:cNvPr id="8" name="Slide Number Placeholder 5">
            <a:extLst>
              <a:ext uri="{FF2B5EF4-FFF2-40B4-BE49-F238E27FC236}">
                <a16:creationId xmlns:a16="http://schemas.microsoft.com/office/drawing/2014/main" id="{26D17D1D-702D-4C92-A8AD-4471544C3A0E}"/>
              </a:ext>
            </a:extLst>
          </p:cNvPr>
          <p:cNvSpPr>
            <a:spLocks noGrp="1"/>
          </p:cNvSpPr>
          <p:nvPr>
            <p:ph type="sldNum" sz="quarter" idx="12"/>
          </p:nvPr>
        </p:nvSpPr>
        <p:spPr/>
        <p:txBody>
          <a:bodyPr/>
          <a:lstStyle>
            <a:lvl1pPr>
              <a:defRPr/>
            </a:lvl1pPr>
          </a:lstStyle>
          <a:p>
            <a:fld id="{220259B5-B360-45D5-A913-5314ED1E145F}" type="slidenum">
              <a:rPr lang="en-US" altLang="en-US"/>
              <a:pPr/>
              <a:t>‹#›</a:t>
            </a:fld>
            <a:endParaRPr lang="en-US" altLang="en-US"/>
          </a:p>
        </p:txBody>
      </p:sp>
    </p:spTree>
    <p:extLst>
      <p:ext uri="{BB962C8B-B14F-4D97-AF65-F5344CB8AC3E}">
        <p14:creationId xmlns:p14="http://schemas.microsoft.com/office/powerpoint/2010/main" val="958889780"/>
      </p:ext>
    </p:extLst>
  </p:cSld>
  <p:clrMapOvr>
    <a:overrideClrMapping bg1="dk1" tx1="lt1" bg2="dk2" tx2="lt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1481329"/>
            <a:ext cx="5384800" cy="4525963"/>
          </a:xfrm>
        </p:spPr>
        <p:txBody>
          <a:bodyPr/>
          <a:lstStyle>
            <a:lvl1pPr>
              <a:defRPr sz="2800"/>
            </a:lvl1pPr>
            <a:lvl2pPr>
              <a:defRPr sz="2400"/>
            </a:lvl2pPr>
            <a:lvl3pPr>
              <a:defRPr sz="2000"/>
            </a:lvl3pPr>
            <a:lvl4pPr>
              <a:defRPr sz="1800"/>
            </a:lvl4pPr>
            <a:lvl5pPr>
              <a:defRPr sz="18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481329"/>
            <a:ext cx="5384800" cy="4525963"/>
          </a:xfrm>
        </p:spPr>
        <p:txBody>
          <a:bodyPr/>
          <a:lstStyle>
            <a:lvl1pPr>
              <a:defRPr sz="2800"/>
            </a:lvl1pPr>
            <a:lvl2pPr>
              <a:defRPr sz="2400"/>
            </a:lvl2pPr>
            <a:lvl3pPr>
              <a:defRPr sz="2000"/>
            </a:lvl3pPr>
            <a:lvl4pPr>
              <a:defRPr sz="1800"/>
            </a:lvl4pPr>
            <a:lvl5pPr>
              <a:defRPr sz="18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tle 7"/>
          <p:cNvSpPr>
            <a:spLocks noGrp="1"/>
          </p:cNvSpPr>
          <p:nvPr>
            <p:ph type="title"/>
          </p:nvPr>
        </p:nvSpPr>
        <p:spPr/>
        <p:txBody>
          <a:bodyPr rtlCol="0"/>
          <a:lstStyle/>
          <a:p>
            <a:r>
              <a:rPr lang="en-US"/>
              <a:t>Click to edit Master title style</a:t>
            </a:r>
          </a:p>
        </p:txBody>
      </p:sp>
      <p:sp>
        <p:nvSpPr>
          <p:cNvPr id="5" name="Date Placeholder 4">
            <a:extLst>
              <a:ext uri="{FF2B5EF4-FFF2-40B4-BE49-F238E27FC236}">
                <a16:creationId xmlns:a16="http://schemas.microsoft.com/office/drawing/2014/main" id="{609523C7-AFC4-41BC-A09B-60D1D2320E16}"/>
              </a:ext>
            </a:extLst>
          </p:cNvPr>
          <p:cNvSpPr>
            <a:spLocks noGrp="1"/>
          </p:cNvSpPr>
          <p:nvPr>
            <p:ph type="dt" sz="half" idx="10"/>
          </p:nvPr>
        </p:nvSpPr>
        <p:spPr/>
        <p:txBody>
          <a:bodyPr/>
          <a:lstStyle>
            <a:lvl1pPr>
              <a:defRPr smtClean="0"/>
            </a:lvl1pPr>
            <a:extLst/>
          </a:lstStyle>
          <a:p>
            <a:pPr>
              <a:defRPr/>
            </a:pPr>
            <a:fld id="{79FBAC56-EF39-4AF0-AAC8-B4E379CCAAA9}" type="datetime1">
              <a:rPr lang="en-US" smtClean="0"/>
              <a:t>8/18/2025</a:t>
            </a:fld>
            <a:endParaRPr lang="en-US"/>
          </a:p>
        </p:txBody>
      </p:sp>
      <p:sp>
        <p:nvSpPr>
          <p:cNvPr id="6" name="Footer Placeholder 5">
            <a:extLst>
              <a:ext uri="{FF2B5EF4-FFF2-40B4-BE49-F238E27FC236}">
                <a16:creationId xmlns:a16="http://schemas.microsoft.com/office/drawing/2014/main" id="{DB2D9598-0F7B-42D9-989B-4BA6C1B96F83}"/>
              </a:ext>
            </a:extLst>
          </p:cNvPr>
          <p:cNvSpPr>
            <a:spLocks noGrp="1"/>
          </p:cNvSpPr>
          <p:nvPr>
            <p:ph type="ftr" sz="quarter" idx="11"/>
          </p:nvPr>
        </p:nvSpPr>
        <p:spPr/>
        <p:txBody>
          <a:bodyPr/>
          <a:lstStyle>
            <a:lvl1pPr>
              <a:defRPr smtClean="0"/>
            </a:lvl1pPr>
            <a:extLst/>
          </a:lstStyle>
          <a:p>
            <a:pPr>
              <a:defRPr/>
            </a:pPr>
            <a:r>
              <a:rPr lang="en-US"/>
              <a:t>© 1992-2018 by Pearson Education, Inc. All Rights Reserved.</a:t>
            </a:r>
          </a:p>
        </p:txBody>
      </p:sp>
      <p:sp>
        <p:nvSpPr>
          <p:cNvPr id="7" name="Slide Number Placeholder 6">
            <a:extLst>
              <a:ext uri="{FF2B5EF4-FFF2-40B4-BE49-F238E27FC236}">
                <a16:creationId xmlns:a16="http://schemas.microsoft.com/office/drawing/2014/main" id="{461353DE-3DD3-4FD6-B6E0-02EF941422BB}"/>
              </a:ext>
            </a:extLst>
          </p:cNvPr>
          <p:cNvSpPr>
            <a:spLocks noGrp="1"/>
          </p:cNvSpPr>
          <p:nvPr>
            <p:ph type="sldNum" sz="quarter" idx="12"/>
          </p:nvPr>
        </p:nvSpPr>
        <p:spPr/>
        <p:txBody>
          <a:bodyPr/>
          <a:lstStyle>
            <a:lvl1pPr>
              <a:defRPr/>
            </a:lvl1pPr>
          </a:lstStyle>
          <a:p>
            <a:fld id="{CC5686E1-27FA-4901-9BEE-1DE5F4BC7340}" type="slidenum">
              <a:rPr lang="en-US" altLang="en-US"/>
              <a:pPr/>
              <a:t>‹#›</a:t>
            </a:fld>
            <a:endParaRPr lang="en-US" altLang="en-US"/>
          </a:p>
        </p:txBody>
      </p:sp>
    </p:spTree>
    <p:extLst>
      <p:ext uri="{BB962C8B-B14F-4D97-AF65-F5344CB8AC3E}">
        <p14:creationId xmlns:p14="http://schemas.microsoft.com/office/powerpoint/2010/main" val="43794468"/>
      </p:ext>
    </p:extLst>
  </p:cSld>
  <p:clrMapOvr>
    <a:overrideClrMapping bg1="dk1" tx1="lt1" bg2="dk2" tx2="lt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10972800" cy="1143000"/>
          </a:xfrm>
        </p:spPr>
        <p:txBody>
          <a:bodyPr/>
          <a:lstStyle>
            <a:lvl1pPr>
              <a:defRPr/>
            </a:lvl1pPr>
            <a:extLst/>
          </a:lstStyle>
          <a:p>
            <a:r>
              <a:rPr lang="en-US"/>
              <a:t>Click to edit Master title style</a:t>
            </a:r>
          </a:p>
        </p:txBody>
      </p:sp>
      <p:sp>
        <p:nvSpPr>
          <p:cNvPr id="3" name="Text Placeholder 2"/>
          <p:cNvSpPr>
            <a:spLocks noGrp="1"/>
          </p:cNvSpPr>
          <p:nvPr>
            <p:ph type="body" idx="1"/>
          </p:nvPr>
        </p:nvSpPr>
        <p:spPr>
          <a:xfrm>
            <a:off x="609600" y="5410200"/>
            <a:ext cx="5386917"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a:t>Click to edit Master text styles</a:t>
            </a:r>
          </a:p>
        </p:txBody>
      </p:sp>
      <p:sp>
        <p:nvSpPr>
          <p:cNvPr id="4" name="Text Placeholder 3"/>
          <p:cNvSpPr>
            <a:spLocks noGrp="1"/>
          </p:cNvSpPr>
          <p:nvPr>
            <p:ph type="body" sz="half" idx="3"/>
          </p:nvPr>
        </p:nvSpPr>
        <p:spPr>
          <a:xfrm>
            <a:off x="6193369" y="5410200"/>
            <a:ext cx="5389033"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a:t>Click to edit Master text styles</a:t>
            </a:r>
          </a:p>
        </p:txBody>
      </p:sp>
      <p:sp>
        <p:nvSpPr>
          <p:cNvPr id="5" name="Content Placeholder 4"/>
          <p:cNvSpPr>
            <a:spLocks noGrp="1"/>
          </p:cNvSpPr>
          <p:nvPr>
            <p:ph sz="quarter" idx="2"/>
          </p:nvPr>
        </p:nvSpPr>
        <p:spPr>
          <a:xfrm>
            <a:off x="609600" y="1444295"/>
            <a:ext cx="5386917"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3368" y="1444295"/>
            <a:ext cx="5389033"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FC39228-6E12-4AB5-A882-448D31B4B1A8}"/>
              </a:ext>
            </a:extLst>
          </p:cNvPr>
          <p:cNvSpPr>
            <a:spLocks noGrp="1"/>
          </p:cNvSpPr>
          <p:nvPr>
            <p:ph type="dt" sz="half" idx="10"/>
          </p:nvPr>
        </p:nvSpPr>
        <p:spPr/>
        <p:txBody>
          <a:bodyPr/>
          <a:lstStyle>
            <a:lvl1pPr>
              <a:defRPr smtClean="0"/>
            </a:lvl1pPr>
            <a:extLst/>
          </a:lstStyle>
          <a:p>
            <a:pPr>
              <a:defRPr/>
            </a:pPr>
            <a:fld id="{384667E8-A389-44A8-B68D-67375F338E8D}" type="datetime1">
              <a:rPr lang="en-US" smtClean="0"/>
              <a:t>8/18/2025</a:t>
            </a:fld>
            <a:endParaRPr lang="en-US"/>
          </a:p>
        </p:txBody>
      </p:sp>
      <p:sp>
        <p:nvSpPr>
          <p:cNvPr id="8" name="Footer Placeholder 7">
            <a:extLst>
              <a:ext uri="{FF2B5EF4-FFF2-40B4-BE49-F238E27FC236}">
                <a16:creationId xmlns:a16="http://schemas.microsoft.com/office/drawing/2014/main" id="{13D858DB-E7BC-497A-AA68-46E36AC12F13}"/>
              </a:ext>
            </a:extLst>
          </p:cNvPr>
          <p:cNvSpPr>
            <a:spLocks noGrp="1"/>
          </p:cNvSpPr>
          <p:nvPr>
            <p:ph type="ftr" sz="quarter" idx="11"/>
          </p:nvPr>
        </p:nvSpPr>
        <p:spPr/>
        <p:txBody>
          <a:bodyPr/>
          <a:lstStyle>
            <a:lvl1pPr>
              <a:defRPr smtClean="0"/>
            </a:lvl1pPr>
            <a:extLst/>
          </a:lstStyle>
          <a:p>
            <a:pPr>
              <a:defRPr/>
            </a:pPr>
            <a:r>
              <a:rPr lang="en-US"/>
              <a:t>© 1992-2018 by Pearson Education, Inc. All Rights Reserved.</a:t>
            </a:r>
          </a:p>
        </p:txBody>
      </p:sp>
      <p:sp>
        <p:nvSpPr>
          <p:cNvPr id="9" name="Slide Number Placeholder 8">
            <a:extLst>
              <a:ext uri="{FF2B5EF4-FFF2-40B4-BE49-F238E27FC236}">
                <a16:creationId xmlns:a16="http://schemas.microsoft.com/office/drawing/2014/main" id="{9B0FEE0C-148C-4C4D-94E1-0B03851ABAF2}"/>
              </a:ext>
            </a:extLst>
          </p:cNvPr>
          <p:cNvSpPr>
            <a:spLocks noGrp="1"/>
          </p:cNvSpPr>
          <p:nvPr>
            <p:ph type="sldNum" sz="quarter" idx="12"/>
          </p:nvPr>
        </p:nvSpPr>
        <p:spPr/>
        <p:txBody>
          <a:bodyPr/>
          <a:lstStyle>
            <a:lvl1pPr>
              <a:defRPr/>
            </a:lvl1pPr>
          </a:lstStyle>
          <a:p>
            <a:fld id="{001588C5-62A1-4A57-A588-6B67DC89FF05}" type="slidenum">
              <a:rPr lang="en-US" altLang="en-US"/>
              <a:pPr/>
              <a:t>‹#›</a:t>
            </a:fld>
            <a:endParaRPr lang="en-US" altLang="en-US"/>
          </a:p>
        </p:txBody>
      </p:sp>
    </p:spTree>
    <p:extLst>
      <p:ext uri="{BB962C8B-B14F-4D97-AF65-F5344CB8AC3E}">
        <p14:creationId xmlns:p14="http://schemas.microsoft.com/office/powerpoint/2010/main" val="2139261641"/>
      </p:ext>
    </p:extLst>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p:txBody>
          <a:bodyPr rtlCol="0"/>
          <a:lstStyle/>
          <a:p>
            <a:r>
              <a:rPr lang="en-US"/>
              <a:t>Click to edit Master title style</a:t>
            </a:r>
          </a:p>
        </p:txBody>
      </p:sp>
      <p:sp>
        <p:nvSpPr>
          <p:cNvPr id="3" name="Date Placeholder 2">
            <a:extLst>
              <a:ext uri="{FF2B5EF4-FFF2-40B4-BE49-F238E27FC236}">
                <a16:creationId xmlns:a16="http://schemas.microsoft.com/office/drawing/2014/main" id="{ECA459AB-5CA4-4711-8216-5A117E2B3DA2}"/>
              </a:ext>
            </a:extLst>
          </p:cNvPr>
          <p:cNvSpPr>
            <a:spLocks noGrp="1"/>
          </p:cNvSpPr>
          <p:nvPr>
            <p:ph type="dt" sz="half" idx="10"/>
          </p:nvPr>
        </p:nvSpPr>
        <p:spPr/>
        <p:txBody>
          <a:bodyPr/>
          <a:lstStyle>
            <a:lvl1pPr>
              <a:defRPr smtClean="0"/>
            </a:lvl1pPr>
            <a:extLst/>
          </a:lstStyle>
          <a:p>
            <a:pPr>
              <a:defRPr/>
            </a:pPr>
            <a:fld id="{72194537-BB68-4800-A954-0A8383A9E533}" type="datetime1">
              <a:rPr lang="en-US" smtClean="0"/>
              <a:t>8/18/2025</a:t>
            </a:fld>
            <a:endParaRPr lang="en-US"/>
          </a:p>
        </p:txBody>
      </p:sp>
      <p:sp>
        <p:nvSpPr>
          <p:cNvPr id="4" name="Footer Placeholder 3">
            <a:extLst>
              <a:ext uri="{FF2B5EF4-FFF2-40B4-BE49-F238E27FC236}">
                <a16:creationId xmlns:a16="http://schemas.microsoft.com/office/drawing/2014/main" id="{F6A61F9F-C7E6-4CB3-9923-513236375DA8}"/>
              </a:ext>
            </a:extLst>
          </p:cNvPr>
          <p:cNvSpPr>
            <a:spLocks noGrp="1"/>
          </p:cNvSpPr>
          <p:nvPr>
            <p:ph type="ftr" sz="quarter" idx="11"/>
          </p:nvPr>
        </p:nvSpPr>
        <p:spPr/>
        <p:txBody>
          <a:bodyPr/>
          <a:lstStyle>
            <a:lvl1pPr>
              <a:defRPr smtClean="0"/>
            </a:lvl1pPr>
            <a:extLst/>
          </a:lstStyle>
          <a:p>
            <a:pPr>
              <a:defRPr/>
            </a:pPr>
            <a:r>
              <a:rPr lang="en-US"/>
              <a:t>© 1992-2018 by Pearson Education, Inc. All Rights Reserved.</a:t>
            </a:r>
          </a:p>
        </p:txBody>
      </p:sp>
      <p:sp>
        <p:nvSpPr>
          <p:cNvPr id="5" name="Slide Number Placeholder 4">
            <a:extLst>
              <a:ext uri="{FF2B5EF4-FFF2-40B4-BE49-F238E27FC236}">
                <a16:creationId xmlns:a16="http://schemas.microsoft.com/office/drawing/2014/main" id="{E8A774D0-0F65-47C2-973D-6F8055B49DB6}"/>
              </a:ext>
            </a:extLst>
          </p:cNvPr>
          <p:cNvSpPr>
            <a:spLocks noGrp="1"/>
          </p:cNvSpPr>
          <p:nvPr>
            <p:ph type="sldNum" sz="quarter" idx="12"/>
          </p:nvPr>
        </p:nvSpPr>
        <p:spPr/>
        <p:txBody>
          <a:bodyPr/>
          <a:lstStyle>
            <a:lvl1pPr>
              <a:defRPr/>
            </a:lvl1pPr>
          </a:lstStyle>
          <a:p>
            <a:fld id="{DE02C4AB-9F34-4B9A-B577-07C103A9CF5E}" type="slidenum">
              <a:rPr lang="en-US" altLang="en-US"/>
              <a:pPr/>
              <a:t>‹#›</a:t>
            </a:fld>
            <a:endParaRPr lang="en-US" altLang="en-US"/>
          </a:p>
        </p:txBody>
      </p:sp>
    </p:spTree>
    <p:extLst>
      <p:ext uri="{BB962C8B-B14F-4D97-AF65-F5344CB8AC3E}">
        <p14:creationId xmlns:p14="http://schemas.microsoft.com/office/powerpoint/2010/main" val="305989060"/>
      </p:ext>
    </p:extLst>
  </p:cSld>
  <p:clrMapOvr>
    <a:overrideClrMapping bg1="dk1" tx1="lt1" bg2="dk2" tx2="lt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a:extLst>
              <a:ext uri="{FF2B5EF4-FFF2-40B4-BE49-F238E27FC236}">
                <a16:creationId xmlns:a16="http://schemas.microsoft.com/office/drawing/2014/main" id="{BA0C30EA-8510-432D-9EE5-2B497B2A5F54}"/>
              </a:ext>
            </a:extLst>
          </p:cNvPr>
          <p:cNvSpPr>
            <a:spLocks noGrp="1"/>
          </p:cNvSpPr>
          <p:nvPr>
            <p:ph type="dt" sz="half" idx="10"/>
          </p:nvPr>
        </p:nvSpPr>
        <p:spPr/>
        <p:txBody>
          <a:bodyPr/>
          <a:lstStyle>
            <a:lvl1pPr>
              <a:defRPr/>
            </a:lvl1pPr>
          </a:lstStyle>
          <a:p>
            <a:pPr>
              <a:defRPr/>
            </a:pPr>
            <a:fld id="{DC9B53AD-5CAF-4539-84FC-4074F70B429D}" type="datetime1">
              <a:rPr lang="en-US" smtClean="0"/>
              <a:t>8/18/2025</a:t>
            </a:fld>
            <a:endParaRPr lang="en-US"/>
          </a:p>
        </p:txBody>
      </p:sp>
      <p:sp>
        <p:nvSpPr>
          <p:cNvPr id="3" name="Footer Placeholder 21">
            <a:extLst>
              <a:ext uri="{FF2B5EF4-FFF2-40B4-BE49-F238E27FC236}">
                <a16:creationId xmlns:a16="http://schemas.microsoft.com/office/drawing/2014/main" id="{2B791FA1-A6B9-4264-B0DE-A660DACE8AFA}"/>
              </a:ext>
            </a:extLst>
          </p:cNvPr>
          <p:cNvSpPr>
            <a:spLocks noGrp="1"/>
          </p:cNvSpPr>
          <p:nvPr>
            <p:ph type="ftr" sz="quarter" idx="11"/>
          </p:nvPr>
        </p:nvSpPr>
        <p:spPr/>
        <p:txBody>
          <a:bodyPr/>
          <a:lstStyle>
            <a:lvl1pPr>
              <a:defRPr/>
            </a:lvl1pPr>
          </a:lstStyle>
          <a:p>
            <a:pPr>
              <a:defRPr/>
            </a:pPr>
            <a:r>
              <a:rPr lang="en-US"/>
              <a:t>© 1992-2018 by Pearson Education, Inc. All Rights Reserved.</a:t>
            </a:r>
          </a:p>
        </p:txBody>
      </p:sp>
      <p:sp>
        <p:nvSpPr>
          <p:cNvPr id="4" name="Slide Number Placeholder 17">
            <a:extLst>
              <a:ext uri="{FF2B5EF4-FFF2-40B4-BE49-F238E27FC236}">
                <a16:creationId xmlns:a16="http://schemas.microsoft.com/office/drawing/2014/main" id="{E2B173A3-592C-4D8F-AB13-27CD3F32523D}"/>
              </a:ext>
            </a:extLst>
          </p:cNvPr>
          <p:cNvSpPr>
            <a:spLocks noGrp="1"/>
          </p:cNvSpPr>
          <p:nvPr>
            <p:ph type="sldNum" sz="quarter" idx="12"/>
          </p:nvPr>
        </p:nvSpPr>
        <p:spPr/>
        <p:txBody>
          <a:bodyPr/>
          <a:lstStyle>
            <a:lvl1pPr>
              <a:defRPr/>
            </a:lvl1pPr>
          </a:lstStyle>
          <a:p>
            <a:fld id="{82B46BAF-A556-4B3B-B0B2-5318FC046E43}" type="slidenum">
              <a:rPr lang="en-US" altLang="en-US"/>
              <a:pPr/>
              <a:t>‹#›</a:t>
            </a:fld>
            <a:endParaRPr lang="en-US" altLang="en-US"/>
          </a:p>
        </p:txBody>
      </p:sp>
    </p:spTree>
    <p:extLst>
      <p:ext uri="{BB962C8B-B14F-4D97-AF65-F5344CB8AC3E}">
        <p14:creationId xmlns:p14="http://schemas.microsoft.com/office/powerpoint/2010/main" val="425776989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4876800"/>
            <a:ext cx="9975701" cy="457200"/>
          </a:xfrm>
        </p:spPr>
        <p:txBody>
          <a:bodyPr anchor="t">
            <a:noAutofit/>
            <a:sp3d prstMaterial="softEdge">
              <a:bevelT w="0" h="0"/>
            </a:sp3d>
          </a:bodyPr>
          <a:lstStyle>
            <a:lvl1pPr algn="r">
              <a:buNone/>
              <a:defRPr sz="2500" b="0">
                <a:solidFill>
                  <a:schemeClr val="accent1"/>
                </a:solidFill>
                <a:effectLst/>
              </a:defRPr>
            </a:lvl1pPr>
            <a:extLst/>
          </a:lstStyle>
          <a:p>
            <a:r>
              <a:rPr lang="en-US"/>
              <a:t>Click to edit Master title style</a:t>
            </a:r>
          </a:p>
        </p:txBody>
      </p:sp>
      <p:sp>
        <p:nvSpPr>
          <p:cNvPr id="3" name="Text Placeholder 2"/>
          <p:cNvSpPr>
            <a:spLocks noGrp="1"/>
          </p:cNvSpPr>
          <p:nvPr>
            <p:ph type="body" idx="2"/>
          </p:nvPr>
        </p:nvSpPr>
        <p:spPr>
          <a:xfrm>
            <a:off x="5892800" y="5355102"/>
            <a:ext cx="5299456"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a:r>
              <a:rPr lang="en-US"/>
              <a:t>Click to edit Master text styles</a:t>
            </a:r>
          </a:p>
        </p:txBody>
      </p:sp>
      <p:sp>
        <p:nvSpPr>
          <p:cNvPr id="4" name="Content Placeholder 3"/>
          <p:cNvSpPr>
            <a:spLocks noGrp="1"/>
          </p:cNvSpPr>
          <p:nvPr>
            <p:ph sz="half" idx="1"/>
          </p:nvPr>
        </p:nvSpPr>
        <p:spPr>
          <a:xfrm>
            <a:off x="1219200" y="274320"/>
            <a:ext cx="9973056" cy="4572000"/>
          </a:xfrm>
        </p:spPr>
        <p:txBody>
          <a:bodyPr/>
          <a:lstStyle>
            <a:lvl1pPr>
              <a:defRPr sz="3200"/>
            </a:lvl1pPr>
            <a:lvl2pPr>
              <a:defRPr sz="2800"/>
            </a:lvl2pPr>
            <a:lvl3pPr>
              <a:defRPr sz="2400"/>
            </a:lvl3pPr>
            <a:lvl4pPr>
              <a:defRPr sz="2000"/>
            </a:lvl4pPr>
            <a:lvl5pPr>
              <a:defRPr sz="20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8EBB9CC-02AB-45EF-92E4-882E46BF5312}"/>
              </a:ext>
            </a:extLst>
          </p:cNvPr>
          <p:cNvSpPr>
            <a:spLocks noGrp="1"/>
          </p:cNvSpPr>
          <p:nvPr>
            <p:ph type="dt" sz="half" idx="10"/>
          </p:nvPr>
        </p:nvSpPr>
        <p:spPr/>
        <p:txBody>
          <a:bodyPr/>
          <a:lstStyle>
            <a:lvl1pPr>
              <a:defRPr smtClean="0"/>
            </a:lvl1pPr>
            <a:extLst/>
          </a:lstStyle>
          <a:p>
            <a:pPr>
              <a:defRPr/>
            </a:pPr>
            <a:fld id="{013925E7-5D26-4669-82B1-7C838015A711}" type="datetime1">
              <a:rPr lang="en-US" smtClean="0"/>
              <a:t>8/18/2025</a:t>
            </a:fld>
            <a:endParaRPr lang="en-US"/>
          </a:p>
        </p:txBody>
      </p:sp>
      <p:sp>
        <p:nvSpPr>
          <p:cNvPr id="6" name="Footer Placeholder 5">
            <a:extLst>
              <a:ext uri="{FF2B5EF4-FFF2-40B4-BE49-F238E27FC236}">
                <a16:creationId xmlns:a16="http://schemas.microsoft.com/office/drawing/2014/main" id="{5A37ADDD-34CD-45FC-A40D-5E0325675023}"/>
              </a:ext>
            </a:extLst>
          </p:cNvPr>
          <p:cNvSpPr>
            <a:spLocks noGrp="1"/>
          </p:cNvSpPr>
          <p:nvPr>
            <p:ph type="ftr" sz="quarter" idx="11"/>
          </p:nvPr>
        </p:nvSpPr>
        <p:spPr/>
        <p:txBody>
          <a:bodyPr/>
          <a:lstStyle>
            <a:lvl1pPr>
              <a:defRPr smtClean="0"/>
            </a:lvl1pPr>
            <a:extLst/>
          </a:lstStyle>
          <a:p>
            <a:pPr>
              <a:defRPr/>
            </a:pPr>
            <a:r>
              <a:rPr lang="en-US"/>
              <a:t>© 1992-2018 by Pearson Education, Inc. All Rights Reserved.</a:t>
            </a:r>
          </a:p>
        </p:txBody>
      </p:sp>
      <p:sp>
        <p:nvSpPr>
          <p:cNvPr id="7" name="Slide Number Placeholder 6">
            <a:extLst>
              <a:ext uri="{FF2B5EF4-FFF2-40B4-BE49-F238E27FC236}">
                <a16:creationId xmlns:a16="http://schemas.microsoft.com/office/drawing/2014/main" id="{6E8DFB4D-FCA7-4355-A26E-A7A281A52C18}"/>
              </a:ext>
            </a:extLst>
          </p:cNvPr>
          <p:cNvSpPr>
            <a:spLocks noGrp="1"/>
          </p:cNvSpPr>
          <p:nvPr>
            <p:ph type="sldNum" sz="quarter" idx="12"/>
          </p:nvPr>
        </p:nvSpPr>
        <p:spPr/>
        <p:txBody>
          <a:bodyPr/>
          <a:lstStyle>
            <a:lvl1pPr>
              <a:defRPr/>
            </a:lvl1pPr>
          </a:lstStyle>
          <a:p>
            <a:fld id="{E3BE200C-6E7D-4C2B-9141-6FCB3F118A64}" type="slidenum">
              <a:rPr lang="en-US" altLang="en-US"/>
              <a:pPr/>
              <a:t>‹#›</a:t>
            </a:fld>
            <a:endParaRPr lang="en-US" altLang="en-US"/>
          </a:p>
        </p:txBody>
      </p:sp>
    </p:spTree>
    <p:extLst>
      <p:ext uri="{BB962C8B-B14F-4D97-AF65-F5344CB8AC3E}">
        <p14:creationId xmlns:p14="http://schemas.microsoft.com/office/powerpoint/2010/main" val="4204717570"/>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5" name="Freeform 16">
            <a:extLst>
              <a:ext uri="{FF2B5EF4-FFF2-40B4-BE49-F238E27FC236}">
                <a16:creationId xmlns:a16="http://schemas.microsoft.com/office/drawing/2014/main" id="{BE6CE9BD-DA27-4702-805C-43EFE1D9376F}"/>
              </a:ext>
            </a:extLst>
          </p:cNvPr>
          <p:cNvSpPr>
            <a:spLocks/>
          </p:cNvSpPr>
          <p:nvPr/>
        </p:nvSpPr>
        <p:spPr bwMode="auto">
          <a:xfrm>
            <a:off x="666751" y="5945188"/>
            <a:ext cx="6587067" cy="9207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fontAlgn="auto">
              <a:spcBef>
                <a:spcPts val="0"/>
              </a:spcBef>
              <a:spcAft>
                <a:spcPts val="0"/>
              </a:spcAft>
              <a:defRPr/>
            </a:pPr>
            <a:endParaRPr lang="en-US" dirty="0">
              <a:latin typeface="Calibri" panose="020F0502020204030204" pitchFamily="34" charset="0"/>
              <a:cs typeface="Calibri" panose="020F0502020204030204" pitchFamily="34" charset="0"/>
            </a:endParaRPr>
          </a:p>
        </p:txBody>
      </p:sp>
      <p:sp>
        <p:nvSpPr>
          <p:cNvPr id="6" name="Freeform 18">
            <a:extLst>
              <a:ext uri="{FF2B5EF4-FFF2-40B4-BE49-F238E27FC236}">
                <a16:creationId xmlns:a16="http://schemas.microsoft.com/office/drawing/2014/main" id="{A7B14A94-B906-480A-9522-A8F3FD9A68D1}"/>
              </a:ext>
            </a:extLst>
          </p:cNvPr>
          <p:cNvSpPr>
            <a:spLocks/>
          </p:cNvSpPr>
          <p:nvPr/>
        </p:nvSpPr>
        <p:spPr bwMode="auto">
          <a:xfrm>
            <a:off x="647700" y="5938838"/>
            <a:ext cx="4921251" cy="933450"/>
          </a:xfrm>
          <a:custGeom>
            <a:avLst/>
            <a:gdLst>
              <a:gd name="T0" fmla="*/ 0 w 5591"/>
              <a:gd name="T1" fmla="*/ 0 h 588"/>
              <a:gd name="T2" fmla="*/ 5760 w 5591"/>
              <a:gd name="T3" fmla="*/ 0 h 588"/>
              <a:gd name="T4" fmla="*/ 5760 w 5591"/>
              <a:gd name="T5" fmla="*/ 528 h 588"/>
              <a:gd name="T6" fmla="*/ 48 w 5591"/>
              <a:gd name="T7" fmla="*/ 0 h 588"/>
              <a:gd name="T8" fmla="*/ 0 60000 65536"/>
              <a:gd name="T9" fmla="*/ 0 60000 65536"/>
              <a:gd name="T10" fmla="*/ 0 60000 65536"/>
              <a:gd name="T11" fmla="*/ 0 60000 65536"/>
              <a:gd name="T12" fmla="*/ 0 w 5591"/>
              <a:gd name="T13" fmla="*/ 0 h 588"/>
              <a:gd name="T14" fmla="*/ 5591 w 5591"/>
              <a:gd name="T15" fmla="*/ 588 h 588"/>
            </a:gdLst>
            <a:ahLst/>
            <a:cxnLst>
              <a:cxn ang="T8">
                <a:pos x="T0" y="T1"/>
              </a:cxn>
              <a:cxn ang="T9">
                <a:pos x="T2" y="T3"/>
              </a:cxn>
              <a:cxn ang="T10">
                <a:pos x="T4" y="T5"/>
              </a:cxn>
              <a:cxn ang="T11">
                <a:pos x="T6" y="T7"/>
              </a:cxn>
            </a:cxnLst>
            <a:rect l="T12" t="T13" r="T14" b="T15"/>
            <a:pathLst>
              <a:path w="5591" h="588">
                <a:moveTo>
                  <a:pt x="0" y="0"/>
                </a:moveTo>
                <a:lnTo>
                  <a:pt x="5591" y="585"/>
                </a:lnTo>
                <a:lnTo>
                  <a:pt x="4415" y="588"/>
                </a:lnTo>
                <a:lnTo>
                  <a:pt x="12" y="4"/>
                </a:lnTo>
              </a:path>
            </a:pathLst>
          </a:custGeom>
          <a:solidFill>
            <a:srgbClr val="000000"/>
          </a:solidFill>
          <a:ln>
            <a:noFill/>
          </a:ln>
          <a:extLst>
            <a:ext uri="{91240B29-F687-4F45-9708-019B960494DF}">
              <a14:hiddenLine xmlns:a14="http://schemas.microsoft.com/office/drawing/2010/main" w="9525" cap="flat" cmpd="sng" algn="ctr">
                <a:solidFill>
                  <a:srgbClr val="000000"/>
                </a:solidFill>
                <a:prstDash val="solid"/>
                <a:round/>
                <a:headEnd type="none" w="med" len="med"/>
                <a:tailEnd type="none" w="med" len="med"/>
              </a14:hiddenLine>
            </a:ext>
          </a:extLst>
        </p:spPr>
        <p:txBody>
          <a:bodyPr/>
          <a:lstStyle/>
          <a:p>
            <a:endParaRPr lang="en-US" dirty="0">
              <a:latin typeface="Calibri" panose="020F0502020204030204" pitchFamily="34" charset="0"/>
              <a:cs typeface="Calibri" panose="020F0502020204030204" pitchFamily="34" charset="0"/>
            </a:endParaRPr>
          </a:p>
        </p:txBody>
      </p:sp>
      <p:sp>
        <p:nvSpPr>
          <p:cNvPr id="7" name="Right Triangle 6">
            <a:extLst>
              <a:ext uri="{FF2B5EF4-FFF2-40B4-BE49-F238E27FC236}">
                <a16:creationId xmlns:a16="http://schemas.microsoft.com/office/drawing/2014/main" id="{980B6F22-4EFC-4064-9085-DF679BC52EF1}"/>
              </a:ext>
            </a:extLst>
          </p:cNvPr>
          <p:cNvSpPr>
            <a:spLocks/>
          </p:cNvSpPr>
          <p:nvPr/>
        </p:nvSpPr>
        <p:spPr bwMode="auto">
          <a:xfrm>
            <a:off x="-8056" y="5791253"/>
            <a:ext cx="4536419" cy="1080868"/>
          </a:xfrm>
          <a:prstGeom prst="rtTriangle">
            <a:avLst/>
          </a:prstGeom>
          <a:blipFill>
            <a:blip r:embed="rId4"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latin typeface="Calibri" panose="020F0502020204030204" pitchFamily="34" charset="0"/>
            </a:endParaRPr>
          </a:p>
        </p:txBody>
      </p:sp>
      <p:cxnSp>
        <p:nvCxnSpPr>
          <p:cNvPr id="8" name="Straight Connector 7">
            <a:extLst>
              <a:ext uri="{FF2B5EF4-FFF2-40B4-BE49-F238E27FC236}">
                <a16:creationId xmlns:a16="http://schemas.microsoft.com/office/drawing/2014/main" id="{2CD98E7B-F78A-4887-96DB-FB1EC12E931B}"/>
              </a:ext>
            </a:extLst>
          </p:cNvPr>
          <p:cNvCxnSpPr/>
          <p:nvPr/>
        </p:nvCxnSpPr>
        <p:spPr>
          <a:xfrm>
            <a:off x="-12316" y="5787739"/>
            <a:ext cx="454067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Chevron 22">
            <a:extLst>
              <a:ext uri="{FF2B5EF4-FFF2-40B4-BE49-F238E27FC236}">
                <a16:creationId xmlns:a16="http://schemas.microsoft.com/office/drawing/2014/main" id="{0AB36489-E4FB-47A4-9D51-56C24298627A}"/>
              </a:ext>
            </a:extLst>
          </p:cNvPr>
          <p:cNvSpPr/>
          <p:nvPr/>
        </p:nvSpPr>
        <p:spPr>
          <a:xfrm>
            <a:off x="11552768" y="4987925"/>
            <a:ext cx="243417"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fontAlgn="auto">
              <a:spcBef>
                <a:spcPts val="0"/>
              </a:spcBef>
              <a:spcAft>
                <a:spcPts val="0"/>
              </a:spcAft>
              <a:defRPr/>
            </a:pPr>
            <a:endParaRPr lang="en-US" dirty="0">
              <a:latin typeface="Calibri" panose="020F0502020204030204" pitchFamily="34" charset="0"/>
            </a:endParaRPr>
          </a:p>
        </p:txBody>
      </p:sp>
      <p:sp>
        <p:nvSpPr>
          <p:cNvPr id="10" name="Chevron 23">
            <a:extLst>
              <a:ext uri="{FF2B5EF4-FFF2-40B4-BE49-F238E27FC236}">
                <a16:creationId xmlns:a16="http://schemas.microsoft.com/office/drawing/2014/main" id="{61BFCCE9-21A4-4F21-9A6D-240F92199A28}"/>
              </a:ext>
            </a:extLst>
          </p:cNvPr>
          <p:cNvSpPr/>
          <p:nvPr/>
        </p:nvSpPr>
        <p:spPr>
          <a:xfrm>
            <a:off x="11303001" y="4987925"/>
            <a:ext cx="243417"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fontAlgn="auto">
              <a:spcBef>
                <a:spcPts val="0"/>
              </a:spcBef>
              <a:spcAft>
                <a:spcPts val="0"/>
              </a:spcAft>
              <a:defRPr/>
            </a:pPr>
            <a:endParaRPr lang="en-US" dirty="0">
              <a:latin typeface="Calibri" panose="020F0502020204030204" pitchFamily="34" charset="0"/>
            </a:endParaRPr>
          </a:p>
        </p:txBody>
      </p:sp>
      <p:sp>
        <p:nvSpPr>
          <p:cNvPr id="4" name="Text Placeholder 3"/>
          <p:cNvSpPr>
            <a:spLocks noGrp="1"/>
          </p:cNvSpPr>
          <p:nvPr>
            <p:ph type="body" sz="half" idx="2"/>
          </p:nvPr>
        </p:nvSpPr>
        <p:spPr>
          <a:xfrm>
            <a:off x="1521643" y="5443402"/>
            <a:ext cx="9550400" cy="648232"/>
          </a:xfrm>
          <a:noFill/>
        </p:spPr>
        <p:txBody>
          <a:bodyPr tIns="0"/>
          <a:lstStyle>
            <a:lvl1pPr marL="0" marR="18288" indent="0" algn="r">
              <a:buNone/>
              <a:defRPr sz="1400"/>
            </a:lvl1pPr>
            <a:lvl2pPr>
              <a:defRPr sz="1200"/>
            </a:lvl2pPr>
            <a:lvl3pPr>
              <a:defRPr sz="1000"/>
            </a:lvl3pPr>
            <a:lvl4pPr>
              <a:defRPr sz="900"/>
            </a:lvl4pPr>
            <a:lvl5pPr>
              <a:defRPr sz="900"/>
            </a:lvl5pPr>
            <a:extLst/>
          </a:lstStyle>
          <a:p>
            <a:pPr lvl="0"/>
            <a:r>
              <a:rPr lang="en-US"/>
              <a:t>Click to edit Master text styles</a:t>
            </a:r>
          </a:p>
        </p:txBody>
      </p:sp>
      <p:sp>
        <p:nvSpPr>
          <p:cNvPr id="3" name="Picture Placeholder 2"/>
          <p:cNvSpPr>
            <a:spLocks noGrp="1"/>
          </p:cNvSpPr>
          <p:nvPr>
            <p:ph type="pic" idx="1"/>
          </p:nvPr>
        </p:nvSpPr>
        <p:spPr>
          <a:xfrm>
            <a:off x="304800" y="189968"/>
            <a:ext cx="11582400" cy="4389120"/>
          </a:xfrm>
          <a:prstGeom prst="rect">
            <a:avLst/>
          </a:prstGeom>
          <a:solidFill>
            <a:schemeClr val="bg2"/>
          </a:solidFill>
          <a:ln>
            <a:solidFill>
              <a:schemeClr val="bg1"/>
            </a:solidFill>
          </a:ln>
          <a:effectLst>
            <a:innerShdw blurRad="95250">
              <a:srgbClr val="000000"/>
            </a:innerShdw>
          </a:effectLst>
        </p:spPr>
        <p:txBody>
          <a:bodyPr>
            <a:normAutofit/>
          </a:bodyPr>
          <a:lstStyle>
            <a:lvl1pPr marL="0" indent="0">
              <a:buNone/>
              <a:defRPr sz="3200"/>
            </a:lvl1pPr>
            <a:extLst/>
          </a:lstStyle>
          <a:p>
            <a:pPr lvl="0"/>
            <a:r>
              <a:rPr lang="en-US" noProof="0"/>
              <a:t>Click icon to add picture</a:t>
            </a:r>
            <a:endParaRPr lang="en-US" noProof="0" dirty="0"/>
          </a:p>
        </p:txBody>
      </p:sp>
      <p:sp>
        <p:nvSpPr>
          <p:cNvPr id="2" name="Title 1"/>
          <p:cNvSpPr>
            <a:spLocks noGrp="1"/>
          </p:cNvSpPr>
          <p:nvPr>
            <p:ph type="title"/>
          </p:nvPr>
        </p:nvSpPr>
        <p:spPr>
          <a:xfrm>
            <a:off x="304800" y="4865122"/>
            <a:ext cx="10767243"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lang="en-US"/>
              <a:t>Click to edit Master title style</a:t>
            </a:r>
          </a:p>
        </p:txBody>
      </p:sp>
      <p:sp>
        <p:nvSpPr>
          <p:cNvPr id="11" name="Date Placeholder 4">
            <a:extLst>
              <a:ext uri="{FF2B5EF4-FFF2-40B4-BE49-F238E27FC236}">
                <a16:creationId xmlns:a16="http://schemas.microsoft.com/office/drawing/2014/main" id="{7B61989E-78E4-4243-8325-0503444D8AB0}"/>
              </a:ext>
            </a:extLst>
          </p:cNvPr>
          <p:cNvSpPr>
            <a:spLocks noGrp="1"/>
          </p:cNvSpPr>
          <p:nvPr>
            <p:ph type="dt" sz="half" idx="10"/>
          </p:nvPr>
        </p:nvSpPr>
        <p:spPr/>
        <p:txBody>
          <a:bodyPr/>
          <a:lstStyle>
            <a:lvl1pPr>
              <a:defRPr smtClean="0">
                <a:solidFill>
                  <a:schemeClr val="tx1"/>
                </a:solidFill>
              </a:defRPr>
            </a:lvl1pPr>
            <a:extLst/>
          </a:lstStyle>
          <a:p>
            <a:pPr>
              <a:defRPr/>
            </a:pPr>
            <a:fld id="{FB355AE7-E039-4C9C-A0F5-8E9B81AE8888}" type="datetime1">
              <a:rPr lang="en-US" smtClean="0"/>
              <a:t>8/18/2025</a:t>
            </a:fld>
            <a:endParaRPr lang="en-US"/>
          </a:p>
        </p:txBody>
      </p:sp>
      <p:sp>
        <p:nvSpPr>
          <p:cNvPr id="12" name="Footer Placeholder 5">
            <a:extLst>
              <a:ext uri="{FF2B5EF4-FFF2-40B4-BE49-F238E27FC236}">
                <a16:creationId xmlns:a16="http://schemas.microsoft.com/office/drawing/2014/main" id="{A57C86B9-1FC0-47E3-AB70-B5345B39BCE1}"/>
              </a:ext>
            </a:extLst>
          </p:cNvPr>
          <p:cNvSpPr>
            <a:spLocks noGrp="1"/>
          </p:cNvSpPr>
          <p:nvPr>
            <p:ph type="ftr" sz="quarter" idx="11"/>
          </p:nvPr>
        </p:nvSpPr>
        <p:spPr>
          <a:xfrm>
            <a:off x="5839884" y="6408739"/>
            <a:ext cx="3134783" cy="365125"/>
          </a:xfrm>
        </p:spPr>
        <p:txBody>
          <a:bodyPr/>
          <a:lstStyle>
            <a:lvl1pPr>
              <a:defRPr smtClean="0">
                <a:solidFill>
                  <a:schemeClr val="tx1"/>
                </a:solidFill>
              </a:defRPr>
            </a:lvl1pPr>
            <a:extLst/>
          </a:lstStyle>
          <a:p>
            <a:pPr>
              <a:defRPr/>
            </a:pPr>
            <a:r>
              <a:rPr lang="en-US"/>
              <a:t>© 1992-2018 by Pearson Education, Inc. All Rights Reserved.</a:t>
            </a:r>
          </a:p>
        </p:txBody>
      </p:sp>
      <p:sp>
        <p:nvSpPr>
          <p:cNvPr id="13" name="Slide Number Placeholder 6">
            <a:extLst>
              <a:ext uri="{FF2B5EF4-FFF2-40B4-BE49-F238E27FC236}">
                <a16:creationId xmlns:a16="http://schemas.microsoft.com/office/drawing/2014/main" id="{7E19B8D5-EC8B-4175-B11B-8D91C5AF4B3E}"/>
              </a:ext>
            </a:extLst>
          </p:cNvPr>
          <p:cNvSpPr>
            <a:spLocks noGrp="1"/>
          </p:cNvSpPr>
          <p:nvPr>
            <p:ph type="sldNum" sz="quarter" idx="12"/>
          </p:nvPr>
        </p:nvSpPr>
        <p:spPr/>
        <p:txBody>
          <a:bodyPr/>
          <a:lstStyle>
            <a:lvl1pPr>
              <a:defRPr/>
            </a:lvl1pPr>
          </a:lstStyle>
          <a:p>
            <a:fld id="{4366821C-68B0-4B27-A811-71B983998932}" type="slidenum">
              <a:rPr lang="en-US" altLang="en-US"/>
              <a:pPr/>
              <a:t>‹#›</a:t>
            </a:fld>
            <a:endParaRPr lang="en-US" altLang="en-US"/>
          </a:p>
        </p:txBody>
      </p:sp>
    </p:spTree>
    <p:extLst>
      <p:ext uri="{BB962C8B-B14F-4D97-AF65-F5344CB8AC3E}">
        <p14:creationId xmlns:p14="http://schemas.microsoft.com/office/powerpoint/2010/main" val="1784973090"/>
      </p:ext>
    </p:extLst>
  </p:cSld>
  <p:clrMapOvr>
    <a:overrideClrMapping bg1="dk1" tx1="lt1" bg2="dk2" tx2="lt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609600" y="1481330"/>
            <a:ext cx="10972800" cy="438607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a:extLst>
              <a:ext uri="{FF2B5EF4-FFF2-40B4-BE49-F238E27FC236}">
                <a16:creationId xmlns:a16="http://schemas.microsoft.com/office/drawing/2014/main" id="{94354F11-7E10-4E15-B4E7-6DFBCBED55B1}"/>
              </a:ext>
            </a:extLst>
          </p:cNvPr>
          <p:cNvSpPr>
            <a:spLocks noGrp="1"/>
          </p:cNvSpPr>
          <p:nvPr>
            <p:ph type="dt" sz="half" idx="10"/>
          </p:nvPr>
        </p:nvSpPr>
        <p:spPr/>
        <p:txBody>
          <a:bodyPr/>
          <a:lstStyle>
            <a:lvl1pPr>
              <a:defRPr/>
            </a:lvl1pPr>
          </a:lstStyle>
          <a:p>
            <a:pPr>
              <a:defRPr/>
            </a:pPr>
            <a:fld id="{FA159532-B3AD-4D0E-A42B-D817AF490B25}" type="datetime1">
              <a:rPr lang="en-US" smtClean="0"/>
              <a:t>8/18/2025</a:t>
            </a:fld>
            <a:endParaRPr lang="en-US"/>
          </a:p>
        </p:txBody>
      </p:sp>
      <p:sp>
        <p:nvSpPr>
          <p:cNvPr id="5" name="Footer Placeholder 21">
            <a:extLst>
              <a:ext uri="{FF2B5EF4-FFF2-40B4-BE49-F238E27FC236}">
                <a16:creationId xmlns:a16="http://schemas.microsoft.com/office/drawing/2014/main" id="{B1E86E22-C54B-461B-92CF-8C948DDBEAF8}"/>
              </a:ext>
            </a:extLst>
          </p:cNvPr>
          <p:cNvSpPr>
            <a:spLocks noGrp="1"/>
          </p:cNvSpPr>
          <p:nvPr>
            <p:ph type="ftr" sz="quarter" idx="11"/>
          </p:nvPr>
        </p:nvSpPr>
        <p:spPr/>
        <p:txBody>
          <a:bodyPr/>
          <a:lstStyle>
            <a:lvl1pPr>
              <a:defRPr/>
            </a:lvl1pPr>
          </a:lstStyle>
          <a:p>
            <a:pPr>
              <a:defRPr/>
            </a:pPr>
            <a:r>
              <a:rPr lang="en-US"/>
              <a:t>© 1992-2018 by Pearson Education, Inc. All Rights Reserved.</a:t>
            </a:r>
          </a:p>
        </p:txBody>
      </p:sp>
      <p:sp>
        <p:nvSpPr>
          <p:cNvPr id="6" name="Slide Number Placeholder 17">
            <a:extLst>
              <a:ext uri="{FF2B5EF4-FFF2-40B4-BE49-F238E27FC236}">
                <a16:creationId xmlns:a16="http://schemas.microsoft.com/office/drawing/2014/main" id="{5B7083F1-5D0C-4F4B-9B5F-E9D4E846930E}"/>
              </a:ext>
            </a:extLst>
          </p:cNvPr>
          <p:cNvSpPr>
            <a:spLocks noGrp="1"/>
          </p:cNvSpPr>
          <p:nvPr>
            <p:ph type="sldNum" sz="quarter" idx="12"/>
          </p:nvPr>
        </p:nvSpPr>
        <p:spPr/>
        <p:txBody>
          <a:bodyPr/>
          <a:lstStyle>
            <a:lvl1pPr>
              <a:defRPr/>
            </a:lvl1pPr>
          </a:lstStyle>
          <a:p>
            <a:fld id="{CDABBC2F-99C6-4C6C-8C70-C56C3D966C01}" type="slidenum">
              <a:rPr lang="en-US" altLang="en-US"/>
              <a:pPr/>
              <a:t>‹#›</a:t>
            </a:fld>
            <a:endParaRPr lang="en-US" altLang="en-US"/>
          </a:p>
        </p:txBody>
      </p:sp>
    </p:spTree>
    <p:extLst>
      <p:ext uri="{BB962C8B-B14F-4D97-AF65-F5344CB8AC3E}">
        <p14:creationId xmlns:p14="http://schemas.microsoft.com/office/powerpoint/2010/main" val="174751182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25351" y="274641"/>
            <a:ext cx="2369960" cy="559276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432800" cy="559276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a:extLst>
              <a:ext uri="{FF2B5EF4-FFF2-40B4-BE49-F238E27FC236}">
                <a16:creationId xmlns:a16="http://schemas.microsoft.com/office/drawing/2014/main" id="{5EF64F0A-E98B-4683-BC65-CE436424FD1F}"/>
              </a:ext>
            </a:extLst>
          </p:cNvPr>
          <p:cNvSpPr>
            <a:spLocks noGrp="1"/>
          </p:cNvSpPr>
          <p:nvPr>
            <p:ph type="dt" sz="half" idx="10"/>
          </p:nvPr>
        </p:nvSpPr>
        <p:spPr/>
        <p:txBody>
          <a:bodyPr/>
          <a:lstStyle>
            <a:lvl1pPr>
              <a:defRPr/>
            </a:lvl1pPr>
          </a:lstStyle>
          <a:p>
            <a:pPr>
              <a:defRPr/>
            </a:pPr>
            <a:fld id="{EF96822A-6DA0-4526-8C9C-AC820D463811}" type="datetime1">
              <a:rPr lang="en-US" smtClean="0"/>
              <a:t>8/18/2025</a:t>
            </a:fld>
            <a:endParaRPr lang="en-US"/>
          </a:p>
        </p:txBody>
      </p:sp>
      <p:sp>
        <p:nvSpPr>
          <p:cNvPr id="5" name="Footer Placeholder 21">
            <a:extLst>
              <a:ext uri="{FF2B5EF4-FFF2-40B4-BE49-F238E27FC236}">
                <a16:creationId xmlns:a16="http://schemas.microsoft.com/office/drawing/2014/main" id="{E93E03AE-F22C-495C-AE4C-8294AEBE9D66}"/>
              </a:ext>
            </a:extLst>
          </p:cNvPr>
          <p:cNvSpPr>
            <a:spLocks noGrp="1"/>
          </p:cNvSpPr>
          <p:nvPr>
            <p:ph type="ftr" sz="quarter" idx="11"/>
          </p:nvPr>
        </p:nvSpPr>
        <p:spPr/>
        <p:txBody>
          <a:bodyPr/>
          <a:lstStyle>
            <a:lvl1pPr>
              <a:defRPr/>
            </a:lvl1pPr>
          </a:lstStyle>
          <a:p>
            <a:pPr>
              <a:defRPr/>
            </a:pPr>
            <a:r>
              <a:rPr lang="en-US"/>
              <a:t>© 1992-2018 by Pearson Education, Inc. All Rights Reserved.</a:t>
            </a:r>
          </a:p>
        </p:txBody>
      </p:sp>
      <p:sp>
        <p:nvSpPr>
          <p:cNvPr id="6" name="Slide Number Placeholder 17">
            <a:extLst>
              <a:ext uri="{FF2B5EF4-FFF2-40B4-BE49-F238E27FC236}">
                <a16:creationId xmlns:a16="http://schemas.microsoft.com/office/drawing/2014/main" id="{528C7823-9572-4337-ABD0-0FE1065D08AC}"/>
              </a:ext>
            </a:extLst>
          </p:cNvPr>
          <p:cNvSpPr>
            <a:spLocks noGrp="1"/>
          </p:cNvSpPr>
          <p:nvPr>
            <p:ph type="sldNum" sz="quarter" idx="12"/>
          </p:nvPr>
        </p:nvSpPr>
        <p:spPr/>
        <p:txBody>
          <a:bodyPr/>
          <a:lstStyle>
            <a:lvl1pPr>
              <a:defRPr/>
            </a:lvl1pPr>
          </a:lstStyle>
          <a:p>
            <a:fld id="{D6A635B1-D791-4B16-8C95-7F9731187F81}" type="slidenum">
              <a:rPr lang="en-US" altLang="en-US"/>
              <a:pPr/>
              <a:t>‹#›</a:t>
            </a:fld>
            <a:endParaRPr lang="en-US" altLang="en-US"/>
          </a:p>
        </p:txBody>
      </p:sp>
    </p:spTree>
    <p:extLst>
      <p:ext uri="{BB962C8B-B14F-4D97-AF65-F5344CB8AC3E}">
        <p14:creationId xmlns:p14="http://schemas.microsoft.com/office/powerpoint/2010/main" val="166187132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a:extLst>
              <a:ext uri="{FF2B5EF4-FFF2-40B4-BE49-F238E27FC236}">
                <a16:creationId xmlns:a16="http://schemas.microsoft.com/office/drawing/2014/main" id="{217565C6-E55E-4D6F-BE8E-74742D6DB17C}"/>
              </a:ext>
            </a:extLst>
          </p:cNvPr>
          <p:cNvSpPr>
            <a:spLocks noGrp="1"/>
          </p:cNvSpPr>
          <p:nvPr>
            <p:ph type="dt" sz="half" idx="10"/>
          </p:nvPr>
        </p:nvSpPr>
        <p:spPr/>
        <p:txBody>
          <a:bodyPr/>
          <a:lstStyle>
            <a:lvl1pPr>
              <a:defRPr/>
            </a:lvl1pPr>
          </a:lstStyle>
          <a:p>
            <a:pPr>
              <a:defRPr/>
            </a:pPr>
            <a:fld id="{FD94625D-C67A-470B-AA79-BC5C8F843F2C}" type="datetime1">
              <a:rPr lang="en-US" smtClean="0"/>
              <a:t>8/18/2025</a:t>
            </a:fld>
            <a:endParaRPr lang="en-US"/>
          </a:p>
        </p:txBody>
      </p:sp>
      <p:sp>
        <p:nvSpPr>
          <p:cNvPr id="5" name="Footer Placeholder 21">
            <a:extLst>
              <a:ext uri="{FF2B5EF4-FFF2-40B4-BE49-F238E27FC236}">
                <a16:creationId xmlns:a16="http://schemas.microsoft.com/office/drawing/2014/main" id="{9339A819-547F-45A7-B58B-9861A3912DEA}"/>
              </a:ext>
            </a:extLst>
          </p:cNvPr>
          <p:cNvSpPr>
            <a:spLocks noGrp="1"/>
          </p:cNvSpPr>
          <p:nvPr>
            <p:ph type="ftr" sz="quarter" idx="11"/>
          </p:nvPr>
        </p:nvSpPr>
        <p:spPr/>
        <p:txBody>
          <a:bodyPr/>
          <a:lstStyle>
            <a:lvl1pPr>
              <a:defRPr/>
            </a:lvl1pPr>
          </a:lstStyle>
          <a:p>
            <a:pPr>
              <a:defRPr/>
            </a:pPr>
            <a:r>
              <a:rPr lang="en-US"/>
              <a:t>© 1992-2018 by Pearson Education, Inc. All Rights Reserved.</a:t>
            </a:r>
          </a:p>
        </p:txBody>
      </p:sp>
      <p:sp>
        <p:nvSpPr>
          <p:cNvPr id="6" name="Slide Number Placeholder 17">
            <a:extLst>
              <a:ext uri="{FF2B5EF4-FFF2-40B4-BE49-F238E27FC236}">
                <a16:creationId xmlns:a16="http://schemas.microsoft.com/office/drawing/2014/main" id="{A5AE6676-4211-4C82-912F-3ECF6B98F4BC}"/>
              </a:ext>
            </a:extLst>
          </p:cNvPr>
          <p:cNvSpPr>
            <a:spLocks noGrp="1"/>
          </p:cNvSpPr>
          <p:nvPr>
            <p:ph type="sldNum" sz="quarter" idx="12"/>
          </p:nvPr>
        </p:nvSpPr>
        <p:spPr/>
        <p:txBody>
          <a:bodyPr/>
          <a:lstStyle>
            <a:lvl1pPr>
              <a:defRPr/>
            </a:lvl1pPr>
          </a:lstStyle>
          <a:p>
            <a:fld id="{E01B9AED-C457-411D-9E6D-E6F38AAC2768}" type="slidenum">
              <a:rPr lang="en-US" altLang="en-US"/>
              <a:pPr/>
              <a:t>‹#›</a:t>
            </a:fld>
            <a:endParaRPr lang="en-US" altLang="en-US"/>
          </a:p>
        </p:txBody>
      </p:sp>
    </p:spTree>
    <p:extLst>
      <p:ext uri="{BB962C8B-B14F-4D97-AF65-F5344CB8AC3E}">
        <p14:creationId xmlns:p14="http://schemas.microsoft.com/office/powerpoint/2010/main" val="34753247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itle 1"/>
          <p:cNvSpPr>
            <a:spLocks noGrp="1"/>
          </p:cNvSpPr>
          <p:nvPr>
            <p:ph type="title"/>
          </p:nvPr>
        </p:nvSpPr>
        <p:spPr>
          <a:xfrm>
            <a:off x="1016001" y="406261"/>
            <a:ext cx="10701867" cy="296235"/>
          </a:xfrm>
        </p:spPr>
        <p:txBody>
          <a:bodyPr/>
          <a:lstStyle/>
          <a:p>
            <a:r>
              <a:rPr lang="en-US" dirty="0"/>
              <a:t>Click to edit Master title style</a:t>
            </a:r>
          </a:p>
        </p:txBody>
      </p:sp>
      <p:pic>
        <p:nvPicPr>
          <p:cNvPr id="7" name="Picture 6" descr="Rules_Single_B.png"/>
          <p:cNvPicPr>
            <a:picLocks noChangeAspect="1"/>
          </p:cNvPicPr>
          <p:nvPr userDrawn="1"/>
        </p:nvPicPr>
        <p:blipFill rotWithShape="1">
          <a:blip r:embed="rId2" cstate="print">
            <a:extLst>
              <a:ext uri="{28A0092B-C50C-407E-A947-70E740481C1C}">
                <a14:useLocalDpi xmlns:a14="http://schemas.microsoft.com/office/drawing/2010/main" val="0"/>
              </a:ext>
            </a:extLst>
          </a:blip>
          <a:srcRect l="-4003" r="10006"/>
          <a:stretch/>
        </p:blipFill>
        <p:spPr>
          <a:xfrm>
            <a:off x="287867" y="948267"/>
            <a:ext cx="11448288" cy="44704"/>
          </a:xfrm>
          <a:prstGeom prst="rect">
            <a:avLst/>
          </a:prstGeom>
        </p:spPr>
      </p:pic>
      <p:pic>
        <p:nvPicPr>
          <p:cNvPr id="13" name="Picture 12"/>
          <p:cNvPicPr>
            <a:picLocks noChangeAspect="1"/>
          </p:cNvPicPr>
          <p:nvPr userDrawn="1"/>
        </p:nvPicPr>
        <p:blipFill rotWithShape="1">
          <a:blip r:embed="rId3" cstate="print">
            <a:extLst>
              <a:ext uri="{28A0092B-C50C-407E-A947-70E740481C1C}">
                <a14:useLocalDpi xmlns:a14="http://schemas.microsoft.com/office/drawing/2010/main" val="0"/>
              </a:ext>
            </a:extLst>
          </a:blip>
          <a:srcRect l="4669" t="13753" r="6579" b="12460"/>
          <a:stretch/>
        </p:blipFill>
        <p:spPr>
          <a:xfrm>
            <a:off x="106224" y="222266"/>
            <a:ext cx="838656" cy="697255"/>
          </a:xfrm>
          <a:prstGeom prst="rect">
            <a:avLst/>
          </a:prstGeom>
        </p:spPr>
      </p:pic>
      <p:pic>
        <p:nvPicPr>
          <p:cNvPr id="18" name="Picture 17" descr="Rules_Single_A.png"/>
          <p:cNvPicPr>
            <a:picLocks noChangeAspect="1"/>
          </p:cNvPicPr>
          <p:nvPr userDrawn="1"/>
        </p:nvPicPr>
        <p:blipFill rotWithShape="1">
          <a:blip r:embed="rId4" cstate="print">
            <a:extLst>
              <a:ext uri="{28A0092B-C50C-407E-A947-70E740481C1C}">
                <a14:useLocalDpi xmlns:a14="http://schemas.microsoft.com/office/drawing/2010/main" val="0"/>
              </a:ext>
            </a:extLst>
          </a:blip>
          <a:srcRect l="25529" r="-57141"/>
          <a:stretch/>
        </p:blipFill>
        <p:spPr>
          <a:xfrm>
            <a:off x="2130243" y="6487632"/>
            <a:ext cx="15231660" cy="90835"/>
          </a:xfrm>
          <a:prstGeom prst="rect">
            <a:avLst/>
          </a:prstGeom>
        </p:spPr>
      </p:pic>
      <p:sp>
        <p:nvSpPr>
          <p:cNvPr id="2" name="Footer Placeholder 1"/>
          <p:cNvSpPr>
            <a:spLocks noGrp="1"/>
          </p:cNvSpPr>
          <p:nvPr>
            <p:ph type="ftr" sz="quarter" idx="10"/>
          </p:nvPr>
        </p:nvSpPr>
        <p:spPr>
          <a:xfrm>
            <a:off x="2130245" y="6578468"/>
            <a:ext cx="9042257" cy="244535"/>
          </a:xfrm>
        </p:spPr>
        <p:txBody>
          <a:bodyPr/>
          <a:lstStyle>
            <a:lvl1pPr>
              <a:defRPr sz="450"/>
            </a:lvl1pPr>
          </a:lstStyle>
          <a:p>
            <a:r>
              <a:rPr lang="en-US" dirty="0"/>
              <a:t>© 2017 Cengage Learning. All Rights Reserved. May not be copied, scanned, or duplicated, in whole or in part, except for use as permitted in a license distributed with a certain product or service or otherwise on a password-protected website for classroom use.</a:t>
            </a:r>
          </a:p>
        </p:txBody>
      </p:sp>
      <p:pic>
        <p:nvPicPr>
          <p:cNvPr id="5" name="Picture 4"/>
          <p:cNvPicPr>
            <a:picLocks noChangeAspect="1"/>
          </p:cNvPicPr>
          <p:nvPr userDrawn="1"/>
        </p:nvPicPr>
        <p:blipFill>
          <a:blip r:embed="rId5"/>
          <a:stretch>
            <a:fillRect/>
          </a:stretch>
        </p:blipFill>
        <p:spPr>
          <a:xfrm>
            <a:off x="62905" y="6324603"/>
            <a:ext cx="1919265" cy="442907"/>
          </a:xfrm>
          <a:prstGeom prst="rect">
            <a:avLst/>
          </a:prstGeom>
        </p:spPr>
      </p:pic>
    </p:spTree>
    <p:extLst>
      <p:ext uri="{BB962C8B-B14F-4D97-AF65-F5344CB8AC3E}">
        <p14:creationId xmlns:p14="http://schemas.microsoft.com/office/powerpoint/2010/main" val="76969266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itle 1"/>
          <p:cNvSpPr>
            <a:spLocks noGrp="1"/>
          </p:cNvSpPr>
          <p:nvPr>
            <p:ph type="title"/>
          </p:nvPr>
        </p:nvSpPr>
        <p:spPr>
          <a:xfrm>
            <a:off x="1016001" y="406261"/>
            <a:ext cx="10701867" cy="296235"/>
          </a:xfrm>
        </p:spPr>
        <p:txBody>
          <a:bodyPr/>
          <a:lstStyle/>
          <a:p>
            <a:r>
              <a:rPr lang="en-US" dirty="0"/>
              <a:t>Click to edit Master title style</a:t>
            </a:r>
          </a:p>
        </p:txBody>
      </p:sp>
      <p:pic>
        <p:nvPicPr>
          <p:cNvPr id="7" name="Picture 6" descr="Rules_Single_B.png"/>
          <p:cNvPicPr>
            <a:picLocks noChangeAspect="1"/>
          </p:cNvPicPr>
          <p:nvPr userDrawn="1"/>
        </p:nvPicPr>
        <p:blipFill rotWithShape="1">
          <a:blip r:embed="rId2" cstate="print">
            <a:extLst>
              <a:ext uri="{28A0092B-C50C-407E-A947-70E740481C1C}">
                <a14:useLocalDpi xmlns:a14="http://schemas.microsoft.com/office/drawing/2010/main" val="0"/>
              </a:ext>
            </a:extLst>
          </a:blip>
          <a:srcRect l="-4003" r="10006"/>
          <a:stretch/>
        </p:blipFill>
        <p:spPr>
          <a:xfrm>
            <a:off x="287867" y="948267"/>
            <a:ext cx="11448288" cy="44704"/>
          </a:xfrm>
          <a:prstGeom prst="rect">
            <a:avLst/>
          </a:prstGeom>
        </p:spPr>
      </p:pic>
      <p:pic>
        <p:nvPicPr>
          <p:cNvPr id="13" name="Picture 12"/>
          <p:cNvPicPr>
            <a:picLocks noChangeAspect="1"/>
          </p:cNvPicPr>
          <p:nvPr userDrawn="1"/>
        </p:nvPicPr>
        <p:blipFill rotWithShape="1">
          <a:blip r:embed="rId3" cstate="print">
            <a:extLst>
              <a:ext uri="{28A0092B-C50C-407E-A947-70E740481C1C}">
                <a14:useLocalDpi xmlns:a14="http://schemas.microsoft.com/office/drawing/2010/main" val="0"/>
              </a:ext>
            </a:extLst>
          </a:blip>
          <a:srcRect l="4669" t="13753" r="6579" b="12460"/>
          <a:stretch/>
        </p:blipFill>
        <p:spPr>
          <a:xfrm>
            <a:off x="106224" y="222266"/>
            <a:ext cx="838656" cy="697255"/>
          </a:xfrm>
          <a:prstGeom prst="rect">
            <a:avLst/>
          </a:prstGeom>
        </p:spPr>
      </p:pic>
      <p:pic>
        <p:nvPicPr>
          <p:cNvPr id="18" name="Picture 17" descr="Rules_Single_A.png"/>
          <p:cNvPicPr>
            <a:picLocks noChangeAspect="1"/>
          </p:cNvPicPr>
          <p:nvPr userDrawn="1"/>
        </p:nvPicPr>
        <p:blipFill rotWithShape="1">
          <a:blip r:embed="rId4" cstate="print">
            <a:extLst>
              <a:ext uri="{28A0092B-C50C-407E-A947-70E740481C1C}">
                <a14:useLocalDpi xmlns:a14="http://schemas.microsoft.com/office/drawing/2010/main" val="0"/>
              </a:ext>
            </a:extLst>
          </a:blip>
          <a:srcRect l="25529" r="-57141"/>
          <a:stretch/>
        </p:blipFill>
        <p:spPr>
          <a:xfrm>
            <a:off x="2130243" y="6487632"/>
            <a:ext cx="15231660" cy="90835"/>
          </a:xfrm>
          <a:prstGeom prst="rect">
            <a:avLst/>
          </a:prstGeom>
        </p:spPr>
      </p:pic>
      <p:sp>
        <p:nvSpPr>
          <p:cNvPr id="2" name="Footer Placeholder 1"/>
          <p:cNvSpPr>
            <a:spLocks noGrp="1"/>
          </p:cNvSpPr>
          <p:nvPr>
            <p:ph type="ftr" sz="quarter" idx="10"/>
          </p:nvPr>
        </p:nvSpPr>
        <p:spPr>
          <a:xfrm>
            <a:off x="2130245" y="6578468"/>
            <a:ext cx="9042257" cy="244535"/>
          </a:xfrm>
        </p:spPr>
        <p:txBody>
          <a:bodyPr/>
          <a:lstStyle>
            <a:lvl1pPr>
              <a:defRPr sz="450"/>
            </a:lvl1pPr>
          </a:lstStyle>
          <a:p>
            <a:r>
              <a:rPr lang="en-US" dirty="0"/>
              <a:t>© 2017 Cengage Learning. All Rights Reserved. May not be copied, scanned, or duplicated, in whole or in part, except for use as permitted in a license distributed with a certain product or service or otherwise on a password-protected website for classroom use.</a:t>
            </a:r>
          </a:p>
        </p:txBody>
      </p:sp>
      <p:pic>
        <p:nvPicPr>
          <p:cNvPr id="5" name="Picture 4"/>
          <p:cNvPicPr>
            <a:picLocks noChangeAspect="1"/>
          </p:cNvPicPr>
          <p:nvPr userDrawn="1"/>
        </p:nvPicPr>
        <p:blipFill>
          <a:blip r:embed="rId5"/>
          <a:stretch>
            <a:fillRect/>
          </a:stretch>
        </p:blipFill>
        <p:spPr>
          <a:xfrm>
            <a:off x="62905" y="6324603"/>
            <a:ext cx="1919265" cy="442907"/>
          </a:xfrm>
          <a:prstGeom prst="rect">
            <a:avLst/>
          </a:prstGeom>
        </p:spPr>
      </p:pic>
    </p:spTree>
    <p:extLst>
      <p:ext uri="{BB962C8B-B14F-4D97-AF65-F5344CB8AC3E}">
        <p14:creationId xmlns:p14="http://schemas.microsoft.com/office/powerpoint/2010/main" val="205948889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itle 1"/>
          <p:cNvSpPr>
            <a:spLocks noGrp="1"/>
          </p:cNvSpPr>
          <p:nvPr>
            <p:ph type="title"/>
          </p:nvPr>
        </p:nvSpPr>
        <p:spPr>
          <a:xfrm>
            <a:off x="1016001" y="406261"/>
            <a:ext cx="10701867" cy="296235"/>
          </a:xfrm>
        </p:spPr>
        <p:txBody>
          <a:bodyPr/>
          <a:lstStyle/>
          <a:p>
            <a:r>
              <a:rPr lang="en-US" dirty="0"/>
              <a:t>Click to edit Master title style</a:t>
            </a:r>
          </a:p>
        </p:txBody>
      </p:sp>
      <p:pic>
        <p:nvPicPr>
          <p:cNvPr id="7" name="Picture 6" descr="Rules_Single_B.png"/>
          <p:cNvPicPr>
            <a:picLocks noChangeAspect="1"/>
          </p:cNvPicPr>
          <p:nvPr userDrawn="1"/>
        </p:nvPicPr>
        <p:blipFill rotWithShape="1">
          <a:blip r:embed="rId2" cstate="print">
            <a:extLst>
              <a:ext uri="{28A0092B-C50C-407E-A947-70E740481C1C}">
                <a14:useLocalDpi xmlns:a14="http://schemas.microsoft.com/office/drawing/2010/main" val="0"/>
              </a:ext>
            </a:extLst>
          </a:blip>
          <a:srcRect l="-4003" r="10006"/>
          <a:stretch/>
        </p:blipFill>
        <p:spPr>
          <a:xfrm>
            <a:off x="287867" y="948267"/>
            <a:ext cx="11448288" cy="44704"/>
          </a:xfrm>
          <a:prstGeom prst="rect">
            <a:avLst/>
          </a:prstGeom>
        </p:spPr>
      </p:pic>
      <p:pic>
        <p:nvPicPr>
          <p:cNvPr id="13" name="Picture 12"/>
          <p:cNvPicPr>
            <a:picLocks noChangeAspect="1"/>
          </p:cNvPicPr>
          <p:nvPr userDrawn="1"/>
        </p:nvPicPr>
        <p:blipFill rotWithShape="1">
          <a:blip r:embed="rId3" cstate="print">
            <a:extLst>
              <a:ext uri="{28A0092B-C50C-407E-A947-70E740481C1C}">
                <a14:useLocalDpi xmlns:a14="http://schemas.microsoft.com/office/drawing/2010/main" val="0"/>
              </a:ext>
            </a:extLst>
          </a:blip>
          <a:srcRect l="4669" t="13753" r="6579" b="12460"/>
          <a:stretch/>
        </p:blipFill>
        <p:spPr>
          <a:xfrm>
            <a:off x="106224" y="222266"/>
            <a:ext cx="838656" cy="697255"/>
          </a:xfrm>
          <a:prstGeom prst="rect">
            <a:avLst/>
          </a:prstGeom>
        </p:spPr>
      </p:pic>
      <p:pic>
        <p:nvPicPr>
          <p:cNvPr id="18" name="Picture 17" descr="Rules_Single_A.png"/>
          <p:cNvPicPr>
            <a:picLocks noChangeAspect="1"/>
          </p:cNvPicPr>
          <p:nvPr userDrawn="1"/>
        </p:nvPicPr>
        <p:blipFill rotWithShape="1">
          <a:blip r:embed="rId4" cstate="print">
            <a:extLst>
              <a:ext uri="{28A0092B-C50C-407E-A947-70E740481C1C}">
                <a14:useLocalDpi xmlns:a14="http://schemas.microsoft.com/office/drawing/2010/main" val="0"/>
              </a:ext>
            </a:extLst>
          </a:blip>
          <a:srcRect l="25529" r="-57141"/>
          <a:stretch/>
        </p:blipFill>
        <p:spPr>
          <a:xfrm>
            <a:off x="2130243" y="6487632"/>
            <a:ext cx="15231660" cy="90835"/>
          </a:xfrm>
          <a:prstGeom prst="rect">
            <a:avLst/>
          </a:prstGeom>
        </p:spPr>
      </p:pic>
      <p:sp>
        <p:nvSpPr>
          <p:cNvPr id="2" name="Footer Placeholder 1"/>
          <p:cNvSpPr>
            <a:spLocks noGrp="1"/>
          </p:cNvSpPr>
          <p:nvPr>
            <p:ph type="ftr" sz="quarter" idx="10"/>
          </p:nvPr>
        </p:nvSpPr>
        <p:spPr>
          <a:xfrm>
            <a:off x="2130245" y="6578468"/>
            <a:ext cx="9042257" cy="244535"/>
          </a:xfrm>
        </p:spPr>
        <p:txBody>
          <a:bodyPr/>
          <a:lstStyle>
            <a:lvl1pPr>
              <a:defRPr sz="450"/>
            </a:lvl1pPr>
          </a:lstStyle>
          <a:p>
            <a:r>
              <a:rPr lang="en-US" dirty="0"/>
              <a:t>© 2017 Cengage Learning. All Rights Reserved. May not be copied, scanned, or duplicated, in whole or in part, except for use as permitted in a license distributed with a certain product or service or otherwise on a password-protected website for classroom use.</a:t>
            </a:r>
          </a:p>
        </p:txBody>
      </p:sp>
      <p:pic>
        <p:nvPicPr>
          <p:cNvPr id="5" name="Picture 4"/>
          <p:cNvPicPr>
            <a:picLocks noChangeAspect="1"/>
          </p:cNvPicPr>
          <p:nvPr userDrawn="1"/>
        </p:nvPicPr>
        <p:blipFill>
          <a:blip r:embed="rId5"/>
          <a:stretch>
            <a:fillRect/>
          </a:stretch>
        </p:blipFill>
        <p:spPr>
          <a:xfrm>
            <a:off x="62905" y="6324603"/>
            <a:ext cx="1919265" cy="442907"/>
          </a:xfrm>
          <a:prstGeom prst="rect">
            <a:avLst/>
          </a:prstGeom>
        </p:spPr>
      </p:pic>
    </p:spTree>
    <p:extLst>
      <p:ext uri="{BB962C8B-B14F-4D97-AF65-F5344CB8AC3E}">
        <p14:creationId xmlns:p14="http://schemas.microsoft.com/office/powerpoint/2010/main" val="253946873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28588" indent="-128588">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itle 1"/>
          <p:cNvSpPr>
            <a:spLocks noGrp="1"/>
          </p:cNvSpPr>
          <p:nvPr>
            <p:ph type="title"/>
          </p:nvPr>
        </p:nvSpPr>
        <p:spPr>
          <a:xfrm>
            <a:off x="1016001" y="406261"/>
            <a:ext cx="10701867" cy="296235"/>
          </a:xfrm>
        </p:spPr>
        <p:txBody>
          <a:bodyPr/>
          <a:lstStyle/>
          <a:p>
            <a:r>
              <a:rPr lang="en-US" dirty="0"/>
              <a:t>Click to edit Master title style</a:t>
            </a:r>
          </a:p>
        </p:txBody>
      </p:sp>
      <p:pic>
        <p:nvPicPr>
          <p:cNvPr id="7" name="Picture 6" descr="Rules_Single_B.png"/>
          <p:cNvPicPr>
            <a:picLocks noChangeAspect="1"/>
          </p:cNvPicPr>
          <p:nvPr userDrawn="1"/>
        </p:nvPicPr>
        <p:blipFill rotWithShape="1">
          <a:blip r:embed="rId2" cstate="print">
            <a:extLst>
              <a:ext uri="{28A0092B-C50C-407E-A947-70E740481C1C}">
                <a14:useLocalDpi xmlns:a14="http://schemas.microsoft.com/office/drawing/2010/main" val="0"/>
              </a:ext>
            </a:extLst>
          </a:blip>
          <a:srcRect l="-4003" r="10006"/>
          <a:stretch/>
        </p:blipFill>
        <p:spPr>
          <a:xfrm>
            <a:off x="287867" y="948267"/>
            <a:ext cx="11448288" cy="44704"/>
          </a:xfrm>
          <a:prstGeom prst="rect">
            <a:avLst/>
          </a:prstGeom>
        </p:spPr>
      </p:pic>
      <p:pic>
        <p:nvPicPr>
          <p:cNvPr id="13" name="Picture 12"/>
          <p:cNvPicPr>
            <a:picLocks noChangeAspect="1"/>
          </p:cNvPicPr>
          <p:nvPr userDrawn="1"/>
        </p:nvPicPr>
        <p:blipFill rotWithShape="1">
          <a:blip r:embed="rId3" cstate="print">
            <a:extLst>
              <a:ext uri="{28A0092B-C50C-407E-A947-70E740481C1C}">
                <a14:useLocalDpi xmlns:a14="http://schemas.microsoft.com/office/drawing/2010/main" val="0"/>
              </a:ext>
            </a:extLst>
          </a:blip>
          <a:srcRect l="4669" t="13753" r="6579" b="12460"/>
          <a:stretch/>
        </p:blipFill>
        <p:spPr>
          <a:xfrm>
            <a:off x="106224" y="222266"/>
            <a:ext cx="838656" cy="697255"/>
          </a:xfrm>
          <a:prstGeom prst="rect">
            <a:avLst/>
          </a:prstGeom>
        </p:spPr>
      </p:pic>
      <p:pic>
        <p:nvPicPr>
          <p:cNvPr id="18" name="Picture 17" descr="Rules_Single_A.png"/>
          <p:cNvPicPr>
            <a:picLocks noChangeAspect="1"/>
          </p:cNvPicPr>
          <p:nvPr userDrawn="1"/>
        </p:nvPicPr>
        <p:blipFill rotWithShape="1">
          <a:blip r:embed="rId4" cstate="print">
            <a:extLst>
              <a:ext uri="{28A0092B-C50C-407E-A947-70E740481C1C}">
                <a14:useLocalDpi xmlns:a14="http://schemas.microsoft.com/office/drawing/2010/main" val="0"/>
              </a:ext>
            </a:extLst>
          </a:blip>
          <a:srcRect l="25529" r="-57141"/>
          <a:stretch/>
        </p:blipFill>
        <p:spPr>
          <a:xfrm>
            <a:off x="2130243" y="6487632"/>
            <a:ext cx="15231660" cy="90835"/>
          </a:xfrm>
          <a:prstGeom prst="rect">
            <a:avLst/>
          </a:prstGeom>
        </p:spPr>
      </p:pic>
      <p:sp>
        <p:nvSpPr>
          <p:cNvPr id="2" name="Footer Placeholder 1"/>
          <p:cNvSpPr>
            <a:spLocks noGrp="1"/>
          </p:cNvSpPr>
          <p:nvPr>
            <p:ph type="ftr" sz="quarter" idx="10"/>
          </p:nvPr>
        </p:nvSpPr>
        <p:spPr>
          <a:xfrm>
            <a:off x="2130245" y="6578468"/>
            <a:ext cx="9042257" cy="244535"/>
          </a:xfrm>
        </p:spPr>
        <p:txBody>
          <a:bodyPr/>
          <a:lstStyle>
            <a:lvl1pPr>
              <a:defRPr sz="450"/>
            </a:lvl1pPr>
          </a:lstStyle>
          <a:p>
            <a:r>
              <a:rPr lang="en-US" dirty="0"/>
              <a:t>© 2017 Cengage Learning. All Rights Reserved. May not be copied, scanned, or duplicated, in whole or in part, except for use as permitted in a license distributed with a certain product or service or otherwise on a password-protected website for classroom use.</a:t>
            </a:r>
          </a:p>
        </p:txBody>
      </p:sp>
      <p:pic>
        <p:nvPicPr>
          <p:cNvPr id="5" name="Picture 4"/>
          <p:cNvPicPr>
            <a:picLocks noChangeAspect="1"/>
          </p:cNvPicPr>
          <p:nvPr userDrawn="1"/>
        </p:nvPicPr>
        <p:blipFill>
          <a:blip r:embed="rId5"/>
          <a:stretch>
            <a:fillRect/>
          </a:stretch>
        </p:blipFill>
        <p:spPr>
          <a:xfrm>
            <a:off x="62905" y="6324603"/>
            <a:ext cx="1919265" cy="442907"/>
          </a:xfrm>
          <a:prstGeom prst="rect">
            <a:avLst/>
          </a:prstGeom>
        </p:spPr>
      </p:pic>
    </p:spTree>
    <p:extLst>
      <p:ext uri="{BB962C8B-B14F-4D97-AF65-F5344CB8AC3E}">
        <p14:creationId xmlns:p14="http://schemas.microsoft.com/office/powerpoint/2010/main" val="158531068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ight Triangle 3">
            <a:extLst>
              <a:ext uri="{FF2B5EF4-FFF2-40B4-BE49-F238E27FC236}">
                <a16:creationId xmlns:a16="http://schemas.microsoft.com/office/drawing/2014/main" id="{D235AD63-E9F3-4F0B-9F73-8818D7739572}"/>
              </a:ext>
            </a:extLst>
          </p:cNvPr>
          <p:cNvSpPr/>
          <p:nvPr/>
        </p:nvSpPr>
        <p:spPr>
          <a:xfrm>
            <a:off x="0" y="4664075"/>
            <a:ext cx="12200467"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latin typeface="Calibri" panose="020F0502020204030204" pitchFamily="34" charset="0"/>
            </a:endParaRPr>
          </a:p>
        </p:txBody>
      </p:sp>
      <p:grpSp>
        <p:nvGrpSpPr>
          <p:cNvPr id="5" name="Group 18">
            <a:extLst>
              <a:ext uri="{FF2B5EF4-FFF2-40B4-BE49-F238E27FC236}">
                <a16:creationId xmlns:a16="http://schemas.microsoft.com/office/drawing/2014/main" id="{9DA51CB7-4146-4B73-93A0-C96334CBD224}"/>
              </a:ext>
            </a:extLst>
          </p:cNvPr>
          <p:cNvGrpSpPr>
            <a:grpSpLocks/>
          </p:cNvGrpSpPr>
          <p:nvPr/>
        </p:nvGrpSpPr>
        <p:grpSpPr bwMode="auto">
          <a:xfrm>
            <a:off x="-4233" y="4953000"/>
            <a:ext cx="12196233" cy="1911350"/>
            <a:chOff x="-3765" y="4832896"/>
            <a:chExt cx="9147765" cy="2032192"/>
          </a:xfrm>
        </p:grpSpPr>
        <p:sp>
          <p:nvSpPr>
            <p:cNvPr id="6" name="Freeform 19">
              <a:extLst>
                <a:ext uri="{FF2B5EF4-FFF2-40B4-BE49-F238E27FC236}">
                  <a16:creationId xmlns:a16="http://schemas.microsoft.com/office/drawing/2014/main" id="{576664BA-33DF-4D7A-A9A3-2B1D509C7E78}"/>
                </a:ext>
              </a:extLst>
            </p:cNvPr>
            <p:cNvSpPr>
              <a:spLocks/>
            </p:cNvSpPr>
            <p:nvPr/>
          </p:nvSpPr>
          <p:spPr bwMode="auto">
            <a:xfrm>
              <a:off x="1687032" y="4832896"/>
              <a:ext cx="7456968" cy="51817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fontAlgn="auto">
                <a:spcBef>
                  <a:spcPts val="0"/>
                </a:spcBef>
                <a:spcAft>
                  <a:spcPts val="0"/>
                </a:spcAft>
                <a:defRPr/>
              </a:pPr>
              <a:endParaRPr lang="en-US" dirty="0">
                <a:latin typeface="Calibri" panose="020F0502020204030204" pitchFamily="34" charset="0"/>
                <a:cs typeface="Calibri" panose="020F0502020204030204" pitchFamily="34" charset="0"/>
              </a:endParaRPr>
            </a:p>
          </p:txBody>
        </p:sp>
        <p:sp>
          <p:nvSpPr>
            <p:cNvPr id="7" name="Freeform 20">
              <a:extLst>
                <a:ext uri="{FF2B5EF4-FFF2-40B4-BE49-F238E27FC236}">
                  <a16:creationId xmlns:a16="http://schemas.microsoft.com/office/drawing/2014/main" id="{6B79CF4F-118C-4F22-B0F8-BF60C65A9742}"/>
                </a:ext>
              </a:extLst>
            </p:cNvPr>
            <p:cNvSpPr>
              <a:spLocks/>
            </p:cNvSpPr>
            <p:nvPr/>
          </p:nvSpPr>
          <p:spPr bwMode="auto">
            <a:xfrm>
              <a:off x="35926" y="5135025"/>
              <a:ext cx="9108074" cy="838869"/>
            </a:xfrm>
            <a:custGeom>
              <a:avLst/>
              <a:gdLst>
                <a:gd name="T0" fmla="*/ 0 w 5760"/>
                <a:gd name="T1" fmla="*/ 0 h 528"/>
                <a:gd name="T2" fmla="*/ 2147483647 w 5760"/>
                <a:gd name="T3" fmla="*/ 0 h 528"/>
                <a:gd name="T4" fmla="*/ 2147483647 w 5760"/>
                <a:gd name="T5" fmla="*/ 2147483647 h 528"/>
                <a:gd name="T6" fmla="*/ 2147483647 w 5760"/>
                <a:gd name="T7" fmla="*/ 0 h 528"/>
                <a:gd name="T8" fmla="*/ 0 60000 65536"/>
                <a:gd name="T9" fmla="*/ 0 60000 65536"/>
                <a:gd name="T10" fmla="*/ 0 60000 65536"/>
                <a:gd name="T11" fmla="*/ 0 60000 65536"/>
                <a:gd name="T12" fmla="*/ 0 w 5760"/>
                <a:gd name="T13" fmla="*/ 0 h 528"/>
                <a:gd name="T14" fmla="*/ 5760 w 5760"/>
                <a:gd name="T15" fmla="*/ 528 h 528"/>
              </a:gdLst>
              <a:ahLst/>
              <a:cxnLst>
                <a:cxn ang="T8">
                  <a:pos x="T0" y="T1"/>
                </a:cxn>
                <a:cxn ang="T9">
                  <a:pos x="T2" y="T3"/>
                </a:cxn>
                <a:cxn ang="T10">
                  <a:pos x="T4" y="T5"/>
                </a:cxn>
                <a:cxn ang="T11">
                  <a:pos x="T6" y="T7"/>
                </a:cxn>
              </a:cxnLst>
              <a:rect l="T12" t="T13" r="T14" b="T15"/>
              <a:pathLst>
                <a:path w="5760" h="528">
                  <a:moveTo>
                    <a:pt x="0" y="0"/>
                  </a:moveTo>
                  <a:lnTo>
                    <a:pt x="5760" y="0"/>
                  </a:lnTo>
                  <a:lnTo>
                    <a:pt x="5760" y="528"/>
                  </a:lnTo>
                  <a:lnTo>
                    <a:pt x="48" y="0"/>
                  </a:lnTo>
                </a:path>
              </a:pathLst>
            </a:custGeom>
            <a:solidFill>
              <a:srgbClr val="000000"/>
            </a:solidFill>
            <a:ln>
              <a:noFill/>
            </a:ln>
            <a:extLst>
              <a:ext uri="{91240B29-F687-4F45-9708-019B960494DF}">
                <a14:hiddenLine xmlns:a14="http://schemas.microsoft.com/office/drawing/2010/main" w="9525" cap="flat" cmpd="sng" algn="ctr">
                  <a:solidFill>
                    <a:srgbClr val="000000"/>
                  </a:solidFill>
                  <a:prstDash val="solid"/>
                  <a:round/>
                  <a:headEnd type="none" w="med" len="med"/>
                  <a:tailEnd type="none" w="med" len="med"/>
                </a14:hiddenLine>
              </a:ext>
            </a:extLst>
          </p:spPr>
          <p:txBody>
            <a:bodyPr/>
            <a:lstStyle/>
            <a:p>
              <a:endParaRPr lang="en-US" dirty="0">
                <a:latin typeface="Calibri" panose="020F0502020204030204" pitchFamily="34" charset="0"/>
                <a:cs typeface="Calibri" panose="020F0502020204030204" pitchFamily="34" charset="0"/>
              </a:endParaRPr>
            </a:p>
          </p:txBody>
        </p:sp>
        <p:sp>
          <p:nvSpPr>
            <p:cNvPr id="8" name="Freeform 22">
              <a:extLst>
                <a:ext uri="{FF2B5EF4-FFF2-40B4-BE49-F238E27FC236}">
                  <a16:creationId xmlns:a16="http://schemas.microsoft.com/office/drawing/2014/main" id="{5DE1D05B-6F14-4A29-93F7-FACA6C8F9E12}"/>
                </a:ext>
              </a:extLst>
            </p:cNvPr>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latin typeface="Calibri" panose="020F0502020204030204" pitchFamily="34" charset="0"/>
              </a:endParaRPr>
            </a:p>
          </p:txBody>
        </p:sp>
        <p:cxnSp>
          <p:nvCxnSpPr>
            <p:cNvPr id="10" name="Straight Connector 9">
              <a:extLst>
                <a:ext uri="{FF2B5EF4-FFF2-40B4-BE49-F238E27FC236}">
                  <a16:creationId xmlns:a16="http://schemas.microsoft.com/office/drawing/2014/main" id="{45596CA0-343C-4DFD-B1CA-DC498AB49429}"/>
                </a:ext>
              </a:extLst>
            </p:cNvPr>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11" name="Action Button: Forward or Next 24">
            <a:hlinkClick r:id="" action="ppaction://hlinkshowjump?jump=nextslide" highlightClick="1"/>
            <a:extLst>
              <a:ext uri="{FF2B5EF4-FFF2-40B4-BE49-F238E27FC236}">
                <a16:creationId xmlns:a16="http://schemas.microsoft.com/office/drawing/2014/main" id="{420C07E6-FEA5-4D80-8032-982A897C8D50}"/>
              </a:ext>
            </a:extLst>
          </p:cNvPr>
          <p:cNvSpPr/>
          <p:nvPr/>
        </p:nvSpPr>
        <p:spPr>
          <a:xfrm>
            <a:off x="11582400" y="152400"/>
            <a:ext cx="406400" cy="304800"/>
          </a:xfrm>
          <a:prstGeom prst="actionButtonForwardNext">
            <a:avLst/>
          </a:prstGeom>
        </p:spPr>
        <p:style>
          <a:lnRef idx="1">
            <a:schemeClr val="accent2"/>
          </a:lnRef>
          <a:fillRef idx="2">
            <a:schemeClr val="accent2"/>
          </a:fillRef>
          <a:effectRef idx="1">
            <a:schemeClr val="accent2"/>
          </a:effectRef>
          <a:fontRef idx="minor">
            <a:schemeClr val="dk1"/>
          </a:fontRef>
        </p:style>
        <p:txBody>
          <a:bodyPr anchor="ctr"/>
          <a:lstStyle/>
          <a:p>
            <a:pPr algn="ctr" fontAlgn="auto">
              <a:spcBef>
                <a:spcPts val="0"/>
              </a:spcBef>
              <a:spcAft>
                <a:spcPts val="0"/>
              </a:spcAft>
              <a:defRPr/>
            </a:pPr>
            <a:endParaRPr lang="en-US" dirty="0">
              <a:latin typeface="Calibri" panose="020F0502020204030204" pitchFamily="34" charset="0"/>
            </a:endParaRPr>
          </a:p>
        </p:txBody>
      </p:sp>
      <p:sp>
        <p:nvSpPr>
          <p:cNvPr id="9" name="Title 8"/>
          <p:cNvSpPr>
            <a:spLocks noGrp="1"/>
          </p:cNvSpPr>
          <p:nvPr>
            <p:ph type="ctrTitle"/>
          </p:nvPr>
        </p:nvSpPr>
        <p:spPr>
          <a:xfrm>
            <a:off x="914400" y="1752602"/>
            <a:ext cx="10363200" cy="1829761"/>
          </a:xfrm>
        </p:spPr>
        <p:txBody>
          <a:bodyPr anchor="b"/>
          <a:lstStyle>
            <a:lvl1pPr algn="r">
              <a:defRPr sz="4800" b="1">
                <a:solidFill>
                  <a:schemeClr val="tx2"/>
                </a:solidFill>
                <a:effectLst>
                  <a:outerShdw blurRad="31750" dist="25400" dir="5400000" algn="tl" rotWithShape="0">
                    <a:srgbClr val="000000">
                      <a:alpha val="25000"/>
                    </a:srgbClr>
                  </a:outerShdw>
                </a:effectLst>
              </a:defRPr>
            </a:lvl1pPr>
            <a:extLst/>
          </a:lstStyle>
          <a:p>
            <a:r>
              <a:rPr lang="en-US"/>
              <a:t>Click to edit Master title style</a:t>
            </a:r>
          </a:p>
        </p:txBody>
      </p:sp>
      <p:sp>
        <p:nvSpPr>
          <p:cNvPr id="17" name="Subtitle 16"/>
          <p:cNvSpPr>
            <a:spLocks noGrp="1"/>
          </p:cNvSpPr>
          <p:nvPr>
            <p:ph type="subTitle" idx="1"/>
          </p:nvPr>
        </p:nvSpPr>
        <p:spPr>
          <a:xfrm>
            <a:off x="914400" y="3611607"/>
            <a:ext cx="103632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en-US"/>
              <a:t>Click to edit Master subtitle style</a:t>
            </a:r>
          </a:p>
        </p:txBody>
      </p:sp>
      <p:sp>
        <p:nvSpPr>
          <p:cNvPr id="12" name="Date Placeholder 29">
            <a:extLst>
              <a:ext uri="{FF2B5EF4-FFF2-40B4-BE49-F238E27FC236}">
                <a16:creationId xmlns:a16="http://schemas.microsoft.com/office/drawing/2014/main" id="{5D68F53C-29EB-483D-BC75-5A7CA1BEF174}"/>
              </a:ext>
            </a:extLst>
          </p:cNvPr>
          <p:cNvSpPr>
            <a:spLocks noGrp="1"/>
          </p:cNvSpPr>
          <p:nvPr>
            <p:ph type="dt" sz="half" idx="10"/>
          </p:nvPr>
        </p:nvSpPr>
        <p:spPr/>
        <p:txBody>
          <a:bodyPr/>
          <a:lstStyle>
            <a:lvl1pPr>
              <a:defRPr smtClean="0">
                <a:solidFill>
                  <a:srgbClr val="FFFFFF"/>
                </a:solidFill>
              </a:defRPr>
            </a:lvl1pPr>
            <a:extLst/>
          </a:lstStyle>
          <a:p>
            <a:pPr>
              <a:defRPr/>
            </a:pPr>
            <a:fld id="{D78485D4-3208-4AD7-8799-125096E7BFDE}" type="datetime1">
              <a:rPr lang="en-US" smtClean="0"/>
              <a:t>8/18/2025</a:t>
            </a:fld>
            <a:endParaRPr lang="en-US"/>
          </a:p>
        </p:txBody>
      </p:sp>
      <p:sp>
        <p:nvSpPr>
          <p:cNvPr id="13" name="Slide Number Placeholder 26">
            <a:extLst>
              <a:ext uri="{FF2B5EF4-FFF2-40B4-BE49-F238E27FC236}">
                <a16:creationId xmlns:a16="http://schemas.microsoft.com/office/drawing/2014/main" id="{7E4C4968-CA56-41A3-9389-D13BF1DAA78D}"/>
              </a:ext>
            </a:extLst>
          </p:cNvPr>
          <p:cNvSpPr>
            <a:spLocks noGrp="1"/>
          </p:cNvSpPr>
          <p:nvPr>
            <p:ph type="sldNum" sz="quarter" idx="11"/>
          </p:nvPr>
        </p:nvSpPr>
        <p:spPr/>
        <p:txBody>
          <a:bodyPr/>
          <a:lstStyle>
            <a:lvl1pPr>
              <a:defRPr>
                <a:solidFill>
                  <a:srgbClr val="FFFFFF"/>
                </a:solidFill>
              </a:defRPr>
            </a:lvl1pPr>
          </a:lstStyle>
          <a:p>
            <a:fld id="{FA9C43C5-6966-4E18-85B9-CED4B038AF05}" type="slidenum">
              <a:rPr lang="en-US" altLang="en-US"/>
              <a:pPr/>
              <a:t>‹#›</a:t>
            </a:fld>
            <a:endParaRPr lang="en-US" altLang="en-US"/>
          </a:p>
        </p:txBody>
      </p:sp>
      <p:sp>
        <p:nvSpPr>
          <p:cNvPr id="14" name="Footer Placeholder 18">
            <a:extLst>
              <a:ext uri="{FF2B5EF4-FFF2-40B4-BE49-F238E27FC236}">
                <a16:creationId xmlns:a16="http://schemas.microsoft.com/office/drawing/2014/main" id="{D23923F6-CAE9-4582-B1A7-2EF778055D35}"/>
              </a:ext>
            </a:extLst>
          </p:cNvPr>
          <p:cNvSpPr>
            <a:spLocks noGrp="1"/>
          </p:cNvSpPr>
          <p:nvPr>
            <p:ph type="ftr" sz="quarter" idx="12"/>
          </p:nvPr>
        </p:nvSpPr>
        <p:spPr>
          <a:xfrm>
            <a:off x="3657600" y="6408739"/>
            <a:ext cx="5317067" cy="365125"/>
          </a:xfrm>
        </p:spPr>
        <p:txBody>
          <a:bodyPr/>
          <a:lstStyle>
            <a:lvl1pPr>
              <a:defRPr>
                <a:solidFill>
                  <a:schemeClr val="accent1">
                    <a:tint val="20000"/>
                  </a:schemeClr>
                </a:solidFill>
              </a:defRPr>
            </a:lvl1pPr>
            <a:extLst/>
          </a:lstStyle>
          <a:p>
            <a:pPr>
              <a:defRPr/>
            </a:pPr>
            <a:r>
              <a:rPr lang="en-US"/>
              <a:t>© Copyright 1992-2018 by Pearson Education, Inc. All Rights Reserved.</a:t>
            </a:r>
          </a:p>
        </p:txBody>
      </p:sp>
    </p:spTree>
    <p:extLst>
      <p:ext uri="{BB962C8B-B14F-4D97-AF65-F5344CB8AC3E}">
        <p14:creationId xmlns:p14="http://schemas.microsoft.com/office/powerpoint/2010/main" val="334851838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Action Button: Back or Previous 16">
            <a:hlinkClick r:id="" action="ppaction://hlinkshowjump?jump=previousslide" highlightClick="1"/>
            <a:extLst>
              <a:ext uri="{FF2B5EF4-FFF2-40B4-BE49-F238E27FC236}">
                <a16:creationId xmlns:a16="http://schemas.microsoft.com/office/drawing/2014/main" id="{6C3387EB-FA56-4714-AF25-92BD61F93CD0}"/>
              </a:ext>
            </a:extLst>
          </p:cNvPr>
          <p:cNvSpPr/>
          <p:nvPr/>
        </p:nvSpPr>
        <p:spPr>
          <a:xfrm>
            <a:off x="11074400" y="152400"/>
            <a:ext cx="406400" cy="304800"/>
          </a:xfrm>
          <a:prstGeom prst="actionButtonBackPrevious">
            <a:avLst/>
          </a:prstGeom>
        </p:spPr>
        <p:style>
          <a:lnRef idx="1">
            <a:schemeClr val="accent2"/>
          </a:lnRef>
          <a:fillRef idx="2">
            <a:schemeClr val="accent2"/>
          </a:fillRef>
          <a:effectRef idx="1">
            <a:schemeClr val="accent2"/>
          </a:effectRef>
          <a:fontRef idx="minor">
            <a:schemeClr val="dk1"/>
          </a:fontRef>
        </p:style>
        <p:txBody>
          <a:bodyPr anchor="ctr"/>
          <a:lstStyle/>
          <a:p>
            <a:pPr algn="ctr" fontAlgn="auto">
              <a:spcBef>
                <a:spcPts val="0"/>
              </a:spcBef>
              <a:spcAft>
                <a:spcPts val="0"/>
              </a:spcAft>
              <a:defRPr/>
            </a:pPr>
            <a:endParaRPr lang="en-US" dirty="0">
              <a:latin typeface="Calibri" panose="020F0502020204030204" pitchFamily="34" charset="0"/>
            </a:endParaRPr>
          </a:p>
        </p:txBody>
      </p:sp>
      <p:sp>
        <p:nvSpPr>
          <p:cNvPr id="5" name="Action Button: Forward or Next 18">
            <a:hlinkClick r:id="" action="ppaction://hlinkshowjump?jump=nextslide" highlightClick="1"/>
            <a:extLst>
              <a:ext uri="{FF2B5EF4-FFF2-40B4-BE49-F238E27FC236}">
                <a16:creationId xmlns:a16="http://schemas.microsoft.com/office/drawing/2014/main" id="{5B5CA891-861D-48CC-9AF6-84CCC7173596}"/>
              </a:ext>
            </a:extLst>
          </p:cNvPr>
          <p:cNvSpPr/>
          <p:nvPr/>
        </p:nvSpPr>
        <p:spPr>
          <a:xfrm>
            <a:off x="11582400" y="152400"/>
            <a:ext cx="406400" cy="304800"/>
          </a:xfrm>
          <a:prstGeom prst="actionButtonForwardNext">
            <a:avLst/>
          </a:prstGeom>
        </p:spPr>
        <p:style>
          <a:lnRef idx="1">
            <a:schemeClr val="accent2"/>
          </a:lnRef>
          <a:fillRef idx="2">
            <a:schemeClr val="accent2"/>
          </a:fillRef>
          <a:effectRef idx="1">
            <a:schemeClr val="accent2"/>
          </a:effectRef>
          <a:fontRef idx="minor">
            <a:schemeClr val="dk1"/>
          </a:fontRef>
        </p:style>
        <p:txBody>
          <a:bodyPr anchor="ctr"/>
          <a:lstStyle/>
          <a:p>
            <a:pPr algn="ctr" fontAlgn="auto">
              <a:spcBef>
                <a:spcPts val="0"/>
              </a:spcBef>
              <a:spcAft>
                <a:spcPts val="0"/>
              </a:spcAft>
              <a:defRPr/>
            </a:pPr>
            <a:endParaRPr lang="en-US" dirty="0">
              <a:latin typeface="Calibri" panose="020F0502020204030204" pitchFamily="34" charset="0"/>
            </a:endParaRPr>
          </a:p>
        </p:txBody>
      </p:sp>
      <p:sp>
        <p:nvSpPr>
          <p:cNvPr id="3" name="Content Placeholder 2"/>
          <p:cNvSpPr>
            <a:spLocks noGrp="1"/>
          </p:cNvSpPr>
          <p:nvPr>
            <p:ph idx="1"/>
          </p:nvPr>
        </p:nvSpPr>
        <p:spPr/>
        <p:txBody>
          <a:bodyPr/>
          <a:lstStyle>
            <a:lvl2pPr>
              <a:buFont typeface="Wingdings" pitchFamily="2" charset="2"/>
              <a:buChar char="§"/>
              <a:defRPr/>
            </a:lvl2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6"/>
          <p:cNvSpPr>
            <a:spLocks noGrp="1"/>
          </p:cNvSpPr>
          <p:nvPr>
            <p:ph type="title"/>
          </p:nvPr>
        </p:nvSpPr>
        <p:spPr/>
        <p:txBody>
          <a:bodyPr rtlCol="0"/>
          <a:lstStyle/>
          <a:p>
            <a:r>
              <a:rPr lang="en-US"/>
              <a:t>Click to edit Master title style</a:t>
            </a:r>
          </a:p>
        </p:txBody>
      </p:sp>
      <p:sp>
        <p:nvSpPr>
          <p:cNvPr id="6" name="Date Placeholder 3">
            <a:extLst>
              <a:ext uri="{FF2B5EF4-FFF2-40B4-BE49-F238E27FC236}">
                <a16:creationId xmlns:a16="http://schemas.microsoft.com/office/drawing/2014/main" id="{DAA2D05C-68A9-40D4-9BD2-CC77417E9553}"/>
              </a:ext>
            </a:extLst>
          </p:cNvPr>
          <p:cNvSpPr>
            <a:spLocks noGrp="1"/>
          </p:cNvSpPr>
          <p:nvPr>
            <p:ph type="dt" sz="half" idx="10"/>
          </p:nvPr>
        </p:nvSpPr>
        <p:spPr/>
        <p:txBody>
          <a:bodyPr/>
          <a:lstStyle>
            <a:lvl1pPr>
              <a:defRPr smtClean="0"/>
            </a:lvl1pPr>
            <a:extLst/>
          </a:lstStyle>
          <a:p>
            <a:pPr>
              <a:defRPr/>
            </a:pPr>
            <a:fld id="{4A9522F6-E842-49FE-8F6B-76F562593E60}" type="datetime1">
              <a:rPr lang="en-US" smtClean="0"/>
              <a:t>8/18/2025</a:t>
            </a:fld>
            <a:endParaRPr lang="en-US"/>
          </a:p>
        </p:txBody>
      </p:sp>
      <p:sp>
        <p:nvSpPr>
          <p:cNvPr id="8" name="Footer Placeholder 4">
            <a:extLst>
              <a:ext uri="{FF2B5EF4-FFF2-40B4-BE49-F238E27FC236}">
                <a16:creationId xmlns:a16="http://schemas.microsoft.com/office/drawing/2014/main" id="{7BAE4B01-5428-4A43-BFE9-3A5ABA99B1C7}"/>
              </a:ext>
            </a:extLst>
          </p:cNvPr>
          <p:cNvSpPr>
            <a:spLocks noGrp="1"/>
          </p:cNvSpPr>
          <p:nvPr>
            <p:ph type="ftr" sz="quarter" idx="11"/>
          </p:nvPr>
        </p:nvSpPr>
        <p:spPr>
          <a:xfrm>
            <a:off x="5486400" y="6408739"/>
            <a:ext cx="3488267" cy="365125"/>
          </a:xfrm>
        </p:spPr>
        <p:txBody>
          <a:bodyPr/>
          <a:lstStyle>
            <a:lvl1pPr>
              <a:defRPr/>
            </a:lvl1pPr>
            <a:extLst/>
          </a:lstStyle>
          <a:p>
            <a:pPr>
              <a:defRPr/>
            </a:pPr>
            <a:r>
              <a:rPr lang="en-US"/>
              <a:t>© Copyright 1992-2018 by Pearson Education, Inc. All Rights Reserved.</a:t>
            </a:r>
          </a:p>
        </p:txBody>
      </p:sp>
      <p:sp>
        <p:nvSpPr>
          <p:cNvPr id="9" name="Slide Number Placeholder 5">
            <a:extLst>
              <a:ext uri="{FF2B5EF4-FFF2-40B4-BE49-F238E27FC236}">
                <a16:creationId xmlns:a16="http://schemas.microsoft.com/office/drawing/2014/main" id="{9DA3AF38-5529-498B-98D3-B93D5B52888D}"/>
              </a:ext>
            </a:extLst>
          </p:cNvPr>
          <p:cNvSpPr>
            <a:spLocks noGrp="1"/>
          </p:cNvSpPr>
          <p:nvPr>
            <p:ph type="sldNum" sz="quarter" idx="12"/>
          </p:nvPr>
        </p:nvSpPr>
        <p:spPr/>
        <p:txBody>
          <a:bodyPr/>
          <a:lstStyle>
            <a:lvl1pPr>
              <a:defRPr/>
            </a:lvl1pPr>
          </a:lstStyle>
          <a:p>
            <a:fld id="{E15DBE9A-DC1B-42F0-BD77-C02DA4CE1183}" type="slidenum">
              <a:rPr lang="en-US" altLang="en-US"/>
              <a:pPr/>
              <a:t>‹#›</a:t>
            </a:fld>
            <a:endParaRPr lang="en-US" altLang="en-US"/>
          </a:p>
        </p:txBody>
      </p:sp>
    </p:spTree>
    <p:extLst>
      <p:ext uri="{BB962C8B-B14F-4D97-AF65-F5344CB8AC3E}">
        <p14:creationId xmlns:p14="http://schemas.microsoft.com/office/powerpoint/2010/main" val="412265300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4" name="Chevron 16">
            <a:extLst>
              <a:ext uri="{FF2B5EF4-FFF2-40B4-BE49-F238E27FC236}">
                <a16:creationId xmlns:a16="http://schemas.microsoft.com/office/drawing/2014/main" id="{5403474B-1206-403A-97F4-2098F7779B3B}"/>
              </a:ext>
            </a:extLst>
          </p:cNvPr>
          <p:cNvSpPr/>
          <p:nvPr/>
        </p:nvSpPr>
        <p:spPr>
          <a:xfrm>
            <a:off x="4849284" y="3005138"/>
            <a:ext cx="243416"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fontAlgn="auto">
              <a:spcBef>
                <a:spcPts val="0"/>
              </a:spcBef>
              <a:spcAft>
                <a:spcPts val="0"/>
              </a:spcAft>
              <a:defRPr/>
            </a:pPr>
            <a:endParaRPr lang="en-US" dirty="0">
              <a:latin typeface="Calibri" panose="020F0502020204030204" pitchFamily="34" charset="0"/>
            </a:endParaRPr>
          </a:p>
        </p:txBody>
      </p:sp>
      <p:sp>
        <p:nvSpPr>
          <p:cNvPr id="5" name="Chevron 18">
            <a:extLst>
              <a:ext uri="{FF2B5EF4-FFF2-40B4-BE49-F238E27FC236}">
                <a16:creationId xmlns:a16="http://schemas.microsoft.com/office/drawing/2014/main" id="{B387A66C-C13C-417B-A2C7-386A5A026237}"/>
              </a:ext>
            </a:extLst>
          </p:cNvPr>
          <p:cNvSpPr/>
          <p:nvPr/>
        </p:nvSpPr>
        <p:spPr>
          <a:xfrm>
            <a:off x="4599518" y="3005138"/>
            <a:ext cx="24553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fontAlgn="auto">
              <a:spcBef>
                <a:spcPts val="0"/>
              </a:spcBef>
              <a:spcAft>
                <a:spcPts val="0"/>
              </a:spcAft>
              <a:defRPr/>
            </a:pPr>
            <a:endParaRPr lang="en-US" dirty="0">
              <a:latin typeface="Calibri" panose="020F0502020204030204" pitchFamily="34" charset="0"/>
            </a:endParaRPr>
          </a:p>
        </p:txBody>
      </p:sp>
      <p:sp>
        <p:nvSpPr>
          <p:cNvPr id="2" name="Title 1"/>
          <p:cNvSpPr>
            <a:spLocks noGrp="1"/>
          </p:cNvSpPr>
          <p:nvPr>
            <p:ph type="title"/>
          </p:nvPr>
        </p:nvSpPr>
        <p:spPr>
          <a:xfrm>
            <a:off x="963168" y="1059712"/>
            <a:ext cx="10363200" cy="1828800"/>
          </a:xfrm>
        </p:spPr>
        <p:txBody>
          <a:bodyPr anchor="b"/>
          <a:lstStyle>
            <a:lvl1pPr algn="r">
              <a:buNone/>
              <a:defRPr sz="4800" b="1" cap="none" baseline="0">
                <a:effectLst>
                  <a:outerShdw blurRad="31750" dist="25400" dir="5400000" algn="tl" rotWithShape="0">
                    <a:srgbClr val="000000">
                      <a:alpha val="25000"/>
                    </a:srgbClr>
                  </a:outerShdw>
                </a:effectLst>
              </a:defRPr>
            </a:lvl1pPr>
            <a:extLst/>
          </a:lstStyle>
          <a:p>
            <a:r>
              <a:rPr lang="en-US"/>
              <a:t>Click to edit Master title style</a:t>
            </a:r>
          </a:p>
        </p:txBody>
      </p:sp>
      <p:sp>
        <p:nvSpPr>
          <p:cNvPr id="3" name="Text Placeholder 2"/>
          <p:cNvSpPr>
            <a:spLocks noGrp="1"/>
          </p:cNvSpPr>
          <p:nvPr>
            <p:ph type="body" idx="1"/>
          </p:nvPr>
        </p:nvSpPr>
        <p:spPr>
          <a:xfrm>
            <a:off x="5230284" y="2931712"/>
            <a:ext cx="6096000" cy="1454888"/>
          </a:xfrm>
        </p:spPr>
        <p:txBody>
          <a:bodyPr/>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en-US"/>
              <a:t>Click to edit Master text styles</a:t>
            </a:r>
          </a:p>
        </p:txBody>
      </p:sp>
      <p:sp>
        <p:nvSpPr>
          <p:cNvPr id="6" name="Date Placeholder 3">
            <a:extLst>
              <a:ext uri="{FF2B5EF4-FFF2-40B4-BE49-F238E27FC236}">
                <a16:creationId xmlns:a16="http://schemas.microsoft.com/office/drawing/2014/main" id="{3B23577E-1FEA-45A5-89B6-2593268DD670}"/>
              </a:ext>
            </a:extLst>
          </p:cNvPr>
          <p:cNvSpPr>
            <a:spLocks noGrp="1"/>
          </p:cNvSpPr>
          <p:nvPr>
            <p:ph type="dt" sz="half" idx="10"/>
          </p:nvPr>
        </p:nvSpPr>
        <p:spPr/>
        <p:txBody>
          <a:bodyPr/>
          <a:lstStyle>
            <a:lvl1pPr>
              <a:defRPr smtClean="0"/>
            </a:lvl1pPr>
            <a:extLst/>
          </a:lstStyle>
          <a:p>
            <a:pPr>
              <a:defRPr/>
            </a:pPr>
            <a:fld id="{3E4BBD9E-CD5E-4399-8530-0F159733A4F8}" type="datetime1">
              <a:rPr lang="en-US" smtClean="0"/>
              <a:t>8/18/2025</a:t>
            </a:fld>
            <a:endParaRPr lang="en-US"/>
          </a:p>
        </p:txBody>
      </p:sp>
      <p:sp>
        <p:nvSpPr>
          <p:cNvPr id="7" name="Footer Placeholder 4">
            <a:extLst>
              <a:ext uri="{FF2B5EF4-FFF2-40B4-BE49-F238E27FC236}">
                <a16:creationId xmlns:a16="http://schemas.microsoft.com/office/drawing/2014/main" id="{E5C6C424-81A4-45B1-9D04-79A57D8AF192}"/>
              </a:ext>
            </a:extLst>
          </p:cNvPr>
          <p:cNvSpPr>
            <a:spLocks noGrp="1"/>
          </p:cNvSpPr>
          <p:nvPr>
            <p:ph type="ftr" sz="quarter" idx="11"/>
          </p:nvPr>
        </p:nvSpPr>
        <p:spPr/>
        <p:txBody>
          <a:bodyPr/>
          <a:lstStyle>
            <a:lvl1pPr>
              <a:defRPr/>
            </a:lvl1pPr>
            <a:extLst/>
          </a:lstStyle>
          <a:p>
            <a:pPr>
              <a:defRPr/>
            </a:pPr>
            <a:r>
              <a:rPr lang="en-US"/>
              <a:t>© Copyright 1992-2018 by Pearson Education, Inc. All Rights Reserved.</a:t>
            </a:r>
          </a:p>
        </p:txBody>
      </p:sp>
      <p:sp>
        <p:nvSpPr>
          <p:cNvPr id="8" name="Slide Number Placeholder 5">
            <a:extLst>
              <a:ext uri="{FF2B5EF4-FFF2-40B4-BE49-F238E27FC236}">
                <a16:creationId xmlns:a16="http://schemas.microsoft.com/office/drawing/2014/main" id="{54BFC7FD-3DF2-49CD-80AE-58F148214C2A}"/>
              </a:ext>
            </a:extLst>
          </p:cNvPr>
          <p:cNvSpPr>
            <a:spLocks noGrp="1"/>
          </p:cNvSpPr>
          <p:nvPr>
            <p:ph type="sldNum" sz="quarter" idx="12"/>
          </p:nvPr>
        </p:nvSpPr>
        <p:spPr/>
        <p:txBody>
          <a:bodyPr/>
          <a:lstStyle>
            <a:lvl1pPr>
              <a:defRPr/>
            </a:lvl1pPr>
          </a:lstStyle>
          <a:p>
            <a:fld id="{444EB347-32F2-42EF-B243-FF386E02EEAC}" type="slidenum">
              <a:rPr lang="en-US" altLang="en-US"/>
              <a:pPr/>
              <a:t>‹#›</a:t>
            </a:fld>
            <a:endParaRPr lang="en-US" altLang="en-US"/>
          </a:p>
        </p:txBody>
      </p:sp>
    </p:spTree>
    <p:extLst>
      <p:ext uri="{BB962C8B-B14F-4D97-AF65-F5344CB8AC3E}">
        <p14:creationId xmlns:p14="http://schemas.microsoft.com/office/powerpoint/2010/main" val="867963782"/>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1481329"/>
            <a:ext cx="5384800" cy="4525963"/>
          </a:xfrm>
        </p:spPr>
        <p:txBody>
          <a:bodyPr/>
          <a:lstStyle>
            <a:lvl1pPr>
              <a:defRPr sz="2800"/>
            </a:lvl1pPr>
            <a:lvl2pPr>
              <a:defRPr sz="2400"/>
            </a:lvl2pPr>
            <a:lvl3pPr>
              <a:defRPr sz="2000"/>
            </a:lvl3pPr>
            <a:lvl4pPr>
              <a:defRPr sz="1800"/>
            </a:lvl4pPr>
            <a:lvl5pPr>
              <a:defRPr sz="18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481329"/>
            <a:ext cx="5384800" cy="4525963"/>
          </a:xfrm>
        </p:spPr>
        <p:txBody>
          <a:bodyPr/>
          <a:lstStyle>
            <a:lvl1pPr>
              <a:defRPr sz="2800"/>
            </a:lvl1pPr>
            <a:lvl2pPr>
              <a:defRPr sz="2400"/>
            </a:lvl2pPr>
            <a:lvl3pPr>
              <a:defRPr sz="2000"/>
            </a:lvl3pPr>
            <a:lvl4pPr>
              <a:defRPr sz="1800"/>
            </a:lvl4pPr>
            <a:lvl5pPr>
              <a:defRPr sz="18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tle 7"/>
          <p:cNvSpPr>
            <a:spLocks noGrp="1"/>
          </p:cNvSpPr>
          <p:nvPr>
            <p:ph type="title"/>
          </p:nvPr>
        </p:nvSpPr>
        <p:spPr/>
        <p:txBody>
          <a:bodyPr rtlCol="0"/>
          <a:lstStyle/>
          <a:p>
            <a:r>
              <a:rPr lang="en-US"/>
              <a:t>Click to edit Master title style</a:t>
            </a:r>
          </a:p>
        </p:txBody>
      </p:sp>
      <p:sp>
        <p:nvSpPr>
          <p:cNvPr id="5" name="Date Placeholder 4">
            <a:extLst>
              <a:ext uri="{FF2B5EF4-FFF2-40B4-BE49-F238E27FC236}">
                <a16:creationId xmlns:a16="http://schemas.microsoft.com/office/drawing/2014/main" id="{EDFBF73A-0383-4FF6-A7D8-DD78EEFD166A}"/>
              </a:ext>
            </a:extLst>
          </p:cNvPr>
          <p:cNvSpPr>
            <a:spLocks noGrp="1"/>
          </p:cNvSpPr>
          <p:nvPr>
            <p:ph type="dt" sz="half" idx="10"/>
          </p:nvPr>
        </p:nvSpPr>
        <p:spPr/>
        <p:txBody>
          <a:bodyPr/>
          <a:lstStyle>
            <a:lvl1pPr>
              <a:defRPr smtClean="0"/>
            </a:lvl1pPr>
            <a:extLst/>
          </a:lstStyle>
          <a:p>
            <a:pPr>
              <a:defRPr/>
            </a:pPr>
            <a:fld id="{572DFA26-1244-4CD5-9BA5-781FC8C99FF3}" type="datetime1">
              <a:rPr lang="en-US" smtClean="0"/>
              <a:t>8/18/2025</a:t>
            </a:fld>
            <a:endParaRPr lang="en-US"/>
          </a:p>
        </p:txBody>
      </p:sp>
      <p:sp>
        <p:nvSpPr>
          <p:cNvPr id="6" name="Footer Placeholder 5">
            <a:extLst>
              <a:ext uri="{FF2B5EF4-FFF2-40B4-BE49-F238E27FC236}">
                <a16:creationId xmlns:a16="http://schemas.microsoft.com/office/drawing/2014/main" id="{D037F607-78C7-41F4-8F2A-2D0513495E7D}"/>
              </a:ext>
            </a:extLst>
          </p:cNvPr>
          <p:cNvSpPr>
            <a:spLocks noGrp="1"/>
          </p:cNvSpPr>
          <p:nvPr>
            <p:ph type="ftr" sz="quarter" idx="11"/>
          </p:nvPr>
        </p:nvSpPr>
        <p:spPr/>
        <p:txBody>
          <a:bodyPr/>
          <a:lstStyle>
            <a:lvl1pPr>
              <a:defRPr/>
            </a:lvl1pPr>
            <a:extLst/>
          </a:lstStyle>
          <a:p>
            <a:pPr>
              <a:defRPr/>
            </a:pPr>
            <a:r>
              <a:rPr lang="en-US"/>
              <a:t>© Copyright 1992-2018 by Pearson Education, Inc. All Rights Reserved.</a:t>
            </a:r>
          </a:p>
        </p:txBody>
      </p:sp>
      <p:sp>
        <p:nvSpPr>
          <p:cNvPr id="7" name="Slide Number Placeholder 6">
            <a:extLst>
              <a:ext uri="{FF2B5EF4-FFF2-40B4-BE49-F238E27FC236}">
                <a16:creationId xmlns:a16="http://schemas.microsoft.com/office/drawing/2014/main" id="{BBF0601A-2DDB-4879-8117-DB4E9737B8CC}"/>
              </a:ext>
            </a:extLst>
          </p:cNvPr>
          <p:cNvSpPr>
            <a:spLocks noGrp="1"/>
          </p:cNvSpPr>
          <p:nvPr>
            <p:ph type="sldNum" sz="quarter" idx="12"/>
          </p:nvPr>
        </p:nvSpPr>
        <p:spPr/>
        <p:txBody>
          <a:bodyPr/>
          <a:lstStyle>
            <a:lvl1pPr>
              <a:defRPr/>
            </a:lvl1pPr>
          </a:lstStyle>
          <a:p>
            <a:fld id="{692B6761-D921-45FA-BFA7-B3E7F5B7E2FF}" type="slidenum">
              <a:rPr lang="en-US" altLang="en-US"/>
              <a:pPr/>
              <a:t>‹#›</a:t>
            </a:fld>
            <a:endParaRPr lang="en-US" altLang="en-US"/>
          </a:p>
        </p:txBody>
      </p:sp>
    </p:spTree>
    <p:extLst>
      <p:ext uri="{BB962C8B-B14F-4D97-AF65-F5344CB8AC3E}">
        <p14:creationId xmlns:p14="http://schemas.microsoft.com/office/powerpoint/2010/main" val="395376045"/>
      </p:ext>
    </p:extLst>
  </p:cSld>
  <p:clrMapOvr>
    <a:overrideClrMapping bg1="dk1" tx1="lt1" bg2="dk2" tx2="lt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10972800" cy="1143000"/>
          </a:xfrm>
        </p:spPr>
        <p:txBody>
          <a:bodyPr/>
          <a:lstStyle>
            <a:lvl1pPr>
              <a:defRPr/>
            </a:lvl1pPr>
            <a:extLst/>
          </a:lstStyle>
          <a:p>
            <a:r>
              <a:rPr lang="en-US"/>
              <a:t>Click to edit Master title style</a:t>
            </a:r>
          </a:p>
        </p:txBody>
      </p:sp>
      <p:sp>
        <p:nvSpPr>
          <p:cNvPr id="3" name="Text Placeholder 2"/>
          <p:cNvSpPr>
            <a:spLocks noGrp="1"/>
          </p:cNvSpPr>
          <p:nvPr>
            <p:ph type="body" idx="1"/>
          </p:nvPr>
        </p:nvSpPr>
        <p:spPr>
          <a:xfrm>
            <a:off x="609600" y="5410200"/>
            <a:ext cx="5386917"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a:t>Click to edit Master text styles</a:t>
            </a:r>
          </a:p>
        </p:txBody>
      </p:sp>
      <p:sp>
        <p:nvSpPr>
          <p:cNvPr id="4" name="Text Placeholder 3"/>
          <p:cNvSpPr>
            <a:spLocks noGrp="1"/>
          </p:cNvSpPr>
          <p:nvPr>
            <p:ph type="body" sz="half" idx="3"/>
          </p:nvPr>
        </p:nvSpPr>
        <p:spPr>
          <a:xfrm>
            <a:off x="6193369" y="5410200"/>
            <a:ext cx="5389033"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a:t>Click to edit Master text styles</a:t>
            </a:r>
          </a:p>
        </p:txBody>
      </p:sp>
      <p:sp>
        <p:nvSpPr>
          <p:cNvPr id="5" name="Content Placeholder 4"/>
          <p:cNvSpPr>
            <a:spLocks noGrp="1"/>
          </p:cNvSpPr>
          <p:nvPr>
            <p:ph sz="quarter" idx="2"/>
          </p:nvPr>
        </p:nvSpPr>
        <p:spPr>
          <a:xfrm>
            <a:off x="609600" y="1444295"/>
            <a:ext cx="5386917"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3368" y="1444295"/>
            <a:ext cx="5389033"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60119A1-EEB3-4B82-B969-4D7ACF455D79}"/>
              </a:ext>
            </a:extLst>
          </p:cNvPr>
          <p:cNvSpPr>
            <a:spLocks noGrp="1"/>
          </p:cNvSpPr>
          <p:nvPr>
            <p:ph type="dt" sz="half" idx="10"/>
          </p:nvPr>
        </p:nvSpPr>
        <p:spPr/>
        <p:txBody>
          <a:bodyPr/>
          <a:lstStyle>
            <a:lvl1pPr>
              <a:defRPr smtClean="0"/>
            </a:lvl1pPr>
            <a:extLst/>
          </a:lstStyle>
          <a:p>
            <a:pPr>
              <a:defRPr/>
            </a:pPr>
            <a:fld id="{7A55BD8A-3A5A-4A3C-991E-49CB735F5490}" type="datetime1">
              <a:rPr lang="en-US" smtClean="0"/>
              <a:t>8/18/2025</a:t>
            </a:fld>
            <a:endParaRPr lang="en-US"/>
          </a:p>
        </p:txBody>
      </p:sp>
      <p:sp>
        <p:nvSpPr>
          <p:cNvPr id="8" name="Footer Placeholder 7">
            <a:extLst>
              <a:ext uri="{FF2B5EF4-FFF2-40B4-BE49-F238E27FC236}">
                <a16:creationId xmlns:a16="http://schemas.microsoft.com/office/drawing/2014/main" id="{B6EBB1F3-E9A4-4E48-BE50-316236283F44}"/>
              </a:ext>
            </a:extLst>
          </p:cNvPr>
          <p:cNvSpPr>
            <a:spLocks noGrp="1"/>
          </p:cNvSpPr>
          <p:nvPr>
            <p:ph type="ftr" sz="quarter" idx="11"/>
          </p:nvPr>
        </p:nvSpPr>
        <p:spPr/>
        <p:txBody>
          <a:bodyPr/>
          <a:lstStyle>
            <a:lvl1pPr>
              <a:defRPr/>
            </a:lvl1pPr>
            <a:extLst/>
          </a:lstStyle>
          <a:p>
            <a:pPr>
              <a:defRPr/>
            </a:pPr>
            <a:r>
              <a:rPr lang="en-US"/>
              <a:t>© Copyright 1992-2018 by Pearson Education, Inc. All Rights Reserved.</a:t>
            </a:r>
          </a:p>
        </p:txBody>
      </p:sp>
      <p:sp>
        <p:nvSpPr>
          <p:cNvPr id="9" name="Slide Number Placeholder 8">
            <a:extLst>
              <a:ext uri="{FF2B5EF4-FFF2-40B4-BE49-F238E27FC236}">
                <a16:creationId xmlns:a16="http://schemas.microsoft.com/office/drawing/2014/main" id="{1BF28FEA-32D7-4853-93C3-9BC9AAA50198}"/>
              </a:ext>
            </a:extLst>
          </p:cNvPr>
          <p:cNvSpPr>
            <a:spLocks noGrp="1"/>
          </p:cNvSpPr>
          <p:nvPr>
            <p:ph type="sldNum" sz="quarter" idx="12"/>
          </p:nvPr>
        </p:nvSpPr>
        <p:spPr/>
        <p:txBody>
          <a:bodyPr/>
          <a:lstStyle>
            <a:lvl1pPr>
              <a:defRPr/>
            </a:lvl1pPr>
          </a:lstStyle>
          <a:p>
            <a:fld id="{38AAA2F4-5636-4DBA-B478-B45C8D463391}" type="slidenum">
              <a:rPr lang="en-US" altLang="en-US"/>
              <a:pPr/>
              <a:t>‹#›</a:t>
            </a:fld>
            <a:endParaRPr lang="en-US" altLang="en-US"/>
          </a:p>
        </p:txBody>
      </p:sp>
    </p:spTree>
    <p:extLst>
      <p:ext uri="{BB962C8B-B14F-4D97-AF65-F5344CB8AC3E}">
        <p14:creationId xmlns:p14="http://schemas.microsoft.com/office/powerpoint/2010/main" val="2474958580"/>
      </p:ext>
    </p:extLst>
  </p:cSld>
  <p:clrMapOvr>
    <a:overrideClrMapping bg1="lt1" tx1="dk1" bg2="lt2" tx2="dk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p:txBody>
          <a:bodyPr rtlCol="0"/>
          <a:lstStyle/>
          <a:p>
            <a:r>
              <a:rPr lang="en-US"/>
              <a:t>Click to edit Master title style</a:t>
            </a:r>
          </a:p>
        </p:txBody>
      </p:sp>
      <p:sp>
        <p:nvSpPr>
          <p:cNvPr id="3" name="Date Placeholder 2">
            <a:extLst>
              <a:ext uri="{FF2B5EF4-FFF2-40B4-BE49-F238E27FC236}">
                <a16:creationId xmlns:a16="http://schemas.microsoft.com/office/drawing/2014/main" id="{B81DB087-0B37-41F2-B972-4B7FAEFF6223}"/>
              </a:ext>
            </a:extLst>
          </p:cNvPr>
          <p:cNvSpPr>
            <a:spLocks noGrp="1"/>
          </p:cNvSpPr>
          <p:nvPr>
            <p:ph type="dt" sz="half" idx="10"/>
          </p:nvPr>
        </p:nvSpPr>
        <p:spPr/>
        <p:txBody>
          <a:bodyPr/>
          <a:lstStyle>
            <a:lvl1pPr>
              <a:defRPr smtClean="0"/>
            </a:lvl1pPr>
            <a:extLst/>
          </a:lstStyle>
          <a:p>
            <a:pPr>
              <a:defRPr/>
            </a:pPr>
            <a:fld id="{CA899864-6313-4E12-B78C-EEFB2AE56C28}" type="datetime1">
              <a:rPr lang="en-US" smtClean="0"/>
              <a:t>8/18/2025</a:t>
            </a:fld>
            <a:endParaRPr lang="en-US"/>
          </a:p>
        </p:txBody>
      </p:sp>
      <p:sp>
        <p:nvSpPr>
          <p:cNvPr id="4" name="Footer Placeholder 3">
            <a:extLst>
              <a:ext uri="{FF2B5EF4-FFF2-40B4-BE49-F238E27FC236}">
                <a16:creationId xmlns:a16="http://schemas.microsoft.com/office/drawing/2014/main" id="{CCE3F602-006B-4AC9-A6AF-47A739BFBE7C}"/>
              </a:ext>
            </a:extLst>
          </p:cNvPr>
          <p:cNvSpPr>
            <a:spLocks noGrp="1"/>
          </p:cNvSpPr>
          <p:nvPr>
            <p:ph type="ftr" sz="quarter" idx="11"/>
          </p:nvPr>
        </p:nvSpPr>
        <p:spPr/>
        <p:txBody>
          <a:bodyPr/>
          <a:lstStyle>
            <a:lvl1pPr>
              <a:defRPr/>
            </a:lvl1pPr>
            <a:extLst/>
          </a:lstStyle>
          <a:p>
            <a:pPr>
              <a:defRPr/>
            </a:pPr>
            <a:r>
              <a:rPr lang="en-US"/>
              <a:t>© Copyright 1992-2018 by Pearson Education, Inc. All Rights Reserved.</a:t>
            </a:r>
          </a:p>
        </p:txBody>
      </p:sp>
      <p:sp>
        <p:nvSpPr>
          <p:cNvPr id="5" name="Slide Number Placeholder 4">
            <a:extLst>
              <a:ext uri="{FF2B5EF4-FFF2-40B4-BE49-F238E27FC236}">
                <a16:creationId xmlns:a16="http://schemas.microsoft.com/office/drawing/2014/main" id="{F47650BE-9D66-4ED1-8FAB-4B58FBFFD91B}"/>
              </a:ext>
            </a:extLst>
          </p:cNvPr>
          <p:cNvSpPr>
            <a:spLocks noGrp="1"/>
          </p:cNvSpPr>
          <p:nvPr>
            <p:ph type="sldNum" sz="quarter" idx="12"/>
          </p:nvPr>
        </p:nvSpPr>
        <p:spPr/>
        <p:txBody>
          <a:bodyPr/>
          <a:lstStyle>
            <a:lvl1pPr>
              <a:defRPr/>
            </a:lvl1pPr>
          </a:lstStyle>
          <a:p>
            <a:fld id="{F425A6C9-1A97-4976-8713-8A7C178C361F}" type="slidenum">
              <a:rPr lang="en-US" altLang="en-US"/>
              <a:pPr/>
              <a:t>‹#›</a:t>
            </a:fld>
            <a:endParaRPr lang="en-US" altLang="en-US"/>
          </a:p>
        </p:txBody>
      </p:sp>
    </p:spTree>
    <p:extLst>
      <p:ext uri="{BB962C8B-B14F-4D97-AF65-F5344CB8AC3E}">
        <p14:creationId xmlns:p14="http://schemas.microsoft.com/office/powerpoint/2010/main" val="3154553704"/>
      </p:ext>
    </p:extLst>
  </p:cSld>
  <p:clrMapOvr>
    <a:overrideClrMapping bg1="dk1" tx1="lt1" bg2="dk2" tx2="lt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a:extLst>
              <a:ext uri="{FF2B5EF4-FFF2-40B4-BE49-F238E27FC236}">
                <a16:creationId xmlns:a16="http://schemas.microsoft.com/office/drawing/2014/main" id="{512CB2C4-BA26-4F60-A858-9564E304D5AD}"/>
              </a:ext>
            </a:extLst>
          </p:cNvPr>
          <p:cNvSpPr>
            <a:spLocks noGrp="1"/>
          </p:cNvSpPr>
          <p:nvPr>
            <p:ph type="dt" sz="half" idx="10"/>
          </p:nvPr>
        </p:nvSpPr>
        <p:spPr/>
        <p:txBody>
          <a:bodyPr/>
          <a:lstStyle>
            <a:lvl1pPr>
              <a:defRPr/>
            </a:lvl1pPr>
          </a:lstStyle>
          <a:p>
            <a:pPr>
              <a:defRPr/>
            </a:pPr>
            <a:fld id="{9F47E081-2E67-4123-BF31-33C180CC9A45}" type="datetime1">
              <a:rPr lang="en-US" smtClean="0"/>
              <a:t>8/18/2025</a:t>
            </a:fld>
            <a:endParaRPr lang="en-US"/>
          </a:p>
        </p:txBody>
      </p:sp>
      <p:sp>
        <p:nvSpPr>
          <p:cNvPr id="3" name="Footer Placeholder 21">
            <a:extLst>
              <a:ext uri="{FF2B5EF4-FFF2-40B4-BE49-F238E27FC236}">
                <a16:creationId xmlns:a16="http://schemas.microsoft.com/office/drawing/2014/main" id="{623F0641-F310-4D8C-931E-C4C16D5EF0AB}"/>
              </a:ext>
            </a:extLst>
          </p:cNvPr>
          <p:cNvSpPr>
            <a:spLocks noGrp="1"/>
          </p:cNvSpPr>
          <p:nvPr>
            <p:ph type="ftr" sz="quarter" idx="11"/>
          </p:nvPr>
        </p:nvSpPr>
        <p:spPr/>
        <p:txBody>
          <a:bodyPr/>
          <a:lstStyle>
            <a:lvl1pPr>
              <a:defRPr/>
            </a:lvl1pPr>
          </a:lstStyle>
          <a:p>
            <a:pPr>
              <a:defRPr/>
            </a:pPr>
            <a:r>
              <a:rPr lang="en-US"/>
              <a:t>© Copyright 1992-2018 by Pearson Education, Inc. All Rights Reserved.</a:t>
            </a:r>
          </a:p>
        </p:txBody>
      </p:sp>
      <p:sp>
        <p:nvSpPr>
          <p:cNvPr id="4" name="Slide Number Placeholder 17">
            <a:extLst>
              <a:ext uri="{FF2B5EF4-FFF2-40B4-BE49-F238E27FC236}">
                <a16:creationId xmlns:a16="http://schemas.microsoft.com/office/drawing/2014/main" id="{7271DFB9-B59A-4CAA-A200-D6886DE303F6}"/>
              </a:ext>
            </a:extLst>
          </p:cNvPr>
          <p:cNvSpPr>
            <a:spLocks noGrp="1"/>
          </p:cNvSpPr>
          <p:nvPr>
            <p:ph type="sldNum" sz="quarter" idx="12"/>
          </p:nvPr>
        </p:nvSpPr>
        <p:spPr/>
        <p:txBody>
          <a:bodyPr/>
          <a:lstStyle>
            <a:lvl1pPr>
              <a:defRPr/>
            </a:lvl1pPr>
          </a:lstStyle>
          <a:p>
            <a:fld id="{28A44156-6A90-4A62-895F-1396F0CAB17B}" type="slidenum">
              <a:rPr lang="en-US" altLang="en-US"/>
              <a:pPr/>
              <a:t>‹#›</a:t>
            </a:fld>
            <a:endParaRPr lang="en-US" altLang="en-US"/>
          </a:p>
        </p:txBody>
      </p:sp>
    </p:spTree>
    <p:extLst>
      <p:ext uri="{BB962C8B-B14F-4D97-AF65-F5344CB8AC3E}">
        <p14:creationId xmlns:p14="http://schemas.microsoft.com/office/powerpoint/2010/main" val="275777943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4876800"/>
            <a:ext cx="9975701" cy="457200"/>
          </a:xfrm>
        </p:spPr>
        <p:txBody>
          <a:bodyPr anchor="t">
            <a:noAutofit/>
            <a:sp3d prstMaterial="softEdge">
              <a:bevelT w="0" h="0"/>
            </a:sp3d>
          </a:bodyPr>
          <a:lstStyle>
            <a:lvl1pPr algn="r">
              <a:buNone/>
              <a:defRPr sz="2500" b="0">
                <a:solidFill>
                  <a:schemeClr val="accent1"/>
                </a:solidFill>
                <a:effectLst/>
              </a:defRPr>
            </a:lvl1pPr>
            <a:extLst/>
          </a:lstStyle>
          <a:p>
            <a:r>
              <a:rPr lang="en-US"/>
              <a:t>Click to edit Master title style</a:t>
            </a:r>
          </a:p>
        </p:txBody>
      </p:sp>
      <p:sp>
        <p:nvSpPr>
          <p:cNvPr id="3" name="Text Placeholder 2"/>
          <p:cNvSpPr>
            <a:spLocks noGrp="1"/>
          </p:cNvSpPr>
          <p:nvPr>
            <p:ph type="body" idx="2"/>
          </p:nvPr>
        </p:nvSpPr>
        <p:spPr>
          <a:xfrm>
            <a:off x="5892800" y="5355102"/>
            <a:ext cx="5299456"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a:r>
              <a:rPr lang="en-US"/>
              <a:t>Click to edit Master text styles</a:t>
            </a:r>
          </a:p>
        </p:txBody>
      </p:sp>
      <p:sp>
        <p:nvSpPr>
          <p:cNvPr id="4" name="Content Placeholder 3"/>
          <p:cNvSpPr>
            <a:spLocks noGrp="1"/>
          </p:cNvSpPr>
          <p:nvPr>
            <p:ph sz="half" idx="1"/>
          </p:nvPr>
        </p:nvSpPr>
        <p:spPr>
          <a:xfrm>
            <a:off x="1219200" y="274320"/>
            <a:ext cx="9973056" cy="4572000"/>
          </a:xfrm>
        </p:spPr>
        <p:txBody>
          <a:bodyPr/>
          <a:lstStyle>
            <a:lvl1pPr>
              <a:defRPr sz="3200"/>
            </a:lvl1pPr>
            <a:lvl2pPr>
              <a:defRPr sz="2800"/>
            </a:lvl2pPr>
            <a:lvl3pPr>
              <a:defRPr sz="2400"/>
            </a:lvl3pPr>
            <a:lvl4pPr>
              <a:defRPr sz="2000"/>
            </a:lvl4pPr>
            <a:lvl5pPr>
              <a:defRPr sz="20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E968D2F0-CA96-454B-8958-930BA913FBB6}"/>
              </a:ext>
            </a:extLst>
          </p:cNvPr>
          <p:cNvSpPr>
            <a:spLocks noGrp="1"/>
          </p:cNvSpPr>
          <p:nvPr>
            <p:ph type="dt" sz="half" idx="10"/>
          </p:nvPr>
        </p:nvSpPr>
        <p:spPr/>
        <p:txBody>
          <a:bodyPr/>
          <a:lstStyle>
            <a:lvl1pPr>
              <a:defRPr smtClean="0"/>
            </a:lvl1pPr>
            <a:extLst/>
          </a:lstStyle>
          <a:p>
            <a:pPr>
              <a:defRPr/>
            </a:pPr>
            <a:fld id="{98D79830-8856-49F5-B252-8A9C89DEAFC0}" type="datetime1">
              <a:rPr lang="en-US" smtClean="0"/>
              <a:t>8/18/2025</a:t>
            </a:fld>
            <a:endParaRPr lang="en-US"/>
          </a:p>
        </p:txBody>
      </p:sp>
      <p:sp>
        <p:nvSpPr>
          <p:cNvPr id="6" name="Footer Placeholder 5">
            <a:extLst>
              <a:ext uri="{FF2B5EF4-FFF2-40B4-BE49-F238E27FC236}">
                <a16:creationId xmlns:a16="http://schemas.microsoft.com/office/drawing/2014/main" id="{603BF46E-3C43-40E2-8DEA-BA3351079E2D}"/>
              </a:ext>
            </a:extLst>
          </p:cNvPr>
          <p:cNvSpPr>
            <a:spLocks noGrp="1"/>
          </p:cNvSpPr>
          <p:nvPr>
            <p:ph type="ftr" sz="quarter" idx="11"/>
          </p:nvPr>
        </p:nvSpPr>
        <p:spPr/>
        <p:txBody>
          <a:bodyPr/>
          <a:lstStyle>
            <a:lvl1pPr>
              <a:defRPr/>
            </a:lvl1pPr>
            <a:extLst/>
          </a:lstStyle>
          <a:p>
            <a:pPr>
              <a:defRPr/>
            </a:pPr>
            <a:r>
              <a:rPr lang="en-US"/>
              <a:t>© Copyright 1992-2018 by Pearson Education, Inc. All Rights Reserved.</a:t>
            </a:r>
          </a:p>
        </p:txBody>
      </p:sp>
      <p:sp>
        <p:nvSpPr>
          <p:cNvPr id="7" name="Slide Number Placeholder 6">
            <a:extLst>
              <a:ext uri="{FF2B5EF4-FFF2-40B4-BE49-F238E27FC236}">
                <a16:creationId xmlns:a16="http://schemas.microsoft.com/office/drawing/2014/main" id="{4AD63FFE-BB3C-49B0-A5B5-A2721867AFC6}"/>
              </a:ext>
            </a:extLst>
          </p:cNvPr>
          <p:cNvSpPr>
            <a:spLocks noGrp="1"/>
          </p:cNvSpPr>
          <p:nvPr>
            <p:ph type="sldNum" sz="quarter" idx="12"/>
          </p:nvPr>
        </p:nvSpPr>
        <p:spPr/>
        <p:txBody>
          <a:bodyPr/>
          <a:lstStyle>
            <a:lvl1pPr>
              <a:defRPr/>
            </a:lvl1pPr>
          </a:lstStyle>
          <a:p>
            <a:fld id="{3F88728D-7228-4047-BA37-B3F1530BC5D9}" type="slidenum">
              <a:rPr lang="en-US" altLang="en-US"/>
              <a:pPr/>
              <a:t>‹#›</a:t>
            </a:fld>
            <a:endParaRPr lang="en-US" altLang="en-US"/>
          </a:p>
        </p:txBody>
      </p:sp>
    </p:spTree>
    <p:extLst>
      <p:ext uri="{BB962C8B-B14F-4D97-AF65-F5344CB8AC3E}">
        <p14:creationId xmlns:p14="http://schemas.microsoft.com/office/powerpoint/2010/main" val="1267010687"/>
      </p:ext>
    </p:extLst>
  </p:cSld>
  <p:clrMapOvr>
    <a:overrideClrMapping bg1="lt1" tx1="dk1" bg2="lt2" tx2="dk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5" name="Freeform 16">
            <a:extLst>
              <a:ext uri="{FF2B5EF4-FFF2-40B4-BE49-F238E27FC236}">
                <a16:creationId xmlns:a16="http://schemas.microsoft.com/office/drawing/2014/main" id="{51AB0E4D-18F1-4F03-8401-AB7C8ABA1B5D}"/>
              </a:ext>
            </a:extLst>
          </p:cNvPr>
          <p:cNvSpPr>
            <a:spLocks/>
          </p:cNvSpPr>
          <p:nvPr/>
        </p:nvSpPr>
        <p:spPr bwMode="auto">
          <a:xfrm>
            <a:off x="666751" y="5945188"/>
            <a:ext cx="6587067" cy="9207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fontAlgn="auto">
              <a:spcBef>
                <a:spcPts val="0"/>
              </a:spcBef>
              <a:spcAft>
                <a:spcPts val="0"/>
              </a:spcAft>
              <a:defRPr/>
            </a:pPr>
            <a:endParaRPr lang="en-US" dirty="0">
              <a:latin typeface="Calibri" panose="020F0502020204030204" pitchFamily="34" charset="0"/>
              <a:cs typeface="Calibri" panose="020F0502020204030204" pitchFamily="34" charset="0"/>
            </a:endParaRPr>
          </a:p>
        </p:txBody>
      </p:sp>
      <p:sp>
        <p:nvSpPr>
          <p:cNvPr id="6" name="Freeform 18">
            <a:extLst>
              <a:ext uri="{FF2B5EF4-FFF2-40B4-BE49-F238E27FC236}">
                <a16:creationId xmlns:a16="http://schemas.microsoft.com/office/drawing/2014/main" id="{9FBD4DD6-A11A-40A0-BA78-7016FEC01168}"/>
              </a:ext>
            </a:extLst>
          </p:cNvPr>
          <p:cNvSpPr>
            <a:spLocks/>
          </p:cNvSpPr>
          <p:nvPr/>
        </p:nvSpPr>
        <p:spPr bwMode="auto">
          <a:xfrm>
            <a:off x="647700" y="5938838"/>
            <a:ext cx="4921251" cy="933450"/>
          </a:xfrm>
          <a:custGeom>
            <a:avLst/>
            <a:gdLst>
              <a:gd name="T0" fmla="*/ 0 w 5591"/>
              <a:gd name="T1" fmla="*/ 0 h 588"/>
              <a:gd name="T2" fmla="*/ 2147483647 w 5591"/>
              <a:gd name="T3" fmla="*/ 0 h 588"/>
              <a:gd name="T4" fmla="*/ 2147483647 w 5591"/>
              <a:gd name="T5" fmla="*/ 2147483647 h 588"/>
              <a:gd name="T6" fmla="*/ 2147483647 w 5591"/>
              <a:gd name="T7" fmla="*/ 0 h 588"/>
              <a:gd name="T8" fmla="*/ 0 60000 65536"/>
              <a:gd name="T9" fmla="*/ 0 60000 65536"/>
              <a:gd name="T10" fmla="*/ 0 60000 65536"/>
              <a:gd name="T11" fmla="*/ 0 60000 65536"/>
              <a:gd name="T12" fmla="*/ 0 w 5591"/>
              <a:gd name="T13" fmla="*/ 0 h 588"/>
              <a:gd name="T14" fmla="*/ 5591 w 5591"/>
              <a:gd name="T15" fmla="*/ 588 h 588"/>
            </a:gdLst>
            <a:ahLst/>
            <a:cxnLst>
              <a:cxn ang="T8">
                <a:pos x="T0" y="T1"/>
              </a:cxn>
              <a:cxn ang="T9">
                <a:pos x="T2" y="T3"/>
              </a:cxn>
              <a:cxn ang="T10">
                <a:pos x="T4" y="T5"/>
              </a:cxn>
              <a:cxn ang="T11">
                <a:pos x="T6" y="T7"/>
              </a:cxn>
            </a:cxnLst>
            <a:rect l="T12" t="T13" r="T14" b="T15"/>
            <a:pathLst>
              <a:path w="5591" h="588">
                <a:moveTo>
                  <a:pt x="0" y="0"/>
                </a:moveTo>
                <a:lnTo>
                  <a:pt x="5591" y="585"/>
                </a:lnTo>
                <a:lnTo>
                  <a:pt x="4415" y="588"/>
                </a:lnTo>
                <a:lnTo>
                  <a:pt x="12" y="4"/>
                </a:lnTo>
              </a:path>
            </a:pathLst>
          </a:custGeom>
          <a:solidFill>
            <a:srgbClr val="000000"/>
          </a:solidFill>
          <a:ln>
            <a:noFill/>
          </a:ln>
          <a:extLst>
            <a:ext uri="{91240B29-F687-4F45-9708-019B960494DF}">
              <a14:hiddenLine xmlns:a14="http://schemas.microsoft.com/office/drawing/2010/main" w="9525" cap="flat" cmpd="sng" algn="ctr">
                <a:solidFill>
                  <a:srgbClr val="000000"/>
                </a:solidFill>
                <a:prstDash val="solid"/>
                <a:round/>
                <a:headEnd type="none" w="med" len="med"/>
                <a:tailEnd type="none" w="med" len="med"/>
              </a14:hiddenLine>
            </a:ext>
          </a:extLst>
        </p:spPr>
        <p:txBody>
          <a:bodyPr/>
          <a:lstStyle/>
          <a:p>
            <a:endParaRPr lang="en-US" dirty="0">
              <a:latin typeface="Calibri" panose="020F0502020204030204" pitchFamily="34" charset="0"/>
              <a:cs typeface="Calibri" panose="020F0502020204030204" pitchFamily="34" charset="0"/>
            </a:endParaRPr>
          </a:p>
        </p:txBody>
      </p:sp>
      <p:sp>
        <p:nvSpPr>
          <p:cNvPr id="7" name="Right Triangle 6">
            <a:extLst>
              <a:ext uri="{FF2B5EF4-FFF2-40B4-BE49-F238E27FC236}">
                <a16:creationId xmlns:a16="http://schemas.microsoft.com/office/drawing/2014/main" id="{728BD67A-4AA8-408F-B2A9-758C86177968}"/>
              </a:ext>
            </a:extLst>
          </p:cNvPr>
          <p:cNvSpPr>
            <a:spLocks/>
          </p:cNvSpPr>
          <p:nvPr/>
        </p:nvSpPr>
        <p:spPr bwMode="auto">
          <a:xfrm>
            <a:off x="-8056" y="5791253"/>
            <a:ext cx="4536419" cy="1080868"/>
          </a:xfrm>
          <a:prstGeom prst="rtTriangle">
            <a:avLst/>
          </a:prstGeom>
          <a:blipFill>
            <a:blip r:embed="rId4"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latin typeface="Calibri" panose="020F0502020204030204" pitchFamily="34" charset="0"/>
            </a:endParaRPr>
          </a:p>
        </p:txBody>
      </p:sp>
      <p:cxnSp>
        <p:nvCxnSpPr>
          <p:cNvPr id="8" name="Straight Connector 7">
            <a:extLst>
              <a:ext uri="{FF2B5EF4-FFF2-40B4-BE49-F238E27FC236}">
                <a16:creationId xmlns:a16="http://schemas.microsoft.com/office/drawing/2014/main" id="{0B3CCDAA-A216-4B72-9C5D-B41922C29027}"/>
              </a:ext>
            </a:extLst>
          </p:cNvPr>
          <p:cNvCxnSpPr/>
          <p:nvPr/>
        </p:nvCxnSpPr>
        <p:spPr>
          <a:xfrm>
            <a:off x="-12316" y="5787739"/>
            <a:ext cx="454067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Chevron 22">
            <a:extLst>
              <a:ext uri="{FF2B5EF4-FFF2-40B4-BE49-F238E27FC236}">
                <a16:creationId xmlns:a16="http://schemas.microsoft.com/office/drawing/2014/main" id="{9FB39C9D-C5FE-4264-A667-AFC1F0B3E46E}"/>
              </a:ext>
            </a:extLst>
          </p:cNvPr>
          <p:cNvSpPr/>
          <p:nvPr/>
        </p:nvSpPr>
        <p:spPr>
          <a:xfrm>
            <a:off x="11552768" y="4987925"/>
            <a:ext cx="243417"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fontAlgn="auto">
              <a:spcBef>
                <a:spcPts val="0"/>
              </a:spcBef>
              <a:spcAft>
                <a:spcPts val="0"/>
              </a:spcAft>
              <a:defRPr/>
            </a:pPr>
            <a:endParaRPr lang="en-US" dirty="0">
              <a:latin typeface="Calibri" panose="020F0502020204030204" pitchFamily="34" charset="0"/>
            </a:endParaRPr>
          </a:p>
        </p:txBody>
      </p:sp>
      <p:sp>
        <p:nvSpPr>
          <p:cNvPr id="10" name="Chevron 23">
            <a:extLst>
              <a:ext uri="{FF2B5EF4-FFF2-40B4-BE49-F238E27FC236}">
                <a16:creationId xmlns:a16="http://schemas.microsoft.com/office/drawing/2014/main" id="{D6849C0A-DCD4-49E2-976D-9E94A9768709}"/>
              </a:ext>
            </a:extLst>
          </p:cNvPr>
          <p:cNvSpPr/>
          <p:nvPr/>
        </p:nvSpPr>
        <p:spPr>
          <a:xfrm>
            <a:off x="11303001" y="4987925"/>
            <a:ext cx="243417"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fontAlgn="auto">
              <a:spcBef>
                <a:spcPts val="0"/>
              </a:spcBef>
              <a:spcAft>
                <a:spcPts val="0"/>
              </a:spcAft>
              <a:defRPr/>
            </a:pPr>
            <a:endParaRPr lang="en-US" dirty="0">
              <a:latin typeface="Calibri" panose="020F0502020204030204" pitchFamily="34" charset="0"/>
            </a:endParaRPr>
          </a:p>
        </p:txBody>
      </p:sp>
      <p:sp>
        <p:nvSpPr>
          <p:cNvPr id="4" name="Text Placeholder 3"/>
          <p:cNvSpPr>
            <a:spLocks noGrp="1"/>
          </p:cNvSpPr>
          <p:nvPr>
            <p:ph type="body" sz="half" idx="2"/>
          </p:nvPr>
        </p:nvSpPr>
        <p:spPr>
          <a:xfrm>
            <a:off x="1521643" y="5443402"/>
            <a:ext cx="9550400" cy="648232"/>
          </a:xfrm>
          <a:noFill/>
        </p:spPr>
        <p:txBody>
          <a:bodyPr tIns="0"/>
          <a:lstStyle>
            <a:lvl1pPr marL="0" marR="18288" indent="0" algn="r">
              <a:buNone/>
              <a:defRPr sz="1400"/>
            </a:lvl1pPr>
            <a:lvl2pPr>
              <a:defRPr sz="1200"/>
            </a:lvl2pPr>
            <a:lvl3pPr>
              <a:defRPr sz="1000"/>
            </a:lvl3pPr>
            <a:lvl4pPr>
              <a:defRPr sz="900"/>
            </a:lvl4pPr>
            <a:lvl5pPr>
              <a:defRPr sz="900"/>
            </a:lvl5pPr>
            <a:extLst/>
          </a:lstStyle>
          <a:p>
            <a:pPr lvl="0"/>
            <a:r>
              <a:rPr lang="en-US"/>
              <a:t>Click to edit Master text styles</a:t>
            </a:r>
          </a:p>
        </p:txBody>
      </p:sp>
      <p:sp>
        <p:nvSpPr>
          <p:cNvPr id="3" name="Picture Placeholder 2"/>
          <p:cNvSpPr>
            <a:spLocks noGrp="1"/>
          </p:cNvSpPr>
          <p:nvPr>
            <p:ph type="pic" idx="1"/>
          </p:nvPr>
        </p:nvSpPr>
        <p:spPr>
          <a:xfrm>
            <a:off x="304800" y="189968"/>
            <a:ext cx="11582400" cy="4389120"/>
          </a:xfrm>
          <a:prstGeom prst="rect">
            <a:avLst/>
          </a:prstGeom>
          <a:solidFill>
            <a:schemeClr val="bg2"/>
          </a:solidFill>
          <a:ln>
            <a:solidFill>
              <a:schemeClr val="bg1"/>
            </a:solidFill>
          </a:ln>
          <a:effectLst>
            <a:innerShdw blurRad="95250">
              <a:srgbClr val="000000"/>
            </a:innerShdw>
          </a:effectLst>
        </p:spPr>
        <p:txBody>
          <a:bodyPr>
            <a:normAutofit/>
          </a:bodyPr>
          <a:lstStyle>
            <a:lvl1pPr marL="0" indent="0">
              <a:buNone/>
              <a:defRPr sz="3200"/>
            </a:lvl1pPr>
            <a:extLst/>
          </a:lstStyle>
          <a:p>
            <a:pPr lvl="0"/>
            <a:r>
              <a:rPr lang="en-US" noProof="0"/>
              <a:t>Click icon to add picture</a:t>
            </a:r>
            <a:endParaRPr lang="en-US" noProof="0" dirty="0"/>
          </a:p>
        </p:txBody>
      </p:sp>
      <p:sp>
        <p:nvSpPr>
          <p:cNvPr id="2" name="Title 1"/>
          <p:cNvSpPr>
            <a:spLocks noGrp="1"/>
          </p:cNvSpPr>
          <p:nvPr>
            <p:ph type="title"/>
          </p:nvPr>
        </p:nvSpPr>
        <p:spPr>
          <a:xfrm>
            <a:off x="304800" y="4865122"/>
            <a:ext cx="10767243"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lang="en-US"/>
              <a:t>Click to edit Master title style</a:t>
            </a:r>
          </a:p>
        </p:txBody>
      </p:sp>
      <p:sp>
        <p:nvSpPr>
          <p:cNvPr id="11" name="Date Placeholder 4">
            <a:extLst>
              <a:ext uri="{FF2B5EF4-FFF2-40B4-BE49-F238E27FC236}">
                <a16:creationId xmlns:a16="http://schemas.microsoft.com/office/drawing/2014/main" id="{9BBBACC7-D801-4293-B61E-590EFDFE579A}"/>
              </a:ext>
            </a:extLst>
          </p:cNvPr>
          <p:cNvSpPr>
            <a:spLocks noGrp="1"/>
          </p:cNvSpPr>
          <p:nvPr>
            <p:ph type="dt" sz="half" idx="10"/>
          </p:nvPr>
        </p:nvSpPr>
        <p:spPr/>
        <p:txBody>
          <a:bodyPr/>
          <a:lstStyle>
            <a:lvl1pPr>
              <a:defRPr smtClean="0">
                <a:solidFill>
                  <a:schemeClr val="tx1"/>
                </a:solidFill>
              </a:defRPr>
            </a:lvl1pPr>
            <a:extLst/>
          </a:lstStyle>
          <a:p>
            <a:pPr>
              <a:defRPr/>
            </a:pPr>
            <a:fld id="{F6662765-885D-4352-91FE-98D3DC43CE7C}" type="datetime1">
              <a:rPr lang="en-US" smtClean="0"/>
              <a:t>8/18/2025</a:t>
            </a:fld>
            <a:endParaRPr lang="en-US"/>
          </a:p>
        </p:txBody>
      </p:sp>
      <p:sp>
        <p:nvSpPr>
          <p:cNvPr id="12" name="Footer Placeholder 5">
            <a:extLst>
              <a:ext uri="{FF2B5EF4-FFF2-40B4-BE49-F238E27FC236}">
                <a16:creationId xmlns:a16="http://schemas.microsoft.com/office/drawing/2014/main" id="{1DCA93DF-6F13-4866-ACC9-D289FBC92A10}"/>
              </a:ext>
            </a:extLst>
          </p:cNvPr>
          <p:cNvSpPr>
            <a:spLocks noGrp="1"/>
          </p:cNvSpPr>
          <p:nvPr>
            <p:ph type="ftr" sz="quarter" idx="11"/>
          </p:nvPr>
        </p:nvSpPr>
        <p:spPr>
          <a:xfrm>
            <a:off x="5839884" y="6408739"/>
            <a:ext cx="3134783" cy="365125"/>
          </a:xfrm>
        </p:spPr>
        <p:txBody>
          <a:bodyPr/>
          <a:lstStyle>
            <a:lvl1pPr>
              <a:defRPr>
                <a:solidFill>
                  <a:schemeClr val="tx1"/>
                </a:solidFill>
              </a:defRPr>
            </a:lvl1pPr>
            <a:extLst/>
          </a:lstStyle>
          <a:p>
            <a:pPr>
              <a:defRPr/>
            </a:pPr>
            <a:r>
              <a:rPr lang="en-US"/>
              <a:t>© Copyright 1992-2018 by Pearson Education, Inc. All Rights Reserved.</a:t>
            </a:r>
          </a:p>
        </p:txBody>
      </p:sp>
      <p:sp>
        <p:nvSpPr>
          <p:cNvPr id="13" name="Slide Number Placeholder 6">
            <a:extLst>
              <a:ext uri="{FF2B5EF4-FFF2-40B4-BE49-F238E27FC236}">
                <a16:creationId xmlns:a16="http://schemas.microsoft.com/office/drawing/2014/main" id="{E0C2D4FD-67DA-430B-91CE-55BFF5B03ED8}"/>
              </a:ext>
            </a:extLst>
          </p:cNvPr>
          <p:cNvSpPr>
            <a:spLocks noGrp="1"/>
          </p:cNvSpPr>
          <p:nvPr>
            <p:ph type="sldNum" sz="quarter" idx="12"/>
          </p:nvPr>
        </p:nvSpPr>
        <p:spPr/>
        <p:txBody>
          <a:bodyPr/>
          <a:lstStyle>
            <a:lvl1pPr>
              <a:defRPr/>
            </a:lvl1pPr>
          </a:lstStyle>
          <a:p>
            <a:fld id="{2762774E-9269-4E03-97F5-0FAF0715D1F3}" type="slidenum">
              <a:rPr lang="en-US" altLang="en-US"/>
              <a:pPr/>
              <a:t>‹#›</a:t>
            </a:fld>
            <a:endParaRPr lang="en-US" altLang="en-US"/>
          </a:p>
        </p:txBody>
      </p:sp>
    </p:spTree>
    <p:extLst>
      <p:ext uri="{BB962C8B-B14F-4D97-AF65-F5344CB8AC3E}">
        <p14:creationId xmlns:p14="http://schemas.microsoft.com/office/powerpoint/2010/main" val="30533815"/>
      </p:ext>
    </p:extLst>
  </p:cSld>
  <p:clrMapOvr>
    <a:overrideClrMapping bg1="dk1" tx1="lt1" bg2="dk2" tx2="lt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609600" y="1481330"/>
            <a:ext cx="10972800" cy="438607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a:extLst>
              <a:ext uri="{FF2B5EF4-FFF2-40B4-BE49-F238E27FC236}">
                <a16:creationId xmlns:a16="http://schemas.microsoft.com/office/drawing/2014/main" id="{55F2B657-216A-43E9-8006-852D41F89EEA}"/>
              </a:ext>
            </a:extLst>
          </p:cNvPr>
          <p:cNvSpPr>
            <a:spLocks noGrp="1"/>
          </p:cNvSpPr>
          <p:nvPr>
            <p:ph type="dt" sz="half" idx="10"/>
          </p:nvPr>
        </p:nvSpPr>
        <p:spPr/>
        <p:txBody>
          <a:bodyPr/>
          <a:lstStyle>
            <a:lvl1pPr>
              <a:defRPr/>
            </a:lvl1pPr>
          </a:lstStyle>
          <a:p>
            <a:pPr>
              <a:defRPr/>
            </a:pPr>
            <a:fld id="{9FDEF285-D416-4004-B34E-2C4A0ADD3D24}" type="datetime1">
              <a:rPr lang="en-US" smtClean="0"/>
              <a:t>8/18/2025</a:t>
            </a:fld>
            <a:endParaRPr lang="en-US"/>
          </a:p>
        </p:txBody>
      </p:sp>
      <p:sp>
        <p:nvSpPr>
          <p:cNvPr id="5" name="Footer Placeholder 21">
            <a:extLst>
              <a:ext uri="{FF2B5EF4-FFF2-40B4-BE49-F238E27FC236}">
                <a16:creationId xmlns:a16="http://schemas.microsoft.com/office/drawing/2014/main" id="{FC18D6C7-E98B-4E29-8052-EB3206538D4E}"/>
              </a:ext>
            </a:extLst>
          </p:cNvPr>
          <p:cNvSpPr>
            <a:spLocks noGrp="1"/>
          </p:cNvSpPr>
          <p:nvPr>
            <p:ph type="ftr" sz="quarter" idx="11"/>
          </p:nvPr>
        </p:nvSpPr>
        <p:spPr/>
        <p:txBody>
          <a:bodyPr/>
          <a:lstStyle>
            <a:lvl1pPr>
              <a:defRPr/>
            </a:lvl1pPr>
          </a:lstStyle>
          <a:p>
            <a:pPr>
              <a:defRPr/>
            </a:pPr>
            <a:r>
              <a:rPr lang="en-US"/>
              <a:t>© Copyright 1992-2018 by Pearson Education, Inc. All Rights Reserved.</a:t>
            </a:r>
          </a:p>
        </p:txBody>
      </p:sp>
      <p:sp>
        <p:nvSpPr>
          <p:cNvPr id="6" name="Slide Number Placeholder 17">
            <a:extLst>
              <a:ext uri="{FF2B5EF4-FFF2-40B4-BE49-F238E27FC236}">
                <a16:creationId xmlns:a16="http://schemas.microsoft.com/office/drawing/2014/main" id="{6069661B-587A-455E-9EE2-95DA73CEA661}"/>
              </a:ext>
            </a:extLst>
          </p:cNvPr>
          <p:cNvSpPr>
            <a:spLocks noGrp="1"/>
          </p:cNvSpPr>
          <p:nvPr>
            <p:ph type="sldNum" sz="quarter" idx="12"/>
          </p:nvPr>
        </p:nvSpPr>
        <p:spPr/>
        <p:txBody>
          <a:bodyPr/>
          <a:lstStyle>
            <a:lvl1pPr>
              <a:defRPr/>
            </a:lvl1pPr>
          </a:lstStyle>
          <a:p>
            <a:fld id="{5B366250-05C3-4211-A331-A00D8274D9F3}" type="slidenum">
              <a:rPr lang="en-US" altLang="en-US"/>
              <a:pPr/>
              <a:t>‹#›</a:t>
            </a:fld>
            <a:endParaRPr lang="en-US" altLang="en-US"/>
          </a:p>
        </p:txBody>
      </p:sp>
    </p:spTree>
    <p:extLst>
      <p:ext uri="{BB962C8B-B14F-4D97-AF65-F5344CB8AC3E}">
        <p14:creationId xmlns:p14="http://schemas.microsoft.com/office/powerpoint/2010/main" val="31804545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25351" y="274641"/>
            <a:ext cx="2369960" cy="559276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432800" cy="559276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a:extLst>
              <a:ext uri="{FF2B5EF4-FFF2-40B4-BE49-F238E27FC236}">
                <a16:creationId xmlns:a16="http://schemas.microsoft.com/office/drawing/2014/main" id="{173B62D4-B3E7-408F-AB29-C8DC78453BCA}"/>
              </a:ext>
            </a:extLst>
          </p:cNvPr>
          <p:cNvSpPr>
            <a:spLocks noGrp="1"/>
          </p:cNvSpPr>
          <p:nvPr>
            <p:ph type="dt" sz="half" idx="10"/>
          </p:nvPr>
        </p:nvSpPr>
        <p:spPr/>
        <p:txBody>
          <a:bodyPr/>
          <a:lstStyle>
            <a:lvl1pPr>
              <a:defRPr/>
            </a:lvl1pPr>
          </a:lstStyle>
          <a:p>
            <a:pPr>
              <a:defRPr/>
            </a:pPr>
            <a:fld id="{DF6C4865-8984-4042-AE56-E56C8497040E}" type="datetime1">
              <a:rPr lang="en-US" smtClean="0"/>
              <a:t>8/18/2025</a:t>
            </a:fld>
            <a:endParaRPr lang="en-US"/>
          </a:p>
        </p:txBody>
      </p:sp>
      <p:sp>
        <p:nvSpPr>
          <p:cNvPr id="5" name="Footer Placeholder 21">
            <a:extLst>
              <a:ext uri="{FF2B5EF4-FFF2-40B4-BE49-F238E27FC236}">
                <a16:creationId xmlns:a16="http://schemas.microsoft.com/office/drawing/2014/main" id="{8807EE37-F821-43A2-93E1-4E6B36C30D3D}"/>
              </a:ext>
            </a:extLst>
          </p:cNvPr>
          <p:cNvSpPr>
            <a:spLocks noGrp="1"/>
          </p:cNvSpPr>
          <p:nvPr>
            <p:ph type="ftr" sz="quarter" idx="11"/>
          </p:nvPr>
        </p:nvSpPr>
        <p:spPr/>
        <p:txBody>
          <a:bodyPr/>
          <a:lstStyle>
            <a:lvl1pPr>
              <a:defRPr/>
            </a:lvl1pPr>
          </a:lstStyle>
          <a:p>
            <a:pPr>
              <a:defRPr/>
            </a:pPr>
            <a:r>
              <a:rPr lang="en-US"/>
              <a:t>© Copyright 1992-2018 by Pearson Education, Inc. All Rights Reserved.</a:t>
            </a:r>
          </a:p>
        </p:txBody>
      </p:sp>
      <p:sp>
        <p:nvSpPr>
          <p:cNvPr id="6" name="Slide Number Placeholder 17">
            <a:extLst>
              <a:ext uri="{FF2B5EF4-FFF2-40B4-BE49-F238E27FC236}">
                <a16:creationId xmlns:a16="http://schemas.microsoft.com/office/drawing/2014/main" id="{5E22A2E9-C885-4F89-821F-C4EDEAC2FE12}"/>
              </a:ext>
            </a:extLst>
          </p:cNvPr>
          <p:cNvSpPr>
            <a:spLocks noGrp="1"/>
          </p:cNvSpPr>
          <p:nvPr>
            <p:ph type="sldNum" sz="quarter" idx="12"/>
          </p:nvPr>
        </p:nvSpPr>
        <p:spPr/>
        <p:txBody>
          <a:bodyPr/>
          <a:lstStyle>
            <a:lvl1pPr>
              <a:defRPr/>
            </a:lvl1pPr>
          </a:lstStyle>
          <a:p>
            <a:fld id="{561206B8-8F79-4A4E-9C9B-CF842FACE32B}" type="slidenum">
              <a:rPr lang="en-US" altLang="en-US"/>
              <a:pPr/>
              <a:t>‹#›</a:t>
            </a:fld>
            <a:endParaRPr lang="en-US" altLang="en-US"/>
          </a:p>
        </p:txBody>
      </p:sp>
    </p:spTree>
    <p:extLst>
      <p:ext uri="{BB962C8B-B14F-4D97-AF65-F5344CB8AC3E}">
        <p14:creationId xmlns:p14="http://schemas.microsoft.com/office/powerpoint/2010/main" val="4020776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a:xfrm>
            <a:off x="582084" y="381000"/>
            <a:ext cx="10972800" cy="487362"/>
          </a:xfrm>
        </p:spPr>
        <p:txBody>
          <a:bodyPr/>
          <a:lstStyle/>
          <a:p>
            <a:r>
              <a:rPr lang="en-US" dirty="0"/>
              <a:t>Click to edit Master title style</a:t>
            </a:r>
          </a:p>
        </p:txBody>
      </p:sp>
      <p:sp>
        <p:nvSpPr>
          <p:cNvPr id="3" name="Text Placeholder 2"/>
          <p:cNvSpPr>
            <a:spLocks noGrp="1"/>
          </p:cNvSpPr>
          <p:nvPr>
            <p:ph type="body" idx="1"/>
          </p:nvPr>
        </p:nvSpPr>
        <p:spPr>
          <a:xfrm>
            <a:off x="531284" y="914400"/>
            <a:ext cx="10972800" cy="4525962"/>
          </a:xfrm>
        </p:spPr>
        <p:txBody>
          <a:bodyPr/>
          <a:lstStyle>
            <a:lvl1pPr>
              <a:spcBef>
                <a:spcPts val="1200"/>
              </a:spcBef>
              <a:defRPr/>
            </a:lvl1pPr>
            <a:lvl2pPr>
              <a:spcBef>
                <a:spcPts val="1200"/>
              </a:spcBef>
              <a:defRPr/>
            </a:lvl2pPr>
            <a:lvl3pPr>
              <a:spcBef>
                <a:spcPts val="1200"/>
              </a:spcBef>
              <a:defRPr/>
            </a:lvl3pPr>
            <a:lvl4pPr>
              <a:spcBef>
                <a:spcPts val="1200"/>
              </a:spcBef>
              <a:defRPr/>
            </a:lvl4pPr>
            <a:lvl5pPr>
              <a:spcBef>
                <a:spcPts val="1200"/>
              </a:spcBef>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9">
            <a:extLst>
              <a:ext uri="{FF2B5EF4-FFF2-40B4-BE49-F238E27FC236}">
                <a16:creationId xmlns:a16="http://schemas.microsoft.com/office/drawing/2014/main" id="{DBF3E465-772D-49D3-8F2D-1A2242A49E5B}"/>
              </a:ext>
            </a:extLst>
          </p:cNvPr>
          <p:cNvSpPr>
            <a:spLocks noGrp="1"/>
          </p:cNvSpPr>
          <p:nvPr>
            <p:ph type="dt" sz="half" idx="10"/>
          </p:nvPr>
        </p:nvSpPr>
        <p:spPr/>
        <p:txBody>
          <a:bodyPr/>
          <a:lstStyle>
            <a:lvl1pPr>
              <a:defRPr/>
            </a:lvl1pPr>
          </a:lstStyle>
          <a:p>
            <a:pPr>
              <a:defRPr/>
            </a:pPr>
            <a:fld id="{183E7BEF-BB0E-4C90-8C26-7E7A857E2375}" type="datetime1">
              <a:rPr lang="en-US" smtClean="0"/>
              <a:t>8/18/2025</a:t>
            </a:fld>
            <a:endParaRPr lang="en-US"/>
          </a:p>
        </p:txBody>
      </p:sp>
      <p:sp>
        <p:nvSpPr>
          <p:cNvPr id="5" name="Footer Placeholder 21">
            <a:extLst>
              <a:ext uri="{FF2B5EF4-FFF2-40B4-BE49-F238E27FC236}">
                <a16:creationId xmlns:a16="http://schemas.microsoft.com/office/drawing/2014/main" id="{E804F5FA-2393-4666-A5A8-47BF1EAB4550}"/>
              </a:ext>
            </a:extLst>
          </p:cNvPr>
          <p:cNvSpPr>
            <a:spLocks noGrp="1"/>
          </p:cNvSpPr>
          <p:nvPr>
            <p:ph type="ftr" sz="quarter" idx="11"/>
          </p:nvPr>
        </p:nvSpPr>
        <p:spPr/>
        <p:txBody>
          <a:bodyPr/>
          <a:lstStyle>
            <a:lvl1pPr>
              <a:defRPr/>
            </a:lvl1pPr>
          </a:lstStyle>
          <a:p>
            <a:pPr>
              <a:defRPr/>
            </a:pPr>
            <a:r>
              <a:rPr lang="en-US"/>
              <a:t>© Copyright 1992-2018 by Pearson Education, Inc. All Rights Reserved.</a:t>
            </a:r>
          </a:p>
        </p:txBody>
      </p:sp>
      <p:sp>
        <p:nvSpPr>
          <p:cNvPr id="6" name="Slide Number Placeholder 17">
            <a:extLst>
              <a:ext uri="{FF2B5EF4-FFF2-40B4-BE49-F238E27FC236}">
                <a16:creationId xmlns:a16="http://schemas.microsoft.com/office/drawing/2014/main" id="{D932116A-2D4A-409D-8A92-B2B77FCA2CF0}"/>
              </a:ext>
            </a:extLst>
          </p:cNvPr>
          <p:cNvSpPr>
            <a:spLocks noGrp="1"/>
          </p:cNvSpPr>
          <p:nvPr>
            <p:ph type="sldNum" sz="quarter" idx="12"/>
          </p:nvPr>
        </p:nvSpPr>
        <p:spPr/>
        <p:txBody>
          <a:bodyPr/>
          <a:lstStyle>
            <a:lvl1pPr>
              <a:defRPr/>
            </a:lvl1pPr>
          </a:lstStyle>
          <a:p>
            <a:fld id="{712BEE12-525F-4622-A82B-F014993D85EA}" type="slidenum">
              <a:rPr lang="en-US" altLang="en-US"/>
              <a:pPr/>
              <a:t>‹#›</a:t>
            </a:fld>
            <a:endParaRPr lang="en-US" altLang="en-US"/>
          </a:p>
        </p:txBody>
      </p:sp>
    </p:spTree>
    <p:extLst>
      <p:ext uri="{BB962C8B-B14F-4D97-AF65-F5344CB8AC3E}">
        <p14:creationId xmlns:p14="http://schemas.microsoft.com/office/powerpoint/2010/main" val="23306716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1.jpe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slideLayout" Target="../slideLayouts/slideLayout37.xml"/><Relationship Id="rId18" Type="http://schemas.openxmlformats.org/officeDocument/2006/relationships/image" Target="../media/image1.jpeg"/><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17" Type="http://schemas.openxmlformats.org/officeDocument/2006/relationships/theme" Target="../theme/theme3.xml"/><Relationship Id="rId2" Type="http://schemas.openxmlformats.org/officeDocument/2006/relationships/slideLayout" Target="../slideLayouts/slideLayout26.xml"/><Relationship Id="rId16" Type="http://schemas.openxmlformats.org/officeDocument/2006/relationships/slideLayout" Target="../slideLayouts/slideLayout40.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5" Type="http://schemas.openxmlformats.org/officeDocument/2006/relationships/slideLayout" Target="../slideLayouts/slideLayout3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slideLayout" Target="../slideLayouts/slideLayout38.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8.xml"/><Relationship Id="rId13" Type="http://schemas.openxmlformats.org/officeDocument/2006/relationships/theme" Target="../theme/theme4.xml"/><Relationship Id="rId3" Type="http://schemas.openxmlformats.org/officeDocument/2006/relationships/slideLayout" Target="../slideLayouts/slideLayout43.xml"/><Relationship Id="rId7" Type="http://schemas.openxmlformats.org/officeDocument/2006/relationships/slideLayout" Target="../slideLayouts/slideLayout47.xml"/><Relationship Id="rId12" Type="http://schemas.openxmlformats.org/officeDocument/2006/relationships/slideLayout" Target="../slideLayouts/slideLayout52.xml"/><Relationship Id="rId2" Type="http://schemas.openxmlformats.org/officeDocument/2006/relationships/slideLayout" Target="../slideLayouts/slideLayout42.xml"/><Relationship Id="rId1" Type="http://schemas.openxmlformats.org/officeDocument/2006/relationships/slideLayout" Target="../slideLayouts/slideLayout41.xml"/><Relationship Id="rId6" Type="http://schemas.openxmlformats.org/officeDocument/2006/relationships/slideLayout" Target="../slideLayouts/slideLayout46.xml"/><Relationship Id="rId11" Type="http://schemas.openxmlformats.org/officeDocument/2006/relationships/slideLayout" Target="../slideLayouts/slideLayout51.xml"/><Relationship Id="rId5" Type="http://schemas.openxmlformats.org/officeDocument/2006/relationships/slideLayout" Target="../slideLayouts/slideLayout45.xml"/><Relationship Id="rId10" Type="http://schemas.openxmlformats.org/officeDocument/2006/relationships/slideLayout" Target="../slideLayouts/slideLayout50.xml"/><Relationship Id="rId4" Type="http://schemas.openxmlformats.org/officeDocument/2006/relationships/slideLayout" Target="../slideLayouts/slideLayout44.xml"/><Relationship Id="rId9" Type="http://schemas.openxmlformats.org/officeDocument/2006/relationships/slideLayout" Target="../slideLayouts/slideLayout4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Title Placeholder 8"/>
          <p:cNvSpPr>
            <a:spLocks noGrp="1"/>
          </p:cNvSpPr>
          <p:nvPr>
            <p:ph type="title"/>
          </p:nvPr>
        </p:nvSpPr>
        <p:spPr>
          <a:xfrm>
            <a:off x="609600" y="274638"/>
            <a:ext cx="10972800" cy="1143000"/>
          </a:xfrm>
          <a:prstGeom prst="rect">
            <a:avLst/>
          </a:prstGeom>
        </p:spPr>
        <p:txBody>
          <a:bodyPr vert="horz" anchor="ctr">
            <a:normAutofit/>
            <a:scene3d>
              <a:camera prst="orthographicFront"/>
              <a:lightRig rig="soft" dir="t"/>
            </a:scene3d>
            <a:sp3d prstMaterial="softEdge">
              <a:bevelT w="25400" h="25400"/>
            </a:sp3d>
          </a:bodyPr>
          <a:lstStyle/>
          <a:p>
            <a:r>
              <a:rPr lang="en-US"/>
              <a:t>Click to edit Master title style</a:t>
            </a:r>
            <a:endParaRPr lang="en-US" dirty="0"/>
          </a:p>
        </p:txBody>
      </p:sp>
      <p:sp>
        <p:nvSpPr>
          <p:cNvPr id="1033" name="Text Placeholder 29"/>
          <p:cNvSpPr>
            <a:spLocks noGrp="1"/>
          </p:cNvSpPr>
          <p:nvPr>
            <p:ph type="body" idx="1"/>
          </p:nvPr>
        </p:nvSpPr>
        <p:spPr bwMode="auto">
          <a:xfrm>
            <a:off x="609600" y="1481138"/>
            <a:ext cx="10972800"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Tree>
    <p:extLst>
      <p:ext uri="{BB962C8B-B14F-4D97-AF65-F5344CB8AC3E}">
        <p14:creationId xmlns:p14="http://schemas.microsoft.com/office/powerpoint/2010/main" val="419862916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hf sldNum="0" hdr="0" dt="0"/>
  <p:txStyles>
    <p:titleStyle>
      <a:lvl1pPr algn="l" rtl="0" eaLnBrk="1" fontAlgn="base" hangingPunct="1">
        <a:spcBef>
          <a:spcPct val="0"/>
        </a:spcBef>
        <a:spcAft>
          <a:spcPct val="0"/>
        </a:spcAft>
        <a:defRPr sz="4100" b="1" kern="1200">
          <a:solidFill>
            <a:schemeClr val="tx2"/>
          </a:solidFill>
          <a:effectLst>
            <a:outerShdw blurRad="31750" dist="25400" dir="5400000" algn="tl" rotWithShape="0">
              <a:srgbClr val="000000">
                <a:alpha val="25000"/>
              </a:srgbClr>
            </a:outerShdw>
          </a:effectLst>
          <a:latin typeface="Cambria" panose="02040503050406030204" pitchFamily="18" charset="0"/>
          <a:ea typeface="+mj-ea"/>
          <a:cs typeface="+mj-cs"/>
        </a:defRPr>
      </a:lvl1pPr>
      <a:lvl2pPr algn="l" rtl="0" eaLnBrk="1" fontAlgn="base" hangingPunct="1">
        <a:spcBef>
          <a:spcPct val="0"/>
        </a:spcBef>
        <a:spcAft>
          <a:spcPct val="0"/>
        </a:spcAft>
        <a:defRPr sz="4100" b="1">
          <a:solidFill>
            <a:schemeClr val="tx2"/>
          </a:solidFill>
          <a:latin typeface="Lucida Sans Unicode" pitchFamily="34" charset="0"/>
        </a:defRPr>
      </a:lvl2pPr>
      <a:lvl3pPr algn="l" rtl="0" eaLnBrk="1" fontAlgn="base" hangingPunct="1">
        <a:spcBef>
          <a:spcPct val="0"/>
        </a:spcBef>
        <a:spcAft>
          <a:spcPct val="0"/>
        </a:spcAft>
        <a:defRPr sz="4100" b="1">
          <a:solidFill>
            <a:schemeClr val="tx2"/>
          </a:solidFill>
          <a:latin typeface="Lucida Sans Unicode" pitchFamily="34" charset="0"/>
        </a:defRPr>
      </a:lvl3pPr>
      <a:lvl4pPr algn="l" rtl="0" eaLnBrk="1" fontAlgn="base" hangingPunct="1">
        <a:spcBef>
          <a:spcPct val="0"/>
        </a:spcBef>
        <a:spcAft>
          <a:spcPct val="0"/>
        </a:spcAft>
        <a:defRPr sz="4100" b="1">
          <a:solidFill>
            <a:schemeClr val="tx2"/>
          </a:solidFill>
          <a:latin typeface="Lucida Sans Unicode" pitchFamily="34" charset="0"/>
        </a:defRPr>
      </a:lvl4pPr>
      <a:lvl5pPr algn="l" rtl="0" eaLnBrk="1" fontAlgn="base" hangingPunct="1">
        <a:spcBef>
          <a:spcPct val="0"/>
        </a:spcBef>
        <a:spcAft>
          <a:spcPct val="0"/>
        </a:spcAft>
        <a:defRPr sz="4100" b="1">
          <a:solidFill>
            <a:schemeClr val="tx2"/>
          </a:solidFill>
          <a:latin typeface="Lucida Sans Unicode" pitchFamily="34" charset="0"/>
        </a:defRPr>
      </a:lvl5pPr>
      <a:lvl6pPr marL="457200" algn="l" rtl="0" eaLnBrk="1" fontAlgn="base" hangingPunct="1">
        <a:spcBef>
          <a:spcPct val="0"/>
        </a:spcBef>
        <a:spcAft>
          <a:spcPct val="0"/>
        </a:spcAft>
        <a:defRPr sz="4100" b="1">
          <a:solidFill>
            <a:schemeClr val="tx2"/>
          </a:solidFill>
          <a:latin typeface="Lucida Sans Unicode" pitchFamily="34" charset="0"/>
        </a:defRPr>
      </a:lvl6pPr>
      <a:lvl7pPr marL="914400" algn="l" rtl="0" eaLnBrk="1" fontAlgn="base" hangingPunct="1">
        <a:spcBef>
          <a:spcPct val="0"/>
        </a:spcBef>
        <a:spcAft>
          <a:spcPct val="0"/>
        </a:spcAft>
        <a:defRPr sz="4100" b="1">
          <a:solidFill>
            <a:schemeClr val="tx2"/>
          </a:solidFill>
          <a:latin typeface="Lucida Sans Unicode" pitchFamily="34" charset="0"/>
        </a:defRPr>
      </a:lvl7pPr>
      <a:lvl8pPr marL="1371600" algn="l" rtl="0" eaLnBrk="1" fontAlgn="base" hangingPunct="1">
        <a:spcBef>
          <a:spcPct val="0"/>
        </a:spcBef>
        <a:spcAft>
          <a:spcPct val="0"/>
        </a:spcAft>
        <a:defRPr sz="4100" b="1">
          <a:solidFill>
            <a:schemeClr val="tx2"/>
          </a:solidFill>
          <a:latin typeface="Lucida Sans Unicode" pitchFamily="34" charset="0"/>
        </a:defRPr>
      </a:lvl8pPr>
      <a:lvl9pPr marL="1828800" algn="l" rtl="0" eaLnBrk="1" fontAlgn="base" hangingPunct="1">
        <a:spcBef>
          <a:spcPct val="0"/>
        </a:spcBef>
        <a:spcAft>
          <a:spcPct val="0"/>
        </a:spcAft>
        <a:defRPr sz="4100" b="1">
          <a:solidFill>
            <a:schemeClr val="tx2"/>
          </a:solidFill>
          <a:latin typeface="Lucida Sans Unicode" pitchFamily="34" charset="0"/>
        </a:defRPr>
      </a:lvl9pPr>
      <a:extLst/>
    </p:titleStyle>
    <p:bodyStyle>
      <a:lvl1pPr marL="365125" indent="-255588" algn="l" rtl="0" eaLnBrk="1" fontAlgn="base" hangingPunct="1">
        <a:spcBef>
          <a:spcPts val="1200"/>
        </a:spcBef>
        <a:spcAft>
          <a:spcPct val="0"/>
        </a:spcAft>
        <a:buClr>
          <a:schemeClr val="accent1"/>
        </a:buClr>
        <a:buSzPct val="68000"/>
        <a:buFont typeface="Wingdings 3" panose="05040102010807070707" pitchFamily="18" charset="2"/>
        <a:buChar char=""/>
        <a:defRPr sz="2700" kern="1200">
          <a:solidFill>
            <a:schemeClr val="tx1"/>
          </a:solidFill>
          <a:latin typeface="Cambria" panose="02040503050406030204" pitchFamily="18" charset="0"/>
          <a:ea typeface="+mn-ea"/>
          <a:cs typeface="+mn-cs"/>
        </a:defRPr>
      </a:lvl1pPr>
      <a:lvl2pPr marL="620713" indent="-228600" algn="l" rtl="0" eaLnBrk="1" fontAlgn="base" hangingPunct="1">
        <a:spcBef>
          <a:spcPts val="1200"/>
        </a:spcBef>
        <a:spcAft>
          <a:spcPct val="0"/>
        </a:spcAft>
        <a:buClr>
          <a:schemeClr val="accent1"/>
        </a:buClr>
        <a:buFont typeface="Verdana" panose="020B0604030504040204" pitchFamily="34" charset="0"/>
        <a:buChar char="◦"/>
        <a:defRPr sz="2300" kern="1200">
          <a:solidFill>
            <a:schemeClr val="tx1"/>
          </a:solidFill>
          <a:latin typeface="Cambria" panose="02040503050406030204" pitchFamily="18" charset="0"/>
          <a:ea typeface="+mn-ea"/>
          <a:cs typeface="+mn-cs"/>
        </a:defRPr>
      </a:lvl2pPr>
      <a:lvl3pPr marL="858838" indent="-228600" algn="l" rtl="0" eaLnBrk="1" fontAlgn="base" hangingPunct="1">
        <a:spcBef>
          <a:spcPts val="1200"/>
        </a:spcBef>
        <a:spcAft>
          <a:spcPct val="0"/>
        </a:spcAft>
        <a:buClr>
          <a:schemeClr val="accent2"/>
        </a:buClr>
        <a:buSzPct val="100000"/>
        <a:buFont typeface="Wingdings 2" panose="05020102010507070707" pitchFamily="18" charset="2"/>
        <a:buChar char=""/>
        <a:defRPr sz="2100" kern="1200">
          <a:solidFill>
            <a:schemeClr val="tx1"/>
          </a:solidFill>
          <a:latin typeface="Cambria" panose="02040503050406030204" pitchFamily="18" charset="0"/>
          <a:ea typeface="+mn-ea"/>
          <a:cs typeface="+mn-cs"/>
        </a:defRPr>
      </a:lvl3pPr>
      <a:lvl4pPr marL="1143000" indent="-228600" algn="l" rtl="0" eaLnBrk="1" fontAlgn="base" hangingPunct="1">
        <a:spcBef>
          <a:spcPts val="1200"/>
        </a:spcBef>
        <a:spcAft>
          <a:spcPct val="0"/>
        </a:spcAft>
        <a:buClr>
          <a:schemeClr val="accent2"/>
        </a:buClr>
        <a:defRPr sz="1900" kern="1200">
          <a:solidFill>
            <a:schemeClr val="tx1"/>
          </a:solidFill>
          <a:latin typeface="Cambria" panose="02040503050406030204" pitchFamily="18" charset="0"/>
          <a:ea typeface="+mn-ea"/>
          <a:cs typeface="+mn-cs"/>
        </a:defRPr>
      </a:lvl4pPr>
      <a:lvl5pPr marL="1143000" indent="-228600" algn="l" rtl="0" eaLnBrk="1" fontAlgn="base" hangingPunct="1">
        <a:spcBef>
          <a:spcPts val="1200"/>
        </a:spcBef>
        <a:spcAft>
          <a:spcPct val="0"/>
        </a:spcAft>
        <a:buClr>
          <a:schemeClr val="accent2"/>
        </a:buClr>
        <a:defRPr sz="1900" kern="1200">
          <a:solidFill>
            <a:schemeClr val="tx1"/>
          </a:solidFill>
          <a:latin typeface="Cambria" panose="02040503050406030204" pitchFamily="18" charset="0"/>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Freeform 12">
            <a:extLst>
              <a:ext uri="{FF2B5EF4-FFF2-40B4-BE49-F238E27FC236}">
                <a16:creationId xmlns:a16="http://schemas.microsoft.com/office/drawing/2014/main" id="{07925C0F-029B-4B40-A139-D6B5807FE15A}"/>
              </a:ext>
            </a:extLst>
          </p:cNvPr>
          <p:cNvSpPr>
            <a:spLocks/>
          </p:cNvSpPr>
          <p:nvPr/>
        </p:nvSpPr>
        <p:spPr bwMode="auto">
          <a:xfrm>
            <a:off x="666751" y="5945188"/>
            <a:ext cx="6587067" cy="9207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fontAlgn="auto">
              <a:spcBef>
                <a:spcPts val="0"/>
              </a:spcBef>
              <a:spcAft>
                <a:spcPts val="0"/>
              </a:spcAft>
              <a:defRPr/>
            </a:pPr>
            <a:endParaRPr lang="en-US" dirty="0">
              <a:latin typeface="Calibri" panose="020F0502020204030204" pitchFamily="34" charset="0"/>
              <a:cs typeface="Calibri" panose="020F0502020204030204" pitchFamily="34" charset="0"/>
            </a:endParaRPr>
          </a:p>
        </p:txBody>
      </p:sp>
      <p:sp>
        <p:nvSpPr>
          <p:cNvPr id="1027" name="Freeform 11">
            <a:extLst>
              <a:ext uri="{FF2B5EF4-FFF2-40B4-BE49-F238E27FC236}">
                <a16:creationId xmlns:a16="http://schemas.microsoft.com/office/drawing/2014/main" id="{3982B19C-060B-4016-A4E8-9842DC874754}"/>
              </a:ext>
            </a:extLst>
          </p:cNvPr>
          <p:cNvSpPr>
            <a:spLocks/>
          </p:cNvSpPr>
          <p:nvPr/>
        </p:nvSpPr>
        <p:spPr bwMode="auto">
          <a:xfrm>
            <a:off x="647700" y="5938838"/>
            <a:ext cx="4921251" cy="933450"/>
          </a:xfrm>
          <a:custGeom>
            <a:avLst/>
            <a:gdLst>
              <a:gd name="T0" fmla="*/ 0 w 5591"/>
              <a:gd name="T1" fmla="*/ 0 h 588"/>
              <a:gd name="T2" fmla="*/ 2147483647 w 5591"/>
              <a:gd name="T3" fmla="*/ 0 h 588"/>
              <a:gd name="T4" fmla="*/ 2147483647 w 5591"/>
              <a:gd name="T5" fmla="*/ 2147483647 h 588"/>
              <a:gd name="T6" fmla="*/ 2147483647 w 5591"/>
              <a:gd name="T7" fmla="*/ 0 h 588"/>
              <a:gd name="T8" fmla="*/ 0 60000 65536"/>
              <a:gd name="T9" fmla="*/ 0 60000 65536"/>
              <a:gd name="T10" fmla="*/ 0 60000 65536"/>
              <a:gd name="T11" fmla="*/ 0 60000 65536"/>
              <a:gd name="T12" fmla="*/ 0 w 5591"/>
              <a:gd name="T13" fmla="*/ 0 h 588"/>
              <a:gd name="T14" fmla="*/ 5591 w 5591"/>
              <a:gd name="T15" fmla="*/ 588 h 588"/>
            </a:gdLst>
            <a:ahLst/>
            <a:cxnLst>
              <a:cxn ang="T8">
                <a:pos x="T0" y="T1"/>
              </a:cxn>
              <a:cxn ang="T9">
                <a:pos x="T2" y="T3"/>
              </a:cxn>
              <a:cxn ang="T10">
                <a:pos x="T4" y="T5"/>
              </a:cxn>
              <a:cxn ang="T11">
                <a:pos x="T6" y="T7"/>
              </a:cxn>
            </a:cxnLst>
            <a:rect l="T12" t="T13" r="T14" b="T15"/>
            <a:pathLst>
              <a:path w="5591" h="588">
                <a:moveTo>
                  <a:pt x="0" y="0"/>
                </a:moveTo>
                <a:lnTo>
                  <a:pt x="5591" y="585"/>
                </a:lnTo>
                <a:lnTo>
                  <a:pt x="4415" y="588"/>
                </a:lnTo>
                <a:lnTo>
                  <a:pt x="12" y="4"/>
                </a:lnTo>
              </a:path>
            </a:pathLst>
          </a:custGeom>
          <a:solidFill>
            <a:srgbClr val="000000"/>
          </a:solidFill>
          <a:ln>
            <a:noFill/>
          </a:ln>
          <a:extLst>
            <a:ext uri="{91240B29-F687-4F45-9708-019B960494DF}">
              <a14:hiddenLine xmlns:a14="http://schemas.microsoft.com/office/drawing/2010/main" w="9525" cap="flat" cmpd="sng" algn="ctr">
                <a:solidFill>
                  <a:srgbClr val="000000"/>
                </a:solidFill>
                <a:prstDash val="solid"/>
                <a:round/>
                <a:headEnd type="none" w="med" len="med"/>
                <a:tailEnd type="none" w="med" len="med"/>
              </a14:hiddenLine>
            </a:ext>
          </a:extLst>
        </p:spPr>
        <p:txBody>
          <a:bodyPr/>
          <a:lstStyle/>
          <a:p>
            <a:endParaRPr lang="en-US" dirty="0">
              <a:latin typeface="Calibri" panose="020F0502020204030204" pitchFamily="34" charset="0"/>
              <a:cs typeface="Calibri" panose="020F0502020204030204" pitchFamily="34" charset="0"/>
            </a:endParaRPr>
          </a:p>
        </p:txBody>
      </p:sp>
      <p:sp>
        <p:nvSpPr>
          <p:cNvPr id="14" name="Right Triangle 13">
            <a:extLst>
              <a:ext uri="{FF2B5EF4-FFF2-40B4-BE49-F238E27FC236}">
                <a16:creationId xmlns:a16="http://schemas.microsoft.com/office/drawing/2014/main" id="{D97F4195-15B1-463B-BB43-AED735EEE174}"/>
              </a:ext>
            </a:extLst>
          </p:cNvPr>
          <p:cNvSpPr>
            <a:spLocks/>
          </p:cNvSpPr>
          <p:nvPr/>
        </p:nvSpPr>
        <p:spPr bwMode="auto">
          <a:xfrm>
            <a:off x="-8056" y="5791253"/>
            <a:ext cx="4536419" cy="1080868"/>
          </a:xfrm>
          <a:prstGeom prst="rtTriangle">
            <a:avLst/>
          </a:prstGeom>
          <a:blipFill>
            <a:blip r:embed="rId14"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latin typeface="Calibri" panose="020F0502020204030204" pitchFamily="34" charset="0"/>
            </a:endParaRPr>
          </a:p>
        </p:txBody>
      </p:sp>
      <p:cxnSp>
        <p:nvCxnSpPr>
          <p:cNvPr id="15" name="Straight Connector 14">
            <a:extLst>
              <a:ext uri="{FF2B5EF4-FFF2-40B4-BE49-F238E27FC236}">
                <a16:creationId xmlns:a16="http://schemas.microsoft.com/office/drawing/2014/main" id="{35417B2F-1FF6-4F88-8343-6EE367E4882B}"/>
              </a:ext>
            </a:extLst>
          </p:cNvPr>
          <p:cNvCxnSpPr/>
          <p:nvPr/>
        </p:nvCxnSpPr>
        <p:spPr>
          <a:xfrm>
            <a:off x="-12316" y="5787739"/>
            <a:ext cx="454067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a:extLst>
              <a:ext uri="{FF2B5EF4-FFF2-40B4-BE49-F238E27FC236}">
                <a16:creationId xmlns:a16="http://schemas.microsoft.com/office/drawing/2014/main" id="{82D653E3-9F2C-4F31-AAC5-C8E93C507351}"/>
              </a:ext>
            </a:extLst>
          </p:cNvPr>
          <p:cNvSpPr>
            <a:spLocks noGrp="1"/>
          </p:cNvSpPr>
          <p:nvPr>
            <p:ph type="title"/>
          </p:nvPr>
        </p:nvSpPr>
        <p:spPr>
          <a:xfrm>
            <a:off x="609600" y="274638"/>
            <a:ext cx="10972800" cy="1143000"/>
          </a:xfrm>
          <a:prstGeom prst="rect">
            <a:avLst/>
          </a:prstGeom>
        </p:spPr>
        <p:txBody>
          <a:bodyPr vert="horz" anchor="ctr">
            <a:normAutofit/>
            <a:scene3d>
              <a:camera prst="orthographicFront"/>
              <a:lightRig rig="soft" dir="t"/>
            </a:scene3d>
            <a:sp3d prstMaterial="softEdge">
              <a:bevelT w="25400" h="25400"/>
            </a:sp3d>
          </a:bodyPr>
          <a:lstStyle/>
          <a:p>
            <a:r>
              <a:rPr lang="en-US" dirty="0"/>
              <a:t>Click to edit Master title style</a:t>
            </a:r>
          </a:p>
        </p:txBody>
      </p:sp>
      <p:sp>
        <p:nvSpPr>
          <p:cNvPr id="1033" name="Text Placeholder 29">
            <a:extLst>
              <a:ext uri="{FF2B5EF4-FFF2-40B4-BE49-F238E27FC236}">
                <a16:creationId xmlns:a16="http://schemas.microsoft.com/office/drawing/2014/main" id="{C6BE292F-2422-4FC0-BCA3-D77B8448BD7C}"/>
              </a:ext>
            </a:extLst>
          </p:cNvPr>
          <p:cNvSpPr>
            <a:spLocks noGrp="1"/>
          </p:cNvSpPr>
          <p:nvPr>
            <p:ph type="body" idx="1"/>
          </p:nvPr>
        </p:nvSpPr>
        <p:spPr bwMode="auto">
          <a:xfrm>
            <a:off x="609600" y="1481138"/>
            <a:ext cx="10972800"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 name="Date Placeholder 9">
            <a:extLst>
              <a:ext uri="{FF2B5EF4-FFF2-40B4-BE49-F238E27FC236}">
                <a16:creationId xmlns:a16="http://schemas.microsoft.com/office/drawing/2014/main" id="{4419DE80-FA4B-4095-A7B0-97E68CFD58C4}"/>
              </a:ext>
            </a:extLst>
          </p:cNvPr>
          <p:cNvSpPr>
            <a:spLocks noGrp="1"/>
          </p:cNvSpPr>
          <p:nvPr>
            <p:ph type="dt" sz="half" idx="2"/>
          </p:nvPr>
        </p:nvSpPr>
        <p:spPr>
          <a:xfrm>
            <a:off x="8970433" y="6408739"/>
            <a:ext cx="2559051" cy="365125"/>
          </a:xfrm>
          <a:prstGeom prst="rect">
            <a:avLst/>
          </a:prstGeom>
        </p:spPr>
        <p:txBody>
          <a:bodyPr vert="horz" anchor="b"/>
          <a:lstStyle>
            <a:lvl1pPr algn="l" eaLnBrk="1" fontAlgn="auto" latinLnBrk="0" hangingPunct="1">
              <a:spcBef>
                <a:spcPts val="0"/>
              </a:spcBef>
              <a:spcAft>
                <a:spcPts val="0"/>
              </a:spcAft>
              <a:defRPr kumimoji="0" sz="1000" smtClean="0">
                <a:solidFill>
                  <a:schemeClr val="tx1"/>
                </a:solidFill>
                <a:latin typeface="Calibri" panose="020F0502020204030204" pitchFamily="34" charset="0"/>
                <a:cs typeface="+mn-cs"/>
              </a:defRPr>
            </a:lvl1pPr>
            <a:extLst/>
          </a:lstStyle>
          <a:p>
            <a:pPr>
              <a:defRPr/>
            </a:pPr>
            <a:fld id="{370DE8AF-2DD2-44F2-9F2B-E8B1F4AA6DDD}" type="datetime1">
              <a:rPr lang="en-US" smtClean="0"/>
              <a:t>8/18/2025</a:t>
            </a:fld>
            <a:endParaRPr lang="en-US" dirty="0"/>
          </a:p>
        </p:txBody>
      </p:sp>
      <p:sp>
        <p:nvSpPr>
          <p:cNvPr id="22" name="Footer Placeholder 21">
            <a:extLst>
              <a:ext uri="{FF2B5EF4-FFF2-40B4-BE49-F238E27FC236}">
                <a16:creationId xmlns:a16="http://schemas.microsoft.com/office/drawing/2014/main" id="{A0D802EC-928E-4F82-B2EC-CBA0B4F5AF9A}"/>
              </a:ext>
            </a:extLst>
          </p:cNvPr>
          <p:cNvSpPr>
            <a:spLocks noGrp="1"/>
          </p:cNvSpPr>
          <p:nvPr>
            <p:ph type="ftr" sz="quarter" idx="3"/>
          </p:nvPr>
        </p:nvSpPr>
        <p:spPr>
          <a:xfrm>
            <a:off x="5283200" y="6408739"/>
            <a:ext cx="3691467" cy="365125"/>
          </a:xfrm>
          <a:prstGeom prst="rect">
            <a:avLst/>
          </a:prstGeom>
        </p:spPr>
        <p:txBody>
          <a:bodyPr vert="horz" anchor="b"/>
          <a:lstStyle>
            <a:lvl1pPr algn="r" eaLnBrk="1" fontAlgn="auto" latinLnBrk="0" hangingPunct="1">
              <a:spcBef>
                <a:spcPts val="0"/>
              </a:spcBef>
              <a:spcAft>
                <a:spcPts val="0"/>
              </a:spcAft>
              <a:defRPr kumimoji="0" sz="1000">
                <a:solidFill>
                  <a:schemeClr val="tx1"/>
                </a:solidFill>
                <a:latin typeface="Calibri" panose="020F0502020204030204" pitchFamily="34" charset="0"/>
                <a:cs typeface="+mn-cs"/>
              </a:defRPr>
            </a:lvl1pPr>
            <a:extLst/>
          </a:lstStyle>
          <a:p>
            <a:pPr>
              <a:defRPr/>
            </a:pPr>
            <a:r>
              <a:rPr lang="en-US"/>
              <a:t>© Copyright 1992-2018 by Pearson Education, Inc. All Rights Reserved.</a:t>
            </a:r>
            <a:endParaRPr lang="en-US" dirty="0"/>
          </a:p>
        </p:txBody>
      </p:sp>
      <p:sp>
        <p:nvSpPr>
          <p:cNvPr id="18" name="Slide Number Placeholder 17">
            <a:extLst>
              <a:ext uri="{FF2B5EF4-FFF2-40B4-BE49-F238E27FC236}">
                <a16:creationId xmlns:a16="http://schemas.microsoft.com/office/drawing/2014/main" id="{1C646D18-3E09-4C4B-A6CF-6ADC84FF2E54}"/>
              </a:ext>
            </a:extLst>
          </p:cNvPr>
          <p:cNvSpPr>
            <a:spLocks noGrp="1"/>
          </p:cNvSpPr>
          <p:nvPr>
            <p:ph type="sldNum" sz="quarter" idx="4"/>
          </p:nvPr>
        </p:nvSpPr>
        <p:spPr>
          <a:xfrm>
            <a:off x="11529484" y="6408739"/>
            <a:ext cx="488949" cy="365125"/>
          </a:xfrm>
          <a:prstGeom prst="rect">
            <a:avLst/>
          </a:prstGeom>
        </p:spPr>
        <p:txBody>
          <a:bodyPr vert="horz" wrap="square" lIns="91440" tIns="45720" rIns="91440" bIns="45720" numCol="1" anchor="b" anchorCtr="0" compatLnSpc="1">
            <a:prstTxWarp prst="textNoShape">
              <a:avLst/>
            </a:prstTxWarp>
          </a:bodyPr>
          <a:lstStyle>
            <a:lvl1pPr algn="r">
              <a:defRPr sz="1000">
                <a:latin typeface="Calibri" panose="020F0502020204030204" pitchFamily="34" charset="0"/>
                <a:cs typeface="Calibri" panose="020F0502020204030204" pitchFamily="34" charset="0"/>
              </a:defRPr>
            </a:lvl1pPr>
          </a:lstStyle>
          <a:p>
            <a:fld id="{B3BFC191-7C05-4045-8A53-68C07651D70E}" type="slidenum">
              <a:rPr lang="en-US" altLang="en-US" smtClean="0"/>
              <a:pPr/>
              <a:t>‹#›</a:t>
            </a:fld>
            <a:endParaRPr lang="en-US" altLang="en-US" dirty="0"/>
          </a:p>
        </p:txBody>
      </p:sp>
      <p:sp>
        <p:nvSpPr>
          <p:cNvPr id="11" name="Action Button: Back or Previous 10">
            <a:hlinkClick r:id="" action="ppaction://hlinkshowjump?jump=previousslide" highlightClick="1"/>
            <a:extLst>
              <a:ext uri="{FF2B5EF4-FFF2-40B4-BE49-F238E27FC236}">
                <a16:creationId xmlns:a16="http://schemas.microsoft.com/office/drawing/2014/main" id="{D25F8F74-7DEA-4B22-B157-0E15D44648D8}"/>
              </a:ext>
            </a:extLst>
          </p:cNvPr>
          <p:cNvSpPr/>
          <p:nvPr/>
        </p:nvSpPr>
        <p:spPr>
          <a:xfrm>
            <a:off x="11074400" y="152400"/>
            <a:ext cx="406400" cy="304800"/>
          </a:xfrm>
          <a:prstGeom prst="actionButtonBackPrevious">
            <a:avLst/>
          </a:prstGeom>
        </p:spPr>
        <p:style>
          <a:lnRef idx="1">
            <a:schemeClr val="accent2"/>
          </a:lnRef>
          <a:fillRef idx="2">
            <a:schemeClr val="accent2"/>
          </a:fillRef>
          <a:effectRef idx="1">
            <a:schemeClr val="accent2"/>
          </a:effectRef>
          <a:fontRef idx="minor">
            <a:schemeClr val="dk1"/>
          </a:fontRef>
        </p:style>
        <p:txBody>
          <a:bodyPr anchor="ctr"/>
          <a:lstStyle/>
          <a:p>
            <a:pPr algn="ctr" fontAlgn="auto">
              <a:spcBef>
                <a:spcPts val="0"/>
              </a:spcBef>
              <a:spcAft>
                <a:spcPts val="0"/>
              </a:spcAft>
              <a:defRPr/>
            </a:pPr>
            <a:endParaRPr lang="en-US" dirty="0">
              <a:latin typeface="Calibri" panose="020F0502020204030204" pitchFamily="34" charset="0"/>
            </a:endParaRPr>
          </a:p>
        </p:txBody>
      </p:sp>
      <p:sp>
        <p:nvSpPr>
          <p:cNvPr id="16" name="Action Button: Forward or Next 15">
            <a:hlinkClick r:id="" action="ppaction://hlinkshowjump?jump=nextslide" highlightClick="1"/>
            <a:extLst>
              <a:ext uri="{FF2B5EF4-FFF2-40B4-BE49-F238E27FC236}">
                <a16:creationId xmlns:a16="http://schemas.microsoft.com/office/drawing/2014/main" id="{5260ADAB-6C75-4A15-B532-CC583E311A5B}"/>
              </a:ext>
            </a:extLst>
          </p:cNvPr>
          <p:cNvSpPr/>
          <p:nvPr/>
        </p:nvSpPr>
        <p:spPr>
          <a:xfrm>
            <a:off x="11582400" y="152400"/>
            <a:ext cx="406400" cy="304800"/>
          </a:xfrm>
          <a:prstGeom prst="actionButtonForwardNext">
            <a:avLst/>
          </a:prstGeom>
        </p:spPr>
        <p:style>
          <a:lnRef idx="1">
            <a:schemeClr val="accent2"/>
          </a:lnRef>
          <a:fillRef idx="2">
            <a:schemeClr val="accent2"/>
          </a:fillRef>
          <a:effectRef idx="1">
            <a:schemeClr val="accent2"/>
          </a:effectRef>
          <a:fontRef idx="minor">
            <a:schemeClr val="dk1"/>
          </a:fontRef>
        </p:style>
        <p:txBody>
          <a:bodyPr anchor="ctr"/>
          <a:lstStyle/>
          <a:p>
            <a:pPr algn="ctr" fontAlgn="auto">
              <a:spcBef>
                <a:spcPts val="0"/>
              </a:spcBef>
              <a:spcAft>
                <a:spcPts val="0"/>
              </a:spcAft>
              <a:defRPr/>
            </a:pPr>
            <a:endParaRPr lang="en-US" dirty="0">
              <a:latin typeface="Calibri" panose="020F0502020204030204" pitchFamily="34" charset="0"/>
            </a:endParaRPr>
          </a:p>
        </p:txBody>
      </p:sp>
    </p:spTree>
    <p:extLst>
      <p:ext uri="{BB962C8B-B14F-4D97-AF65-F5344CB8AC3E}">
        <p14:creationId xmlns:p14="http://schemas.microsoft.com/office/powerpoint/2010/main" val="3559094800"/>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 id="2147483697" r:id="rId12"/>
  </p:sldLayoutIdLst>
  <p:hf sldNum="0" hdr="0" dt="0"/>
  <p:txStyles>
    <p:titleStyle>
      <a:lvl1pPr algn="l" rtl="0" eaLnBrk="0" fontAlgn="base" hangingPunct="0">
        <a:spcBef>
          <a:spcPct val="0"/>
        </a:spcBef>
        <a:spcAft>
          <a:spcPct val="0"/>
        </a:spcAft>
        <a:defRPr sz="4100" b="1" kern="1200">
          <a:solidFill>
            <a:schemeClr val="tx2"/>
          </a:solidFill>
          <a:effectLst>
            <a:outerShdw blurRad="31750" dist="25400" dir="5400000" algn="tl" rotWithShape="0">
              <a:srgbClr val="000000">
                <a:alpha val="25000"/>
              </a:srgbClr>
            </a:outerShdw>
          </a:effectLst>
          <a:latin typeface="Calibri" panose="020F0502020204030204" pitchFamily="34" charset="0"/>
          <a:ea typeface="+mj-ea"/>
          <a:cs typeface="+mj-cs"/>
        </a:defRPr>
      </a:lvl1pPr>
      <a:lvl2pPr algn="l" rtl="0" eaLnBrk="0" fontAlgn="base" hangingPunct="0">
        <a:spcBef>
          <a:spcPct val="0"/>
        </a:spcBef>
        <a:spcAft>
          <a:spcPct val="0"/>
        </a:spcAft>
        <a:defRPr sz="4100" b="1">
          <a:solidFill>
            <a:schemeClr val="tx2"/>
          </a:solidFill>
          <a:latin typeface="Lucida Sans Unicode" pitchFamily="34" charset="0"/>
        </a:defRPr>
      </a:lvl2pPr>
      <a:lvl3pPr algn="l" rtl="0" eaLnBrk="0" fontAlgn="base" hangingPunct="0">
        <a:spcBef>
          <a:spcPct val="0"/>
        </a:spcBef>
        <a:spcAft>
          <a:spcPct val="0"/>
        </a:spcAft>
        <a:defRPr sz="4100" b="1">
          <a:solidFill>
            <a:schemeClr val="tx2"/>
          </a:solidFill>
          <a:latin typeface="Lucida Sans Unicode" pitchFamily="34" charset="0"/>
        </a:defRPr>
      </a:lvl3pPr>
      <a:lvl4pPr algn="l" rtl="0" eaLnBrk="0" fontAlgn="base" hangingPunct="0">
        <a:spcBef>
          <a:spcPct val="0"/>
        </a:spcBef>
        <a:spcAft>
          <a:spcPct val="0"/>
        </a:spcAft>
        <a:defRPr sz="4100" b="1">
          <a:solidFill>
            <a:schemeClr val="tx2"/>
          </a:solidFill>
          <a:latin typeface="Lucida Sans Unicode" pitchFamily="34" charset="0"/>
        </a:defRPr>
      </a:lvl4pPr>
      <a:lvl5pPr algn="l" rtl="0" eaLnBrk="0" fontAlgn="base" hangingPunct="0">
        <a:spcBef>
          <a:spcPct val="0"/>
        </a:spcBef>
        <a:spcAft>
          <a:spcPct val="0"/>
        </a:spcAft>
        <a:defRPr sz="4100" b="1">
          <a:solidFill>
            <a:schemeClr val="tx2"/>
          </a:solidFill>
          <a:latin typeface="Lucida Sans Unicode" pitchFamily="34" charset="0"/>
        </a:defRPr>
      </a:lvl5pPr>
      <a:lvl6pPr marL="457200" algn="l" rtl="0" fontAlgn="base">
        <a:spcBef>
          <a:spcPct val="0"/>
        </a:spcBef>
        <a:spcAft>
          <a:spcPct val="0"/>
        </a:spcAft>
        <a:defRPr sz="4100" b="1">
          <a:solidFill>
            <a:schemeClr val="tx2"/>
          </a:solidFill>
          <a:latin typeface="Lucida Sans Unicode" pitchFamily="34" charset="0"/>
        </a:defRPr>
      </a:lvl6pPr>
      <a:lvl7pPr marL="914400" algn="l" rtl="0" fontAlgn="base">
        <a:spcBef>
          <a:spcPct val="0"/>
        </a:spcBef>
        <a:spcAft>
          <a:spcPct val="0"/>
        </a:spcAft>
        <a:defRPr sz="4100" b="1">
          <a:solidFill>
            <a:schemeClr val="tx2"/>
          </a:solidFill>
          <a:latin typeface="Lucida Sans Unicode" pitchFamily="34" charset="0"/>
        </a:defRPr>
      </a:lvl7pPr>
      <a:lvl8pPr marL="1371600" algn="l" rtl="0" fontAlgn="base">
        <a:spcBef>
          <a:spcPct val="0"/>
        </a:spcBef>
        <a:spcAft>
          <a:spcPct val="0"/>
        </a:spcAft>
        <a:defRPr sz="4100" b="1">
          <a:solidFill>
            <a:schemeClr val="tx2"/>
          </a:solidFill>
          <a:latin typeface="Lucida Sans Unicode" pitchFamily="34" charset="0"/>
        </a:defRPr>
      </a:lvl8pPr>
      <a:lvl9pPr marL="1828800" algn="l" rtl="0" fontAlgn="base">
        <a:spcBef>
          <a:spcPct val="0"/>
        </a:spcBef>
        <a:spcAft>
          <a:spcPct val="0"/>
        </a:spcAft>
        <a:defRPr sz="4100" b="1">
          <a:solidFill>
            <a:schemeClr val="tx2"/>
          </a:solidFill>
          <a:latin typeface="Lucida Sans Unicode" pitchFamily="34" charset="0"/>
        </a:defRPr>
      </a:lvl9pPr>
      <a:extLst/>
    </p:titleStyle>
    <p:bodyStyle>
      <a:lvl1pPr marL="365125" indent="-255588" algn="l" rtl="0" eaLnBrk="0" fontAlgn="base" hangingPunct="0">
        <a:spcBef>
          <a:spcPts val="400"/>
        </a:spcBef>
        <a:spcAft>
          <a:spcPct val="0"/>
        </a:spcAft>
        <a:buClr>
          <a:schemeClr val="accent1"/>
        </a:buClr>
        <a:buSzPct val="68000"/>
        <a:buFont typeface="Wingdings 3" panose="05040102010807070707" pitchFamily="18" charset="2"/>
        <a:buChar char=""/>
        <a:defRPr sz="2700" kern="1200">
          <a:solidFill>
            <a:schemeClr val="tx1"/>
          </a:solidFill>
          <a:latin typeface="Calibri" panose="020F0502020204030204" pitchFamily="34" charset="0"/>
          <a:ea typeface="+mn-ea"/>
          <a:cs typeface="+mn-cs"/>
        </a:defRPr>
      </a:lvl1pPr>
      <a:lvl2pPr marL="620713" indent="-228600" algn="l" rtl="0" eaLnBrk="0" fontAlgn="base" hangingPunct="0">
        <a:spcBef>
          <a:spcPts val="325"/>
        </a:spcBef>
        <a:spcAft>
          <a:spcPct val="0"/>
        </a:spcAft>
        <a:buClr>
          <a:schemeClr val="accent1"/>
        </a:buClr>
        <a:buFont typeface="Verdana" panose="020B0604030504040204" pitchFamily="34" charset="0"/>
        <a:buChar char="◦"/>
        <a:defRPr sz="2300" kern="1200">
          <a:solidFill>
            <a:schemeClr val="tx1"/>
          </a:solidFill>
          <a:latin typeface="Calibri" panose="020F0502020204030204" pitchFamily="34" charset="0"/>
          <a:ea typeface="+mn-ea"/>
          <a:cs typeface="+mn-cs"/>
        </a:defRPr>
      </a:lvl2pPr>
      <a:lvl3pPr marL="858838" indent="-228600" algn="l" rtl="0" eaLnBrk="0" fontAlgn="base" hangingPunct="0">
        <a:spcBef>
          <a:spcPts val="350"/>
        </a:spcBef>
        <a:spcAft>
          <a:spcPct val="0"/>
        </a:spcAft>
        <a:buClr>
          <a:schemeClr val="accent2"/>
        </a:buClr>
        <a:buSzPct val="100000"/>
        <a:buFont typeface="Wingdings 2" panose="05020102010507070707" pitchFamily="18" charset="2"/>
        <a:buChar char=""/>
        <a:defRPr sz="2100" kern="1200">
          <a:solidFill>
            <a:schemeClr val="tx1"/>
          </a:solidFill>
          <a:latin typeface="Calibri" panose="020F0502020204030204" pitchFamily="34" charset="0"/>
          <a:ea typeface="+mn-ea"/>
          <a:cs typeface="+mn-cs"/>
        </a:defRPr>
      </a:lvl3pPr>
      <a:lvl4pPr marL="1143000" indent="-228600" algn="l" rtl="0" eaLnBrk="0" fontAlgn="base" hangingPunct="0">
        <a:spcBef>
          <a:spcPts val="350"/>
        </a:spcBef>
        <a:spcAft>
          <a:spcPct val="0"/>
        </a:spcAft>
        <a:buClr>
          <a:schemeClr val="accent2"/>
        </a:buClr>
        <a:defRPr sz="1900" kern="1200">
          <a:solidFill>
            <a:schemeClr val="tx1"/>
          </a:solidFill>
          <a:latin typeface="Calibri" panose="020F0502020204030204" pitchFamily="34" charset="0"/>
          <a:ea typeface="+mn-ea"/>
          <a:cs typeface="+mn-cs"/>
        </a:defRPr>
      </a:lvl4pPr>
      <a:lvl5pPr marL="1143000" indent="-228600" algn="l" rtl="0" eaLnBrk="0" fontAlgn="base" hangingPunct="0">
        <a:spcBef>
          <a:spcPts val="350"/>
        </a:spcBef>
        <a:spcAft>
          <a:spcPct val="0"/>
        </a:spcAft>
        <a:buClr>
          <a:schemeClr val="accent2"/>
        </a:buClr>
        <a:defRPr sz="1900" kern="1200">
          <a:solidFill>
            <a:schemeClr val="tx1"/>
          </a:solidFill>
          <a:latin typeface="Calibri" panose="020F0502020204030204" pitchFamily="34" charset="0"/>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Freeform 12">
            <a:extLst>
              <a:ext uri="{FF2B5EF4-FFF2-40B4-BE49-F238E27FC236}">
                <a16:creationId xmlns:a16="http://schemas.microsoft.com/office/drawing/2014/main" id="{D19B96AB-9F76-436F-BA28-CF292C8297CE}"/>
              </a:ext>
            </a:extLst>
          </p:cNvPr>
          <p:cNvSpPr>
            <a:spLocks/>
          </p:cNvSpPr>
          <p:nvPr/>
        </p:nvSpPr>
        <p:spPr bwMode="auto">
          <a:xfrm>
            <a:off x="666751" y="5945188"/>
            <a:ext cx="6587067" cy="9207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fontAlgn="auto">
              <a:spcBef>
                <a:spcPts val="0"/>
              </a:spcBef>
              <a:spcAft>
                <a:spcPts val="0"/>
              </a:spcAft>
              <a:defRPr/>
            </a:pPr>
            <a:endParaRPr lang="en-US" dirty="0">
              <a:latin typeface="Calibri" panose="020F0502020204030204" pitchFamily="34" charset="0"/>
              <a:cs typeface="Calibri" panose="020F0502020204030204" pitchFamily="34" charset="0"/>
            </a:endParaRPr>
          </a:p>
        </p:txBody>
      </p:sp>
      <p:sp>
        <p:nvSpPr>
          <p:cNvPr id="1027" name="Freeform 11">
            <a:extLst>
              <a:ext uri="{FF2B5EF4-FFF2-40B4-BE49-F238E27FC236}">
                <a16:creationId xmlns:a16="http://schemas.microsoft.com/office/drawing/2014/main" id="{9D6C396D-EB48-4C42-9DC2-1A314D36EBFD}"/>
              </a:ext>
            </a:extLst>
          </p:cNvPr>
          <p:cNvSpPr>
            <a:spLocks/>
          </p:cNvSpPr>
          <p:nvPr/>
        </p:nvSpPr>
        <p:spPr bwMode="auto">
          <a:xfrm>
            <a:off x="647700" y="5938838"/>
            <a:ext cx="4921251" cy="933450"/>
          </a:xfrm>
          <a:custGeom>
            <a:avLst/>
            <a:gdLst>
              <a:gd name="T0" fmla="*/ 0 w 5591"/>
              <a:gd name="T1" fmla="*/ 0 h 588"/>
              <a:gd name="T2" fmla="*/ 5760 w 5591"/>
              <a:gd name="T3" fmla="*/ 0 h 588"/>
              <a:gd name="T4" fmla="*/ 5760 w 5591"/>
              <a:gd name="T5" fmla="*/ 528 h 588"/>
              <a:gd name="T6" fmla="*/ 48 w 5591"/>
              <a:gd name="T7" fmla="*/ 0 h 588"/>
              <a:gd name="T8" fmla="*/ 0 60000 65536"/>
              <a:gd name="T9" fmla="*/ 0 60000 65536"/>
              <a:gd name="T10" fmla="*/ 0 60000 65536"/>
              <a:gd name="T11" fmla="*/ 0 60000 65536"/>
              <a:gd name="T12" fmla="*/ 0 w 5591"/>
              <a:gd name="T13" fmla="*/ 0 h 588"/>
              <a:gd name="T14" fmla="*/ 5591 w 5591"/>
              <a:gd name="T15" fmla="*/ 588 h 588"/>
            </a:gdLst>
            <a:ahLst/>
            <a:cxnLst>
              <a:cxn ang="T8">
                <a:pos x="T0" y="T1"/>
              </a:cxn>
              <a:cxn ang="T9">
                <a:pos x="T2" y="T3"/>
              </a:cxn>
              <a:cxn ang="T10">
                <a:pos x="T4" y="T5"/>
              </a:cxn>
              <a:cxn ang="T11">
                <a:pos x="T6" y="T7"/>
              </a:cxn>
            </a:cxnLst>
            <a:rect l="T12" t="T13" r="T14" b="T15"/>
            <a:pathLst>
              <a:path w="5591" h="588">
                <a:moveTo>
                  <a:pt x="0" y="0"/>
                </a:moveTo>
                <a:lnTo>
                  <a:pt x="5591" y="585"/>
                </a:lnTo>
                <a:lnTo>
                  <a:pt x="4415" y="588"/>
                </a:lnTo>
                <a:lnTo>
                  <a:pt x="12" y="4"/>
                </a:lnTo>
              </a:path>
            </a:pathLst>
          </a:custGeom>
          <a:solidFill>
            <a:srgbClr val="000000"/>
          </a:solidFill>
          <a:ln>
            <a:noFill/>
          </a:ln>
          <a:extLst>
            <a:ext uri="{91240B29-F687-4F45-9708-019B960494DF}">
              <a14:hiddenLine xmlns:a14="http://schemas.microsoft.com/office/drawing/2010/main" w="9525" cap="flat" cmpd="sng" algn="ctr">
                <a:solidFill>
                  <a:srgbClr val="000000"/>
                </a:solidFill>
                <a:prstDash val="solid"/>
                <a:round/>
                <a:headEnd type="none" w="med" len="med"/>
                <a:tailEnd type="none" w="med" len="med"/>
              </a14:hiddenLine>
            </a:ext>
          </a:extLst>
        </p:spPr>
        <p:txBody>
          <a:bodyPr/>
          <a:lstStyle/>
          <a:p>
            <a:endParaRPr lang="en-US" dirty="0">
              <a:latin typeface="Calibri" panose="020F0502020204030204" pitchFamily="34" charset="0"/>
              <a:cs typeface="Calibri" panose="020F0502020204030204" pitchFamily="34" charset="0"/>
            </a:endParaRPr>
          </a:p>
        </p:txBody>
      </p:sp>
      <p:sp>
        <p:nvSpPr>
          <p:cNvPr id="14" name="Right Triangle 13">
            <a:extLst>
              <a:ext uri="{FF2B5EF4-FFF2-40B4-BE49-F238E27FC236}">
                <a16:creationId xmlns:a16="http://schemas.microsoft.com/office/drawing/2014/main" id="{E54D76B0-B6C4-4AE6-998C-FF38103884C3}"/>
              </a:ext>
            </a:extLst>
          </p:cNvPr>
          <p:cNvSpPr>
            <a:spLocks/>
          </p:cNvSpPr>
          <p:nvPr/>
        </p:nvSpPr>
        <p:spPr bwMode="auto">
          <a:xfrm>
            <a:off x="-8056" y="5791253"/>
            <a:ext cx="4536419" cy="1080868"/>
          </a:xfrm>
          <a:prstGeom prst="rtTriangle">
            <a:avLst/>
          </a:prstGeom>
          <a:blipFill>
            <a:blip r:embed="rId18"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latin typeface="Calibri" panose="020F0502020204030204" pitchFamily="34" charset="0"/>
            </a:endParaRPr>
          </a:p>
        </p:txBody>
      </p:sp>
      <p:cxnSp>
        <p:nvCxnSpPr>
          <p:cNvPr id="15" name="Straight Connector 14">
            <a:extLst>
              <a:ext uri="{FF2B5EF4-FFF2-40B4-BE49-F238E27FC236}">
                <a16:creationId xmlns:a16="http://schemas.microsoft.com/office/drawing/2014/main" id="{A5A52B94-25A7-4BDF-AD39-864304C34C78}"/>
              </a:ext>
            </a:extLst>
          </p:cNvPr>
          <p:cNvCxnSpPr/>
          <p:nvPr/>
        </p:nvCxnSpPr>
        <p:spPr>
          <a:xfrm>
            <a:off x="-12316" y="5787739"/>
            <a:ext cx="454067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a:extLst>
              <a:ext uri="{FF2B5EF4-FFF2-40B4-BE49-F238E27FC236}">
                <a16:creationId xmlns:a16="http://schemas.microsoft.com/office/drawing/2014/main" id="{F41A3726-4E8A-4CB9-B470-65009F08C685}"/>
              </a:ext>
            </a:extLst>
          </p:cNvPr>
          <p:cNvSpPr>
            <a:spLocks noGrp="1"/>
          </p:cNvSpPr>
          <p:nvPr>
            <p:ph type="title"/>
          </p:nvPr>
        </p:nvSpPr>
        <p:spPr>
          <a:xfrm>
            <a:off x="609600" y="274638"/>
            <a:ext cx="10972800" cy="1143000"/>
          </a:xfrm>
          <a:prstGeom prst="rect">
            <a:avLst/>
          </a:prstGeom>
        </p:spPr>
        <p:txBody>
          <a:bodyPr vert="horz" anchor="ctr">
            <a:normAutofit/>
            <a:scene3d>
              <a:camera prst="orthographicFront"/>
              <a:lightRig rig="soft" dir="t"/>
            </a:scene3d>
            <a:sp3d prstMaterial="softEdge">
              <a:bevelT w="25400" h="25400"/>
            </a:sp3d>
          </a:bodyPr>
          <a:lstStyle/>
          <a:p>
            <a:r>
              <a:rPr lang="en-US" dirty="0"/>
              <a:t>Click to edit Master title style</a:t>
            </a:r>
          </a:p>
        </p:txBody>
      </p:sp>
      <p:sp>
        <p:nvSpPr>
          <p:cNvPr id="1033" name="Text Placeholder 29">
            <a:extLst>
              <a:ext uri="{FF2B5EF4-FFF2-40B4-BE49-F238E27FC236}">
                <a16:creationId xmlns:a16="http://schemas.microsoft.com/office/drawing/2014/main" id="{20118A3C-B646-4461-8BEF-B2034F4D9620}"/>
              </a:ext>
            </a:extLst>
          </p:cNvPr>
          <p:cNvSpPr>
            <a:spLocks noGrp="1"/>
          </p:cNvSpPr>
          <p:nvPr>
            <p:ph type="body" idx="1"/>
          </p:nvPr>
        </p:nvSpPr>
        <p:spPr bwMode="auto">
          <a:xfrm>
            <a:off x="609600" y="1481138"/>
            <a:ext cx="10972800"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 name="Date Placeholder 9">
            <a:extLst>
              <a:ext uri="{FF2B5EF4-FFF2-40B4-BE49-F238E27FC236}">
                <a16:creationId xmlns:a16="http://schemas.microsoft.com/office/drawing/2014/main" id="{D12AC96E-90C4-4E9F-BF03-A630921255CD}"/>
              </a:ext>
            </a:extLst>
          </p:cNvPr>
          <p:cNvSpPr>
            <a:spLocks noGrp="1"/>
          </p:cNvSpPr>
          <p:nvPr>
            <p:ph type="dt" sz="half" idx="2"/>
          </p:nvPr>
        </p:nvSpPr>
        <p:spPr>
          <a:xfrm>
            <a:off x="8970433" y="6408739"/>
            <a:ext cx="2559051" cy="365125"/>
          </a:xfrm>
          <a:prstGeom prst="rect">
            <a:avLst/>
          </a:prstGeom>
        </p:spPr>
        <p:txBody>
          <a:bodyPr vert="horz" anchor="b"/>
          <a:lstStyle>
            <a:lvl1pPr algn="l" eaLnBrk="1" fontAlgn="auto" latinLnBrk="0" hangingPunct="1">
              <a:spcBef>
                <a:spcPts val="0"/>
              </a:spcBef>
              <a:spcAft>
                <a:spcPts val="0"/>
              </a:spcAft>
              <a:defRPr kumimoji="0" sz="1000" smtClean="0">
                <a:solidFill>
                  <a:schemeClr val="tx1"/>
                </a:solidFill>
                <a:latin typeface="Calibri" panose="020F0502020204030204" pitchFamily="34" charset="0"/>
                <a:cs typeface="+mn-cs"/>
              </a:defRPr>
            </a:lvl1pPr>
            <a:extLst/>
          </a:lstStyle>
          <a:p>
            <a:pPr>
              <a:defRPr/>
            </a:pPr>
            <a:fld id="{F5492014-CFD1-4EE7-9514-7AEC7C371F43}" type="datetime1">
              <a:rPr lang="en-US" smtClean="0"/>
              <a:t>8/18/2025</a:t>
            </a:fld>
            <a:endParaRPr lang="en-US" dirty="0"/>
          </a:p>
        </p:txBody>
      </p:sp>
      <p:sp>
        <p:nvSpPr>
          <p:cNvPr id="22" name="Footer Placeholder 21">
            <a:extLst>
              <a:ext uri="{FF2B5EF4-FFF2-40B4-BE49-F238E27FC236}">
                <a16:creationId xmlns:a16="http://schemas.microsoft.com/office/drawing/2014/main" id="{B4719097-56BF-4148-BED7-41A8ECC39275}"/>
              </a:ext>
            </a:extLst>
          </p:cNvPr>
          <p:cNvSpPr>
            <a:spLocks noGrp="1"/>
          </p:cNvSpPr>
          <p:nvPr>
            <p:ph type="ftr" sz="quarter" idx="3"/>
          </p:nvPr>
        </p:nvSpPr>
        <p:spPr>
          <a:xfrm>
            <a:off x="5283200" y="6408739"/>
            <a:ext cx="3691467" cy="365125"/>
          </a:xfrm>
          <a:prstGeom prst="rect">
            <a:avLst/>
          </a:prstGeom>
        </p:spPr>
        <p:txBody>
          <a:bodyPr vert="horz" anchor="b"/>
          <a:lstStyle>
            <a:lvl1pPr algn="r" eaLnBrk="1" fontAlgn="auto" latinLnBrk="0" hangingPunct="1">
              <a:spcBef>
                <a:spcPts val="0"/>
              </a:spcBef>
              <a:spcAft>
                <a:spcPts val="0"/>
              </a:spcAft>
              <a:defRPr kumimoji="0" sz="1000" smtClean="0">
                <a:solidFill>
                  <a:schemeClr val="tx1"/>
                </a:solidFill>
                <a:latin typeface="Calibri" panose="020F0502020204030204" pitchFamily="34" charset="0"/>
                <a:cs typeface="+mn-cs"/>
              </a:defRPr>
            </a:lvl1pPr>
            <a:extLst/>
          </a:lstStyle>
          <a:p>
            <a:pPr>
              <a:defRPr/>
            </a:pPr>
            <a:r>
              <a:rPr lang="en-US"/>
              <a:t>© 1992-2018 by Pearson Education, Inc. All Rights Reserved.</a:t>
            </a:r>
            <a:endParaRPr lang="en-US" dirty="0"/>
          </a:p>
        </p:txBody>
      </p:sp>
      <p:sp>
        <p:nvSpPr>
          <p:cNvPr id="18" name="Slide Number Placeholder 17">
            <a:extLst>
              <a:ext uri="{FF2B5EF4-FFF2-40B4-BE49-F238E27FC236}">
                <a16:creationId xmlns:a16="http://schemas.microsoft.com/office/drawing/2014/main" id="{D62AE1BE-F9DB-4ECF-B699-F150341FC6FD}"/>
              </a:ext>
            </a:extLst>
          </p:cNvPr>
          <p:cNvSpPr>
            <a:spLocks noGrp="1"/>
          </p:cNvSpPr>
          <p:nvPr>
            <p:ph type="sldNum" sz="quarter" idx="4"/>
          </p:nvPr>
        </p:nvSpPr>
        <p:spPr>
          <a:xfrm>
            <a:off x="11529484" y="6408739"/>
            <a:ext cx="488949" cy="365125"/>
          </a:xfrm>
          <a:prstGeom prst="rect">
            <a:avLst/>
          </a:prstGeom>
        </p:spPr>
        <p:txBody>
          <a:bodyPr vert="horz" wrap="square" lIns="91440" tIns="45720" rIns="91440" bIns="45720" numCol="1" anchor="b" anchorCtr="0" compatLnSpc="1">
            <a:prstTxWarp prst="textNoShape">
              <a:avLst/>
            </a:prstTxWarp>
          </a:bodyPr>
          <a:lstStyle>
            <a:lvl1pPr algn="r">
              <a:defRPr sz="1000">
                <a:latin typeface="Calibri" panose="020F0502020204030204" pitchFamily="34" charset="0"/>
                <a:cs typeface="Calibri" panose="020F0502020204030204" pitchFamily="34" charset="0"/>
              </a:defRPr>
            </a:lvl1pPr>
          </a:lstStyle>
          <a:p>
            <a:fld id="{74BB0060-DA6E-4365-BEF6-643F99801ADF}" type="slidenum">
              <a:rPr lang="en-US" altLang="en-US" smtClean="0"/>
              <a:pPr/>
              <a:t>‹#›</a:t>
            </a:fld>
            <a:endParaRPr lang="en-US" altLang="en-US" dirty="0"/>
          </a:p>
        </p:txBody>
      </p:sp>
      <p:sp>
        <p:nvSpPr>
          <p:cNvPr id="11" name="Action Button: Back or Previous 10">
            <a:hlinkClick r:id="" action="ppaction://hlinkshowjump?jump=previousslide" highlightClick="1"/>
            <a:extLst>
              <a:ext uri="{FF2B5EF4-FFF2-40B4-BE49-F238E27FC236}">
                <a16:creationId xmlns:a16="http://schemas.microsoft.com/office/drawing/2014/main" id="{72712AB9-51B7-4EFA-8122-553F3BFE9F72}"/>
              </a:ext>
            </a:extLst>
          </p:cNvPr>
          <p:cNvSpPr/>
          <p:nvPr/>
        </p:nvSpPr>
        <p:spPr>
          <a:xfrm>
            <a:off x="11074400" y="152400"/>
            <a:ext cx="406400" cy="304800"/>
          </a:xfrm>
          <a:prstGeom prst="actionButtonBackPrevious">
            <a:avLst/>
          </a:prstGeom>
        </p:spPr>
        <p:style>
          <a:lnRef idx="1">
            <a:schemeClr val="accent2"/>
          </a:lnRef>
          <a:fillRef idx="2">
            <a:schemeClr val="accent2"/>
          </a:fillRef>
          <a:effectRef idx="1">
            <a:schemeClr val="accent2"/>
          </a:effectRef>
          <a:fontRef idx="minor">
            <a:schemeClr val="dk1"/>
          </a:fontRef>
        </p:style>
        <p:txBody>
          <a:bodyPr anchor="ctr"/>
          <a:lstStyle/>
          <a:p>
            <a:pPr algn="ctr" fontAlgn="auto">
              <a:spcBef>
                <a:spcPts val="0"/>
              </a:spcBef>
              <a:spcAft>
                <a:spcPts val="0"/>
              </a:spcAft>
              <a:defRPr/>
            </a:pPr>
            <a:endParaRPr lang="en-US" dirty="0">
              <a:latin typeface="Calibri" panose="020F0502020204030204" pitchFamily="34" charset="0"/>
            </a:endParaRPr>
          </a:p>
        </p:txBody>
      </p:sp>
      <p:sp>
        <p:nvSpPr>
          <p:cNvPr id="16" name="Action Button: Forward or Next 15">
            <a:hlinkClick r:id="" action="ppaction://hlinkshowjump?jump=nextslide" highlightClick="1"/>
            <a:extLst>
              <a:ext uri="{FF2B5EF4-FFF2-40B4-BE49-F238E27FC236}">
                <a16:creationId xmlns:a16="http://schemas.microsoft.com/office/drawing/2014/main" id="{6D74E4FE-D341-4C2F-9F9C-4D514F1FD2B5}"/>
              </a:ext>
            </a:extLst>
          </p:cNvPr>
          <p:cNvSpPr/>
          <p:nvPr/>
        </p:nvSpPr>
        <p:spPr>
          <a:xfrm>
            <a:off x="11582400" y="152400"/>
            <a:ext cx="406400" cy="304800"/>
          </a:xfrm>
          <a:prstGeom prst="actionButtonForwardNext">
            <a:avLst/>
          </a:prstGeom>
        </p:spPr>
        <p:style>
          <a:lnRef idx="1">
            <a:schemeClr val="accent2"/>
          </a:lnRef>
          <a:fillRef idx="2">
            <a:schemeClr val="accent2"/>
          </a:fillRef>
          <a:effectRef idx="1">
            <a:schemeClr val="accent2"/>
          </a:effectRef>
          <a:fontRef idx="minor">
            <a:schemeClr val="dk1"/>
          </a:fontRef>
        </p:style>
        <p:txBody>
          <a:bodyPr anchor="ctr"/>
          <a:lstStyle/>
          <a:p>
            <a:pPr algn="ctr" fontAlgn="auto">
              <a:spcBef>
                <a:spcPts val="0"/>
              </a:spcBef>
              <a:spcAft>
                <a:spcPts val="0"/>
              </a:spcAft>
              <a:defRPr/>
            </a:pPr>
            <a:endParaRPr lang="en-US" dirty="0">
              <a:latin typeface="Calibri" panose="020F0502020204030204" pitchFamily="34" charset="0"/>
            </a:endParaRPr>
          </a:p>
        </p:txBody>
      </p:sp>
    </p:spTree>
    <p:extLst>
      <p:ext uri="{BB962C8B-B14F-4D97-AF65-F5344CB8AC3E}">
        <p14:creationId xmlns:p14="http://schemas.microsoft.com/office/powerpoint/2010/main" val="2178528304"/>
      </p:ext>
    </p:extLst>
  </p:cSld>
  <p:clrMap bg1="lt1" tx1="dk1" bg2="lt2" tx2="dk2" accent1="accent1" accent2="accent2" accent3="accent3" accent4="accent4" accent5="accent5" accent6="accent6" hlink="hlink" folHlink="folHlink"/>
  <p:sldLayoutIdLst>
    <p:sldLayoutId id="2147483699"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 id="2147483710" r:id="rId12"/>
    <p:sldLayoutId id="2147483711" r:id="rId13"/>
    <p:sldLayoutId id="2147483712" r:id="rId14"/>
    <p:sldLayoutId id="2147483713" r:id="rId15"/>
    <p:sldLayoutId id="2147483714" r:id="rId16"/>
  </p:sldLayoutIdLst>
  <p:hf sldNum="0" hdr="0" dt="0"/>
  <p:txStyles>
    <p:titleStyle>
      <a:lvl1pPr algn="l" rtl="0" eaLnBrk="0" fontAlgn="base" hangingPunct="0">
        <a:spcBef>
          <a:spcPct val="0"/>
        </a:spcBef>
        <a:spcAft>
          <a:spcPct val="0"/>
        </a:spcAft>
        <a:defRPr sz="4100" b="1" kern="1200">
          <a:solidFill>
            <a:schemeClr val="tx2"/>
          </a:solidFill>
          <a:effectLst>
            <a:outerShdw blurRad="31750" dist="25400" dir="5400000" algn="tl" rotWithShape="0">
              <a:srgbClr val="000000">
                <a:alpha val="25000"/>
              </a:srgbClr>
            </a:outerShdw>
          </a:effectLst>
          <a:latin typeface="Calibri" panose="020F0502020204030204" pitchFamily="34" charset="0"/>
          <a:ea typeface="+mj-ea"/>
          <a:cs typeface="+mj-cs"/>
        </a:defRPr>
      </a:lvl1pPr>
      <a:lvl2pPr algn="l" rtl="0" eaLnBrk="0" fontAlgn="base" hangingPunct="0">
        <a:spcBef>
          <a:spcPct val="0"/>
        </a:spcBef>
        <a:spcAft>
          <a:spcPct val="0"/>
        </a:spcAft>
        <a:defRPr sz="4100" b="1">
          <a:solidFill>
            <a:schemeClr val="tx2"/>
          </a:solidFill>
          <a:latin typeface="Lucida Sans Unicode" pitchFamily="34" charset="0"/>
        </a:defRPr>
      </a:lvl2pPr>
      <a:lvl3pPr algn="l" rtl="0" eaLnBrk="0" fontAlgn="base" hangingPunct="0">
        <a:spcBef>
          <a:spcPct val="0"/>
        </a:spcBef>
        <a:spcAft>
          <a:spcPct val="0"/>
        </a:spcAft>
        <a:defRPr sz="4100" b="1">
          <a:solidFill>
            <a:schemeClr val="tx2"/>
          </a:solidFill>
          <a:latin typeface="Lucida Sans Unicode" pitchFamily="34" charset="0"/>
        </a:defRPr>
      </a:lvl3pPr>
      <a:lvl4pPr algn="l" rtl="0" eaLnBrk="0" fontAlgn="base" hangingPunct="0">
        <a:spcBef>
          <a:spcPct val="0"/>
        </a:spcBef>
        <a:spcAft>
          <a:spcPct val="0"/>
        </a:spcAft>
        <a:defRPr sz="4100" b="1">
          <a:solidFill>
            <a:schemeClr val="tx2"/>
          </a:solidFill>
          <a:latin typeface="Lucida Sans Unicode" pitchFamily="34" charset="0"/>
        </a:defRPr>
      </a:lvl4pPr>
      <a:lvl5pPr algn="l" rtl="0" eaLnBrk="0" fontAlgn="base" hangingPunct="0">
        <a:spcBef>
          <a:spcPct val="0"/>
        </a:spcBef>
        <a:spcAft>
          <a:spcPct val="0"/>
        </a:spcAft>
        <a:defRPr sz="4100" b="1">
          <a:solidFill>
            <a:schemeClr val="tx2"/>
          </a:solidFill>
          <a:latin typeface="Lucida Sans Unicode" pitchFamily="34" charset="0"/>
        </a:defRPr>
      </a:lvl5pPr>
      <a:lvl6pPr marL="457200" algn="l" rtl="0" fontAlgn="base">
        <a:spcBef>
          <a:spcPct val="0"/>
        </a:spcBef>
        <a:spcAft>
          <a:spcPct val="0"/>
        </a:spcAft>
        <a:defRPr sz="4100" b="1">
          <a:solidFill>
            <a:schemeClr val="tx2"/>
          </a:solidFill>
          <a:latin typeface="Lucida Sans Unicode" pitchFamily="34" charset="0"/>
        </a:defRPr>
      </a:lvl6pPr>
      <a:lvl7pPr marL="914400" algn="l" rtl="0" fontAlgn="base">
        <a:spcBef>
          <a:spcPct val="0"/>
        </a:spcBef>
        <a:spcAft>
          <a:spcPct val="0"/>
        </a:spcAft>
        <a:defRPr sz="4100" b="1">
          <a:solidFill>
            <a:schemeClr val="tx2"/>
          </a:solidFill>
          <a:latin typeface="Lucida Sans Unicode" pitchFamily="34" charset="0"/>
        </a:defRPr>
      </a:lvl7pPr>
      <a:lvl8pPr marL="1371600" algn="l" rtl="0" fontAlgn="base">
        <a:spcBef>
          <a:spcPct val="0"/>
        </a:spcBef>
        <a:spcAft>
          <a:spcPct val="0"/>
        </a:spcAft>
        <a:defRPr sz="4100" b="1">
          <a:solidFill>
            <a:schemeClr val="tx2"/>
          </a:solidFill>
          <a:latin typeface="Lucida Sans Unicode" pitchFamily="34" charset="0"/>
        </a:defRPr>
      </a:lvl8pPr>
      <a:lvl9pPr marL="1828800" algn="l" rtl="0" fontAlgn="base">
        <a:spcBef>
          <a:spcPct val="0"/>
        </a:spcBef>
        <a:spcAft>
          <a:spcPct val="0"/>
        </a:spcAft>
        <a:defRPr sz="4100" b="1">
          <a:solidFill>
            <a:schemeClr val="tx2"/>
          </a:solidFill>
          <a:latin typeface="Lucida Sans Unicode" pitchFamily="34" charset="0"/>
        </a:defRPr>
      </a:lvl9pPr>
      <a:extLst/>
    </p:titleStyle>
    <p:bodyStyle>
      <a:lvl1pPr marL="365125" indent="-255588" algn="l" rtl="0" eaLnBrk="0" fontAlgn="base" hangingPunct="0">
        <a:spcBef>
          <a:spcPts val="400"/>
        </a:spcBef>
        <a:spcAft>
          <a:spcPct val="0"/>
        </a:spcAft>
        <a:buClr>
          <a:schemeClr val="accent1"/>
        </a:buClr>
        <a:buSzPct val="68000"/>
        <a:buFont typeface="Wingdings 3" panose="05040102010807070707" pitchFamily="18" charset="2"/>
        <a:buChar char=""/>
        <a:defRPr sz="2700" kern="1200">
          <a:solidFill>
            <a:schemeClr val="tx1"/>
          </a:solidFill>
          <a:latin typeface="Calibri" panose="020F0502020204030204" pitchFamily="34" charset="0"/>
          <a:ea typeface="+mn-ea"/>
          <a:cs typeface="+mn-cs"/>
        </a:defRPr>
      </a:lvl1pPr>
      <a:lvl2pPr marL="620713" indent="-228600" algn="l" rtl="0" eaLnBrk="0" fontAlgn="base" hangingPunct="0">
        <a:spcBef>
          <a:spcPts val="325"/>
        </a:spcBef>
        <a:spcAft>
          <a:spcPct val="0"/>
        </a:spcAft>
        <a:buClr>
          <a:schemeClr val="accent1"/>
        </a:buClr>
        <a:buFont typeface="Verdana" panose="020B0604030504040204" pitchFamily="34" charset="0"/>
        <a:buChar char="◦"/>
        <a:defRPr sz="2300" kern="1200">
          <a:solidFill>
            <a:schemeClr val="tx1"/>
          </a:solidFill>
          <a:latin typeface="Calibri" panose="020F0502020204030204" pitchFamily="34" charset="0"/>
          <a:ea typeface="+mn-ea"/>
          <a:cs typeface="+mn-cs"/>
        </a:defRPr>
      </a:lvl2pPr>
      <a:lvl3pPr marL="858838" indent="-228600" algn="l" rtl="0" eaLnBrk="0" fontAlgn="base" hangingPunct="0">
        <a:spcBef>
          <a:spcPts val="350"/>
        </a:spcBef>
        <a:spcAft>
          <a:spcPct val="0"/>
        </a:spcAft>
        <a:buClr>
          <a:schemeClr val="accent2"/>
        </a:buClr>
        <a:buSzPct val="100000"/>
        <a:buFont typeface="Wingdings 2" panose="05020102010507070707" pitchFamily="18" charset="2"/>
        <a:buChar char=""/>
        <a:defRPr sz="2100" kern="1200">
          <a:solidFill>
            <a:schemeClr val="tx1"/>
          </a:solidFill>
          <a:latin typeface="Calibri" panose="020F0502020204030204" pitchFamily="34" charset="0"/>
          <a:ea typeface="+mn-ea"/>
          <a:cs typeface="+mn-cs"/>
        </a:defRPr>
      </a:lvl3pPr>
      <a:lvl4pPr marL="1143000" indent="-228600" algn="l" rtl="0" eaLnBrk="0" fontAlgn="base" hangingPunct="0">
        <a:spcBef>
          <a:spcPts val="350"/>
        </a:spcBef>
        <a:spcAft>
          <a:spcPct val="0"/>
        </a:spcAft>
        <a:buClr>
          <a:schemeClr val="accent2"/>
        </a:buClr>
        <a:defRPr sz="1900" kern="1200">
          <a:solidFill>
            <a:schemeClr val="tx1"/>
          </a:solidFill>
          <a:latin typeface="Calibri" panose="020F0502020204030204" pitchFamily="34" charset="0"/>
          <a:ea typeface="+mn-ea"/>
          <a:cs typeface="+mn-cs"/>
        </a:defRPr>
      </a:lvl4pPr>
      <a:lvl5pPr marL="1143000" indent="-228600" algn="l" rtl="0" eaLnBrk="0" fontAlgn="base" hangingPunct="0">
        <a:spcBef>
          <a:spcPts val="350"/>
        </a:spcBef>
        <a:spcAft>
          <a:spcPct val="0"/>
        </a:spcAft>
        <a:buClr>
          <a:schemeClr val="accent2"/>
        </a:buClr>
        <a:defRPr sz="1900" kern="1200">
          <a:solidFill>
            <a:schemeClr val="tx1"/>
          </a:solidFill>
          <a:latin typeface="Calibri" panose="020F0502020204030204" pitchFamily="34" charset="0"/>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Freeform 12">
            <a:extLst>
              <a:ext uri="{FF2B5EF4-FFF2-40B4-BE49-F238E27FC236}">
                <a16:creationId xmlns:a16="http://schemas.microsoft.com/office/drawing/2014/main" id="{07925C0F-029B-4B40-A139-D6B5807FE15A}"/>
              </a:ext>
            </a:extLst>
          </p:cNvPr>
          <p:cNvSpPr>
            <a:spLocks/>
          </p:cNvSpPr>
          <p:nvPr/>
        </p:nvSpPr>
        <p:spPr bwMode="auto">
          <a:xfrm>
            <a:off x="666751" y="5945188"/>
            <a:ext cx="6587067" cy="9207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fontAlgn="auto">
              <a:spcBef>
                <a:spcPts val="0"/>
              </a:spcBef>
              <a:spcAft>
                <a:spcPts val="0"/>
              </a:spcAft>
              <a:defRPr/>
            </a:pPr>
            <a:endParaRPr lang="en-US" dirty="0">
              <a:latin typeface="Calibri" panose="020F0502020204030204" pitchFamily="34" charset="0"/>
              <a:cs typeface="Calibri" panose="020F0502020204030204" pitchFamily="34" charset="0"/>
            </a:endParaRPr>
          </a:p>
        </p:txBody>
      </p:sp>
      <p:sp>
        <p:nvSpPr>
          <p:cNvPr id="1027" name="Freeform 11">
            <a:extLst>
              <a:ext uri="{FF2B5EF4-FFF2-40B4-BE49-F238E27FC236}">
                <a16:creationId xmlns:a16="http://schemas.microsoft.com/office/drawing/2014/main" id="{3982B19C-060B-4016-A4E8-9842DC874754}"/>
              </a:ext>
            </a:extLst>
          </p:cNvPr>
          <p:cNvSpPr>
            <a:spLocks/>
          </p:cNvSpPr>
          <p:nvPr/>
        </p:nvSpPr>
        <p:spPr bwMode="auto">
          <a:xfrm>
            <a:off x="647700" y="5938838"/>
            <a:ext cx="4921251" cy="933450"/>
          </a:xfrm>
          <a:custGeom>
            <a:avLst/>
            <a:gdLst>
              <a:gd name="T0" fmla="*/ 0 w 5591"/>
              <a:gd name="T1" fmla="*/ 0 h 588"/>
              <a:gd name="T2" fmla="*/ 2147483647 w 5591"/>
              <a:gd name="T3" fmla="*/ 0 h 588"/>
              <a:gd name="T4" fmla="*/ 2147483647 w 5591"/>
              <a:gd name="T5" fmla="*/ 2147483647 h 588"/>
              <a:gd name="T6" fmla="*/ 2147483647 w 5591"/>
              <a:gd name="T7" fmla="*/ 0 h 588"/>
              <a:gd name="T8" fmla="*/ 0 60000 65536"/>
              <a:gd name="T9" fmla="*/ 0 60000 65536"/>
              <a:gd name="T10" fmla="*/ 0 60000 65536"/>
              <a:gd name="T11" fmla="*/ 0 60000 65536"/>
              <a:gd name="T12" fmla="*/ 0 w 5591"/>
              <a:gd name="T13" fmla="*/ 0 h 588"/>
              <a:gd name="T14" fmla="*/ 5591 w 5591"/>
              <a:gd name="T15" fmla="*/ 588 h 588"/>
            </a:gdLst>
            <a:ahLst/>
            <a:cxnLst>
              <a:cxn ang="T8">
                <a:pos x="T0" y="T1"/>
              </a:cxn>
              <a:cxn ang="T9">
                <a:pos x="T2" y="T3"/>
              </a:cxn>
              <a:cxn ang="T10">
                <a:pos x="T4" y="T5"/>
              </a:cxn>
              <a:cxn ang="T11">
                <a:pos x="T6" y="T7"/>
              </a:cxn>
            </a:cxnLst>
            <a:rect l="T12" t="T13" r="T14" b="T15"/>
            <a:pathLst>
              <a:path w="5591" h="588">
                <a:moveTo>
                  <a:pt x="0" y="0"/>
                </a:moveTo>
                <a:lnTo>
                  <a:pt x="5591" y="585"/>
                </a:lnTo>
                <a:lnTo>
                  <a:pt x="4415" y="588"/>
                </a:lnTo>
                <a:lnTo>
                  <a:pt x="12" y="4"/>
                </a:lnTo>
              </a:path>
            </a:pathLst>
          </a:custGeom>
          <a:solidFill>
            <a:srgbClr val="000000"/>
          </a:solidFill>
          <a:ln>
            <a:noFill/>
          </a:ln>
          <a:extLst>
            <a:ext uri="{91240B29-F687-4F45-9708-019B960494DF}">
              <a14:hiddenLine xmlns:a14="http://schemas.microsoft.com/office/drawing/2010/main" w="9525" cap="flat" cmpd="sng" algn="ctr">
                <a:solidFill>
                  <a:srgbClr val="000000"/>
                </a:solidFill>
                <a:prstDash val="solid"/>
                <a:round/>
                <a:headEnd type="none" w="med" len="med"/>
                <a:tailEnd type="none" w="med" len="med"/>
              </a14:hiddenLine>
            </a:ext>
          </a:extLst>
        </p:spPr>
        <p:txBody>
          <a:bodyPr/>
          <a:lstStyle/>
          <a:p>
            <a:endParaRPr lang="en-US" dirty="0">
              <a:latin typeface="Calibri" panose="020F0502020204030204" pitchFamily="34" charset="0"/>
              <a:cs typeface="Calibri" panose="020F0502020204030204" pitchFamily="34" charset="0"/>
            </a:endParaRPr>
          </a:p>
        </p:txBody>
      </p:sp>
      <p:sp>
        <p:nvSpPr>
          <p:cNvPr id="14" name="Right Triangle 13">
            <a:extLst>
              <a:ext uri="{FF2B5EF4-FFF2-40B4-BE49-F238E27FC236}">
                <a16:creationId xmlns:a16="http://schemas.microsoft.com/office/drawing/2014/main" id="{D97F4195-15B1-463B-BB43-AED735EEE174}"/>
              </a:ext>
            </a:extLst>
          </p:cNvPr>
          <p:cNvSpPr>
            <a:spLocks/>
          </p:cNvSpPr>
          <p:nvPr/>
        </p:nvSpPr>
        <p:spPr bwMode="auto">
          <a:xfrm>
            <a:off x="-8056" y="5791253"/>
            <a:ext cx="4536419" cy="1080868"/>
          </a:xfrm>
          <a:prstGeom prst="rtTriangle">
            <a:avLst/>
          </a:prstGeom>
          <a:blipFill>
            <a:blip r:embed="rId14"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latin typeface="Calibri" panose="020F0502020204030204" pitchFamily="34" charset="0"/>
            </a:endParaRPr>
          </a:p>
        </p:txBody>
      </p:sp>
      <p:cxnSp>
        <p:nvCxnSpPr>
          <p:cNvPr id="15" name="Straight Connector 14">
            <a:extLst>
              <a:ext uri="{FF2B5EF4-FFF2-40B4-BE49-F238E27FC236}">
                <a16:creationId xmlns:a16="http://schemas.microsoft.com/office/drawing/2014/main" id="{35417B2F-1FF6-4F88-8343-6EE367E4882B}"/>
              </a:ext>
            </a:extLst>
          </p:cNvPr>
          <p:cNvCxnSpPr/>
          <p:nvPr/>
        </p:nvCxnSpPr>
        <p:spPr>
          <a:xfrm>
            <a:off x="-12316" y="5787739"/>
            <a:ext cx="454067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a:extLst>
              <a:ext uri="{FF2B5EF4-FFF2-40B4-BE49-F238E27FC236}">
                <a16:creationId xmlns:a16="http://schemas.microsoft.com/office/drawing/2014/main" id="{82D653E3-9F2C-4F31-AAC5-C8E93C507351}"/>
              </a:ext>
            </a:extLst>
          </p:cNvPr>
          <p:cNvSpPr>
            <a:spLocks noGrp="1"/>
          </p:cNvSpPr>
          <p:nvPr>
            <p:ph type="title"/>
          </p:nvPr>
        </p:nvSpPr>
        <p:spPr>
          <a:xfrm>
            <a:off x="609600" y="261938"/>
            <a:ext cx="10972800" cy="584200"/>
          </a:xfrm>
          <a:prstGeom prst="rect">
            <a:avLst/>
          </a:prstGeom>
        </p:spPr>
        <p:txBody>
          <a:bodyPr vert="horz" anchor="ctr">
            <a:normAutofit/>
            <a:scene3d>
              <a:camera prst="orthographicFront"/>
              <a:lightRig rig="soft" dir="t"/>
            </a:scene3d>
            <a:sp3d prstMaterial="softEdge">
              <a:bevelT w="25400" h="25400"/>
            </a:sp3d>
          </a:bodyPr>
          <a:lstStyle/>
          <a:p>
            <a:r>
              <a:rPr lang="en-US" dirty="0"/>
              <a:t>Click to edit Master title style</a:t>
            </a:r>
          </a:p>
        </p:txBody>
      </p:sp>
      <p:sp>
        <p:nvSpPr>
          <p:cNvPr id="1033" name="Text Placeholder 29">
            <a:extLst>
              <a:ext uri="{FF2B5EF4-FFF2-40B4-BE49-F238E27FC236}">
                <a16:creationId xmlns:a16="http://schemas.microsoft.com/office/drawing/2014/main" id="{C6BE292F-2422-4FC0-BCA3-D77B8448BD7C}"/>
              </a:ext>
            </a:extLst>
          </p:cNvPr>
          <p:cNvSpPr>
            <a:spLocks noGrp="1"/>
          </p:cNvSpPr>
          <p:nvPr>
            <p:ph type="body" idx="1"/>
          </p:nvPr>
        </p:nvSpPr>
        <p:spPr bwMode="auto">
          <a:xfrm>
            <a:off x="556684" y="1126332"/>
            <a:ext cx="10972800"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 name="Date Placeholder 9">
            <a:extLst>
              <a:ext uri="{FF2B5EF4-FFF2-40B4-BE49-F238E27FC236}">
                <a16:creationId xmlns:a16="http://schemas.microsoft.com/office/drawing/2014/main" id="{4419DE80-FA4B-4095-A7B0-97E68CFD58C4}"/>
              </a:ext>
            </a:extLst>
          </p:cNvPr>
          <p:cNvSpPr>
            <a:spLocks noGrp="1"/>
          </p:cNvSpPr>
          <p:nvPr>
            <p:ph type="dt" sz="half" idx="2"/>
          </p:nvPr>
        </p:nvSpPr>
        <p:spPr>
          <a:xfrm>
            <a:off x="8970433" y="6408739"/>
            <a:ext cx="2559051" cy="365125"/>
          </a:xfrm>
          <a:prstGeom prst="rect">
            <a:avLst/>
          </a:prstGeom>
        </p:spPr>
        <p:txBody>
          <a:bodyPr vert="horz" anchor="b"/>
          <a:lstStyle>
            <a:lvl1pPr algn="l" eaLnBrk="1" fontAlgn="auto" latinLnBrk="0" hangingPunct="1">
              <a:spcBef>
                <a:spcPts val="0"/>
              </a:spcBef>
              <a:spcAft>
                <a:spcPts val="0"/>
              </a:spcAft>
              <a:defRPr kumimoji="0" sz="1000" smtClean="0">
                <a:solidFill>
                  <a:schemeClr val="tx1"/>
                </a:solidFill>
                <a:latin typeface="Calibri" panose="020F0502020204030204" pitchFamily="34" charset="0"/>
                <a:cs typeface="+mn-cs"/>
              </a:defRPr>
            </a:lvl1pPr>
            <a:extLst/>
          </a:lstStyle>
          <a:p>
            <a:pPr>
              <a:defRPr/>
            </a:pPr>
            <a:fld id="{370DE8AF-2DD2-44F2-9F2B-E8B1F4AA6DDD}" type="datetime1">
              <a:rPr lang="en-US" smtClean="0"/>
              <a:t>8/18/2025</a:t>
            </a:fld>
            <a:endParaRPr lang="en-US" dirty="0"/>
          </a:p>
        </p:txBody>
      </p:sp>
      <p:sp>
        <p:nvSpPr>
          <p:cNvPr id="22" name="Footer Placeholder 21">
            <a:extLst>
              <a:ext uri="{FF2B5EF4-FFF2-40B4-BE49-F238E27FC236}">
                <a16:creationId xmlns:a16="http://schemas.microsoft.com/office/drawing/2014/main" id="{A0D802EC-928E-4F82-B2EC-CBA0B4F5AF9A}"/>
              </a:ext>
            </a:extLst>
          </p:cNvPr>
          <p:cNvSpPr>
            <a:spLocks noGrp="1"/>
          </p:cNvSpPr>
          <p:nvPr>
            <p:ph type="ftr" sz="quarter" idx="3"/>
          </p:nvPr>
        </p:nvSpPr>
        <p:spPr>
          <a:xfrm>
            <a:off x="5283200" y="6408739"/>
            <a:ext cx="3691467" cy="365125"/>
          </a:xfrm>
          <a:prstGeom prst="rect">
            <a:avLst/>
          </a:prstGeom>
        </p:spPr>
        <p:txBody>
          <a:bodyPr vert="horz" anchor="b"/>
          <a:lstStyle>
            <a:lvl1pPr algn="r" eaLnBrk="1" fontAlgn="auto" latinLnBrk="0" hangingPunct="1">
              <a:spcBef>
                <a:spcPts val="0"/>
              </a:spcBef>
              <a:spcAft>
                <a:spcPts val="0"/>
              </a:spcAft>
              <a:defRPr kumimoji="0" sz="1000">
                <a:solidFill>
                  <a:schemeClr val="tx1"/>
                </a:solidFill>
                <a:latin typeface="Calibri" panose="020F0502020204030204" pitchFamily="34" charset="0"/>
                <a:cs typeface="+mn-cs"/>
              </a:defRPr>
            </a:lvl1pPr>
            <a:extLst/>
          </a:lstStyle>
          <a:p>
            <a:pPr>
              <a:defRPr/>
            </a:pPr>
            <a:r>
              <a:rPr lang="en-US"/>
              <a:t>© Copyright 1992-2018 by Pearson Education, Inc. All Rights Reserved.</a:t>
            </a:r>
            <a:endParaRPr lang="en-US" dirty="0"/>
          </a:p>
        </p:txBody>
      </p:sp>
      <p:sp>
        <p:nvSpPr>
          <p:cNvPr id="18" name="Slide Number Placeholder 17">
            <a:extLst>
              <a:ext uri="{FF2B5EF4-FFF2-40B4-BE49-F238E27FC236}">
                <a16:creationId xmlns:a16="http://schemas.microsoft.com/office/drawing/2014/main" id="{1C646D18-3E09-4C4B-A6CF-6ADC84FF2E54}"/>
              </a:ext>
            </a:extLst>
          </p:cNvPr>
          <p:cNvSpPr>
            <a:spLocks noGrp="1"/>
          </p:cNvSpPr>
          <p:nvPr>
            <p:ph type="sldNum" sz="quarter" idx="4"/>
          </p:nvPr>
        </p:nvSpPr>
        <p:spPr>
          <a:xfrm>
            <a:off x="11529484" y="6408739"/>
            <a:ext cx="488949" cy="365125"/>
          </a:xfrm>
          <a:prstGeom prst="rect">
            <a:avLst/>
          </a:prstGeom>
        </p:spPr>
        <p:txBody>
          <a:bodyPr vert="horz" wrap="square" lIns="91440" tIns="45720" rIns="91440" bIns="45720" numCol="1" anchor="b" anchorCtr="0" compatLnSpc="1">
            <a:prstTxWarp prst="textNoShape">
              <a:avLst/>
            </a:prstTxWarp>
          </a:bodyPr>
          <a:lstStyle>
            <a:lvl1pPr algn="r">
              <a:defRPr sz="1000">
                <a:latin typeface="Calibri" panose="020F0502020204030204" pitchFamily="34" charset="0"/>
                <a:cs typeface="Calibri" panose="020F0502020204030204" pitchFamily="34" charset="0"/>
              </a:defRPr>
            </a:lvl1pPr>
          </a:lstStyle>
          <a:p>
            <a:fld id="{B3BFC191-7C05-4045-8A53-68C07651D70E}" type="slidenum">
              <a:rPr lang="en-US" altLang="en-US" smtClean="0"/>
              <a:pPr/>
              <a:t>‹#›</a:t>
            </a:fld>
            <a:endParaRPr lang="en-US" altLang="en-US" dirty="0"/>
          </a:p>
        </p:txBody>
      </p:sp>
      <p:sp>
        <p:nvSpPr>
          <p:cNvPr id="11" name="Action Button: Back or Previous 10">
            <a:hlinkClick r:id="" action="ppaction://hlinkshowjump?jump=previousslide" highlightClick="1"/>
            <a:extLst>
              <a:ext uri="{FF2B5EF4-FFF2-40B4-BE49-F238E27FC236}">
                <a16:creationId xmlns:a16="http://schemas.microsoft.com/office/drawing/2014/main" id="{D25F8F74-7DEA-4B22-B157-0E15D44648D8}"/>
              </a:ext>
            </a:extLst>
          </p:cNvPr>
          <p:cNvSpPr/>
          <p:nvPr/>
        </p:nvSpPr>
        <p:spPr>
          <a:xfrm>
            <a:off x="11074400" y="152400"/>
            <a:ext cx="406400" cy="304800"/>
          </a:xfrm>
          <a:prstGeom prst="actionButtonBackPrevious">
            <a:avLst/>
          </a:prstGeom>
        </p:spPr>
        <p:style>
          <a:lnRef idx="1">
            <a:schemeClr val="accent2"/>
          </a:lnRef>
          <a:fillRef idx="2">
            <a:schemeClr val="accent2"/>
          </a:fillRef>
          <a:effectRef idx="1">
            <a:schemeClr val="accent2"/>
          </a:effectRef>
          <a:fontRef idx="minor">
            <a:schemeClr val="dk1"/>
          </a:fontRef>
        </p:style>
        <p:txBody>
          <a:bodyPr anchor="ctr"/>
          <a:lstStyle/>
          <a:p>
            <a:pPr algn="ctr" fontAlgn="auto">
              <a:spcBef>
                <a:spcPts val="0"/>
              </a:spcBef>
              <a:spcAft>
                <a:spcPts val="0"/>
              </a:spcAft>
              <a:defRPr/>
            </a:pPr>
            <a:endParaRPr lang="en-US" dirty="0">
              <a:latin typeface="Calibri" panose="020F0502020204030204" pitchFamily="34" charset="0"/>
            </a:endParaRPr>
          </a:p>
        </p:txBody>
      </p:sp>
      <p:sp>
        <p:nvSpPr>
          <p:cNvPr id="16" name="Action Button: Forward or Next 15">
            <a:hlinkClick r:id="" action="ppaction://hlinkshowjump?jump=nextslide" highlightClick="1"/>
            <a:extLst>
              <a:ext uri="{FF2B5EF4-FFF2-40B4-BE49-F238E27FC236}">
                <a16:creationId xmlns:a16="http://schemas.microsoft.com/office/drawing/2014/main" id="{5260ADAB-6C75-4A15-B532-CC583E311A5B}"/>
              </a:ext>
            </a:extLst>
          </p:cNvPr>
          <p:cNvSpPr/>
          <p:nvPr/>
        </p:nvSpPr>
        <p:spPr>
          <a:xfrm>
            <a:off x="11582400" y="152400"/>
            <a:ext cx="406400" cy="304800"/>
          </a:xfrm>
          <a:prstGeom prst="actionButtonForwardNext">
            <a:avLst/>
          </a:prstGeom>
        </p:spPr>
        <p:style>
          <a:lnRef idx="1">
            <a:schemeClr val="accent2"/>
          </a:lnRef>
          <a:fillRef idx="2">
            <a:schemeClr val="accent2"/>
          </a:fillRef>
          <a:effectRef idx="1">
            <a:schemeClr val="accent2"/>
          </a:effectRef>
          <a:fontRef idx="minor">
            <a:schemeClr val="dk1"/>
          </a:fontRef>
        </p:style>
        <p:txBody>
          <a:bodyPr anchor="ctr"/>
          <a:lstStyle/>
          <a:p>
            <a:pPr algn="ctr" fontAlgn="auto">
              <a:spcBef>
                <a:spcPts val="0"/>
              </a:spcBef>
              <a:spcAft>
                <a:spcPts val="0"/>
              </a:spcAft>
              <a:defRPr/>
            </a:pPr>
            <a:endParaRPr lang="en-US" dirty="0">
              <a:latin typeface="Calibri" panose="020F0502020204030204" pitchFamily="34" charset="0"/>
            </a:endParaRPr>
          </a:p>
        </p:txBody>
      </p:sp>
    </p:spTree>
    <p:extLst>
      <p:ext uri="{BB962C8B-B14F-4D97-AF65-F5344CB8AC3E}">
        <p14:creationId xmlns:p14="http://schemas.microsoft.com/office/powerpoint/2010/main" val="196879859"/>
      </p:ext>
    </p:extLst>
  </p:cSld>
  <p:clrMap bg1="lt1" tx1="dk1" bg2="lt2" tx2="dk2" accent1="accent1" accent2="accent2" accent3="accent3" accent4="accent4" accent5="accent5" accent6="accent6" hlink="hlink" folHlink="folHlink"/>
  <p:sldLayoutIdLst>
    <p:sldLayoutId id="2147483716" r:id="rId1"/>
    <p:sldLayoutId id="2147483717" r:id="rId2"/>
    <p:sldLayoutId id="2147483718" r:id="rId3"/>
    <p:sldLayoutId id="2147483719" r:id="rId4"/>
    <p:sldLayoutId id="2147483720" r:id="rId5"/>
    <p:sldLayoutId id="2147483721" r:id="rId6"/>
    <p:sldLayoutId id="2147483722" r:id="rId7"/>
    <p:sldLayoutId id="2147483723" r:id="rId8"/>
    <p:sldLayoutId id="2147483724" r:id="rId9"/>
    <p:sldLayoutId id="2147483725" r:id="rId10"/>
    <p:sldLayoutId id="2147483726" r:id="rId11"/>
    <p:sldLayoutId id="2147483727" r:id="rId12"/>
  </p:sldLayoutIdLst>
  <p:hf sldNum="0" hdr="0" dt="0"/>
  <p:txStyles>
    <p:titleStyle>
      <a:lvl1pPr algn="l" rtl="0" eaLnBrk="0" fontAlgn="base" hangingPunct="0">
        <a:spcBef>
          <a:spcPct val="0"/>
        </a:spcBef>
        <a:spcAft>
          <a:spcPct val="0"/>
        </a:spcAft>
        <a:defRPr sz="4100" b="1" kern="1200">
          <a:solidFill>
            <a:schemeClr val="tx2"/>
          </a:solidFill>
          <a:effectLst>
            <a:outerShdw blurRad="31750" dist="25400" dir="5400000" algn="tl" rotWithShape="0">
              <a:srgbClr val="000000">
                <a:alpha val="25000"/>
              </a:srgbClr>
            </a:outerShdw>
          </a:effectLst>
          <a:latin typeface="Calibri" panose="020F0502020204030204" pitchFamily="34" charset="0"/>
          <a:ea typeface="+mj-ea"/>
          <a:cs typeface="+mj-cs"/>
        </a:defRPr>
      </a:lvl1pPr>
      <a:lvl2pPr algn="l" rtl="0" eaLnBrk="0" fontAlgn="base" hangingPunct="0">
        <a:spcBef>
          <a:spcPct val="0"/>
        </a:spcBef>
        <a:spcAft>
          <a:spcPct val="0"/>
        </a:spcAft>
        <a:defRPr sz="4100" b="1">
          <a:solidFill>
            <a:schemeClr val="tx2"/>
          </a:solidFill>
          <a:latin typeface="Lucida Sans Unicode" pitchFamily="34" charset="0"/>
        </a:defRPr>
      </a:lvl2pPr>
      <a:lvl3pPr algn="l" rtl="0" eaLnBrk="0" fontAlgn="base" hangingPunct="0">
        <a:spcBef>
          <a:spcPct val="0"/>
        </a:spcBef>
        <a:spcAft>
          <a:spcPct val="0"/>
        </a:spcAft>
        <a:defRPr sz="4100" b="1">
          <a:solidFill>
            <a:schemeClr val="tx2"/>
          </a:solidFill>
          <a:latin typeface="Lucida Sans Unicode" pitchFamily="34" charset="0"/>
        </a:defRPr>
      </a:lvl3pPr>
      <a:lvl4pPr algn="l" rtl="0" eaLnBrk="0" fontAlgn="base" hangingPunct="0">
        <a:spcBef>
          <a:spcPct val="0"/>
        </a:spcBef>
        <a:spcAft>
          <a:spcPct val="0"/>
        </a:spcAft>
        <a:defRPr sz="4100" b="1">
          <a:solidFill>
            <a:schemeClr val="tx2"/>
          </a:solidFill>
          <a:latin typeface="Lucida Sans Unicode" pitchFamily="34" charset="0"/>
        </a:defRPr>
      </a:lvl4pPr>
      <a:lvl5pPr algn="l" rtl="0" eaLnBrk="0" fontAlgn="base" hangingPunct="0">
        <a:spcBef>
          <a:spcPct val="0"/>
        </a:spcBef>
        <a:spcAft>
          <a:spcPct val="0"/>
        </a:spcAft>
        <a:defRPr sz="4100" b="1">
          <a:solidFill>
            <a:schemeClr val="tx2"/>
          </a:solidFill>
          <a:latin typeface="Lucida Sans Unicode" pitchFamily="34" charset="0"/>
        </a:defRPr>
      </a:lvl5pPr>
      <a:lvl6pPr marL="457200" algn="l" rtl="0" fontAlgn="base">
        <a:spcBef>
          <a:spcPct val="0"/>
        </a:spcBef>
        <a:spcAft>
          <a:spcPct val="0"/>
        </a:spcAft>
        <a:defRPr sz="4100" b="1">
          <a:solidFill>
            <a:schemeClr val="tx2"/>
          </a:solidFill>
          <a:latin typeface="Lucida Sans Unicode" pitchFamily="34" charset="0"/>
        </a:defRPr>
      </a:lvl6pPr>
      <a:lvl7pPr marL="914400" algn="l" rtl="0" fontAlgn="base">
        <a:spcBef>
          <a:spcPct val="0"/>
        </a:spcBef>
        <a:spcAft>
          <a:spcPct val="0"/>
        </a:spcAft>
        <a:defRPr sz="4100" b="1">
          <a:solidFill>
            <a:schemeClr val="tx2"/>
          </a:solidFill>
          <a:latin typeface="Lucida Sans Unicode" pitchFamily="34" charset="0"/>
        </a:defRPr>
      </a:lvl7pPr>
      <a:lvl8pPr marL="1371600" algn="l" rtl="0" fontAlgn="base">
        <a:spcBef>
          <a:spcPct val="0"/>
        </a:spcBef>
        <a:spcAft>
          <a:spcPct val="0"/>
        </a:spcAft>
        <a:defRPr sz="4100" b="1">
          <a:solidFill>
            <a:schemeClr val="tx2"/>
          </a:solidFill>
          <a:latin typeface="Lucida Sans Unicode" pitchFamily="34" charset="0"/>
        </a:defRPr>
      </a:lvl8pPr>
      <a:lvl9pPr marL="1828800" algn="l" rtl="0" fontAlgn="base">
        <a:spcBef>
          <a:spcPct val="0"/>
        </a:spcBef>
        <a:spcAft>
          <a:spcPct val="0"/>
        </a:spcAft>
        <a:defRPr sz="4100" b="1">
          <a:solidFill>
            <a:schemeClr val="tx2"/>
          </a:solidFill>
          <a:latin typeface="Lucida Sans Unicode" pitchFamily="34" charset="0"/>
        </a:defRPr>
      </a:lvl9pPr>
      <a:extLst/>
    </p:titleStyle>
    <p:bodyStyle>
      <a:lvl1pPr marL="365125" indent="-255588" algn="l" rtl="0" eaLnBrk="0" fontAlgn="base" hangingPunct="0">
        <a:spcBef>
          <a:spcPts val="1200"/>
        </a:spcBef>
        <a:spcAft>
          <a:spcPct val="0"/>
        </a:spcAft>
        <a:buClr>
          <a:schemeClr val="accent1"/>
        </a:buClr>
        <a:buSzPct val="68000"/>
        <a:buFont typeface="Wingdings 3" panose="05040102010807070707" pitchFamily="18" charset="2"/>
        <a:buChar char=""/>
        <a:defRPr sz="2700" kern="1200">
          <a:solidFill>
            <a:schemeClr val="tx1"/>
          </a:solidFill>
          <a:latin typeface="Calibri" panose="020F0502020204030204" pitchFamily="34" charset="0"/>
          <a:ea typeface="+mn-ea"/>
          <a:cs typeface="+mn-cs"/>
        </a:defRPr>
      </a:lvl1pPr>
      <a:lvl2pPr marL="620713" indent="-228600" algn="l" rtl="0" eaLnBrk="0" fontAlgn="base" hangingPunct="0">
        <a:spcBef>
          <a:spcPts val="1200"/>
        </a:spcBef>
        <a:spcAft>
          <a:spcPct val="0"/>
        </a:spcAft>
        <a:buClr>
          <a:schemeClr val="accent1"/>
        </a:buClr>
        <a:buFont typeface="Verdana" panose="020B0604030504040204" pitchFamily="34" charset="0"/>
        <a:buChar char="◦"/>
        <a:defRPr sz="2300" kern="1200">
          <a:solidFill>
            <a:schemeClr val="tx1"/>
          </a:solidFill>
          <a:latin typeface="Calibri" panose="020F0502020204030204" pitchFamily="34" charset="0"/>
          <a:ea typeface="+mn-ea"/>
          <a:cs typeface="+mn-cs"/>
        </a:defRPr>
      </a:lvl2pPr>
      <a:lvl3pPr marL="858838" indent="-228600" algn="l" rtl="0" eaLnBrk="0" fontAlgn="base" hangingPunct="0">
        <a:spcBef>
          <a:spcPts val="1200"/>
        </a:spcBef>
        <a:spcAft>
          <a:spcPct val="0"/>
        </a:spcAft>
        <a:buClr>
          <a:schemeClr val="accent2"/>
        </a:buClr>
        <a:buSzPct val="100000"/>
        <a:buFont typeface="Wingdings 2" panose="05020102010507070707" pitchFamily="18" charset="2"/>
        <a:buChar char=""/>
        <a:defRPr sz="2100" kern="1200">
          <a:solidFill>
            <a:schemeClr val="tx1"/>
          </a:solidFill>
          <a:latin typeface="Calibri" panose="020F0502020204030204" pitchFamily="34" charset="0"/>
          <a:ea typeface="+mn-ea"/>
          <a:cs typeface="+mn-cs"/>
        </a:defRPr>
      </a:lvl3pPr>
      <a:lvl4pPr marL="1143000" indent="-228600" algn="l" rtl="0" eaLnBrk="0" fontAlgn="base" hangingPunct="0">
        <a:spcBef>
          <a:spcPts val="1200"/>
        </a:spcBef>
        <a:spcAft>
          <a:spcPct val="0"/>
        </a:spcAft>
        <a:buClr>
          <a:schemeClr val="accent2"/>
        </a:buClr>
        <a:defRPr sz="1900" kern="1200">
          <a:solidFill>
            <a:schemeClr val="tx1"/>
          </a:solidFill>
          <a:latin typeface="Calibri" panose="020F0502020204030204" pitchFamily="34" charset="0"/>
          <a:ea typeface="+mn-ea"/>
          <a:cs typeface="+mn-cs"/>
        </a:defRPr>
      </a:lvl4pPr>
      <a:lvl5pPr marL="1143000" indent="-228600" algn="l" rtl="0" eaLnBrk="0" fontAlgn="base" hangingPunct="0">
        <a:spcBef>
          <a:spcPts val="1200"/>
        </a:spcBef>
        <a:spcAft>
          <a:spcPct val="0"/>
        </a:spcAft>
        <a:buClr>
          <a:schemeClr val="accent2"/>
        </a:buClr>
        <a:defRPr sz="1900" kern="1200">
          <a:solidFill>
            <a:schemeClr val="tx1"/>
          </a:solidFill>
          <a:latin typeface="Calibri" panose="020F0502020204030204" pitchFamily="34" charset="0"/>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gif"/><Relationship Id="rId1" Type="http://schemas.openxmlformats.org/officeDocument/2006/relationships/slideLayout" Target="../slideLayouts/slideLayout3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2.xml"/><Relationship Id="rId1" Type="http://schemas.openxmlformats.org/officeDocument/2006/relationships/video" Target="https://www.youtube.com/embed/a4O8pexuEeE?feature=oembed" TargetMode="External"/><Relationship Id="rId4" Type="http://schemas.openxmlformats.org/officeDocument/2006/relationships/image" Target="../media/image16.jpeg"/></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12.xml"/><Relationship Id="rId4" Type="http://schemas.openxmlformats.org/officeDocument/2006/relationships/image" Target="../media/image21.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12.xml"/><Relationship Id="rId4" Type="http://schemas.openxmlformats.org/officeDocument/2006/relationships/image" Target="../media/image23.png"/></Relationships>
</file>

<file path=ppt/slides/_rels/slide2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4.xml"/><Relationship Id="rId1" Type="http://schemas.openxmlformats.org/officeDocument/2006/relationships/slideLayout" Target="../slideLayouts/slideLayout12.xml"/><Relationship Id="rId4" Type="http://schemas.openxmlformats.org/officeDocument/2006/relationships/image" Target="../media/image2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4.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slideLayout" Target="../slideLayouts/slideLayout24.xml"/><Relationship Id="rId1" Type="http://schemas.openxmlformats.org/officeDocument/2006/relationships/video" Target="https://www.youtube.com/embed/lrYghXs9EEU?feature=oembed" TargetMode="Externa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30.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slideLayout" Target="../slideLayouts/slideLayout12.xml"/><Relationship Id="rId1" Type="http://schemas.openxmlformats.org/officeDocument/2006/relationships/video" Target="https://www.youtube.com/embed/lrYghXs9EEU?feature=oembed" TargetMode="External"/></Relationships>
</file>

<file path=ppt/slides/_rels/slide65.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slideLayout" Target="../slideLayouts/slideLayout12.xml"/><Relationship Id="rId1" Type="http://schemas.openxmlformats.org/officeDocument/2006/relationships/video" Target="https://www.youtube.com/embed/pgBk8HC7jbU?feature=oembed" TargetMode="External"/></Relationships>
</file>

<file path=ppt/slides/_rels/slide6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9.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8.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9.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9.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2.xml"/></Relationships>
</file>

<file path=ppt/slides/_rels/slide79.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2.xml"/></Relationships>
</file>

<file path=ppt/slides/_rels/slide84.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2.xml"/></Relationships>
</file>

<file path=ppt/slides/_rels/slide99.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2.xml"/></Relationships>
</file>

<file path=ppt/slides/_rels/slide103.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2.xml"/></Relationships>
</file>

<file path=ppt/slides/_rels/slide105.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2.xml"/></Relationships>
</file>

<file path=ppt/slides/_rels/slide108.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2.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2.xml"/></Relationships>
</file>

<file path=ppt/slides/_rels/slide122.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7.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2.xml"/></Relationships>
</file>

<file path=ppt/slides/_rels/slide132.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2.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2.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2.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2.xml"/></Relationships>
</file>

<file path=ppt/slides/_rels/slide137.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2.xml"/></Relationships>
</file>

<file path=ppt/slides/_rels/slide139.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2.xml"/></Relationships>
</file>

<file path=ppt/slides/_rels/slide141.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2.xml"/></Relationships>
</file>

<file path=ppt/slides/_rels/slide143.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2.xml"/></Relationships>
</file>

<file path=ppt/slides/_rels/slide149.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2.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2.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2.xml"/></Relationships>
</file>

<file path=ppt/slides/_rels/slide154.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2.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2.xml"/></Relationships>
</file>

<file path=ppt/slides/_rels/slide158.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2.xml"/></Relationships>
</file>

<file path=ppt/slides/_rels/slide163.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2.xml"/></Relationships>
</file>

<file path=ppt/slides/_rels/slide166.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2.xml"/></Relationships>
</file>

<file path=ppt/slides/_rels/slide170.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2.xml"/></Relationships>
</file>

<file path=ppt/slides/_rels/slide171.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2.xml"/></Relationships>
</file>

<file path=ppt/slides/_rels/slide172.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2.xml"/></Relationships>
</file>

<file path=ppt/slides/_rels/slide173.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2.xml"/></Relationships>
</file>

<file path=ppt/slides/_rels/slide174.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D084A91-B1AC-4634-8106-C9424FD07A50}"/>
              </a:ext>
            </a:extLst>
          </p:cNvPr>
          <p:cNvSpPr>
            <a:spLocks noGrp="1"/>
          </p:cNvSpPr>
          <p:nvPr>
            <p:ph idx="1"/>
          </p:nvPr>
        </p:nvSpPr>
        <p:spPr/>
        <p:txBody>
          <a:bodyPr/>
          <a:lstStyle/>
          <a:p>
            <a:r>
              <a:rPr lang="en-US" dirty="0"/>
              <a:t>Introduction to CSIS 312</a:t>
            </a:r>
          </a:p>
          <a:p>
            <a:r>
              <a:rPr lang="en-US" dirty="0"/>
              <a:t>Continuation of 212.</a:t>
            </a:r>
          </a:p>
          <a:p>
            <a:r>
              <a:rPr lang="en-US" b="1" dirty="0"/>
              <a:t>You are responsible for knowing all the material in CSIS 212, </a:t>
            </a:r>
          </a:p>
          <a:p>
            <a:r>
              <a:rPr lang="en-US" b="1" dirty="0"/>
              <a:t>So review Chapters 1-11 in our textbook to be sure you are up to speed on the previous materials for CSIS 212.</a:t>
            </a:r>
            <a:endParaRPr lang="en-US" dirty="0"/>
          </a:p>
          <a:p>
            <a:r>
              <a:rPr lang="en-US" dirty="0"/>
              <a:t>CSIS 312 will begin from the chapters where CSIS 212 stopped </a:t>
            </a:r>
          </a:p>
          <a:p>
            <a:r>
              <a:rPr lang="en-US" dirty="0"/>
              <a:t>Using the same textbook (i.e. CSIS 312 will cover Chapters 11 to 24).</a:t>
            </a:r>
          </a:p>
          <a:p>
            <a:r>
              <a:rPr lang="en-US" dirty="0"/>
              <a:t>   </a:t>
            </a:r>
          </a:p>
          <a:p>
            <a:endParaRPr lang="en-US" dirty="0"/>
          </a:p>
          <a:p>
            <a:endParaRPr lang="en-US" dirty="0"/>
          </a:p>
        </p:txBody>
      </p:sp>
      <p:sp>
        <p:nvSpPr>
          <p:cNvPr id="3" name="Title 2">
            <a:extLst>
              <a:ext uri="{FF2B5EF4-FFF2-40B4-BE49-F238E27FC236}">
                <a16:creationId xmlns:a16="http://schemas.microsoft.com/office/drawing/2014/main" id="{A4E22FE5-61CD-4B3B-9FFF-1ED11AEFAA24}"/>
              </a:ext>
            </a:extLst>
          </p:cNvPr>
          <p:cNvSpPr>
            <a:spLocks noGrp="1"/>
          </p:cNvSpPr>
          <p:nvPr>
            <p:ph type="title"/>
          </p:nvPr>
        </p:nvSpPr>
        <p:spPr/>
        <p:txBody>
          <a:bodyPr/>
          <a:lstStyle/>
          <a:p>
            <a:pPr algn="ctr"/>
            <a:r>
              <a:rPr lang="en-US" dirty="0"/>
              <a:t>Welcome to CSIS 312</a:t>
            </a:r>
          </a:p>
        </p:txBody>
      </p:sp>
    </p:spTree>
    <p:extLst>
      <p:ext uri="{BB962C8B-B14F-4D97-AF65-F5344CB8AC3E}">
        <p14:creationId xmlns:p14="http://schemas.microsoft.com/office/powerpoint/2010/main" val="39290135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D084A91-B1AC-4634-8106-C9424FD07A50}"/>
              </a:ext>
            </a:extLst>
          </p:cNvPr>
          <p:cNvSpPr>
            <a:spLocks noGrp="1"/>
          </p:cNvSpPr>
          <p:nvPr>
            <p:ph idx="1"/>
          </p:nvPr>
        </p:nvSpPr>
        <p:spPr>
          <a:xfrm>
            <a:off x="692727" y="780495"/>
            <a:ext cx="10972800" cy="4525962"/>
          </a:xfrm>
        </p:spPr>
        <p:txBody>
          <a:bodyPr/>
          <a:lstStyle/>
          <a:p>
            <a:r>
              <a:rPr lang="en-US" dirty="0"/>
              <a:t>Syllabus discussion (to be discussed soon)</a:t>
            </a:r>
          </a:p>
          <a:p>
            <a:r>
              <a:rPr lang="en-US" dirty="0"/>
              <a:t>Coursework/assignments  </a:t>
            </a:r>
          </a:p>
          <a:p>
            <a:r>
              <a:rPr lang="en-US" dirty="0"/>
              <a:t>We will discuss all the programming concepts in the classes with examples.</a:t>
            </a:r>
          </a:p>
          <a:p>
            <a:r>
              <a:rPr lang="en-US" dirty="0"/>
              <a:t>The concepts to be discussed during classes are necessary/important for you to do your assignments.</a:t>
            </a:r>
          </a:p>
          <a:p>
            <a:r>
              <a:rPr lang="en-US" dirty="0"/>
              <a:t>Absentees tend to struggle in the assignments</a:t>
            </a:r>
          </a:p>
          <a:p>
            <a:r>
              <a:rPr lang="en-US" dirty="0"/>
              <a:t>Programming assignments use pair programming</a:t>
            </a:r>
          </a:p>
          <a:p>
            <a:r>
              <a:rPr lang="en-US" dirty="0"/>
              <a:t>Form your partnership ASAP.</a:t>
            </a:r>
          </a:p>
          <a:p>
            <a:r>
              <a:rPr lang="en-US" b="1" dirty="0">
                <a:solidFill>
                  <a:schemeClr val="accent2"/>
                </a:solidFill>
              </a:rPr>
              <a:t>Attendance: class participations are necessary in order not to struggle in the assignments</a:t>
            </a:r>
          </a:p>
          <a:p>
            <a:endParaRPr lang="en-US" dirty="0"/>
          </a:p>
          <a:p>
            <a:endParaRPr lang="en-US" dirty="0"/>
          </a:p>
        </p:txBody>
      </p:sp>
      <p:sp>
        <p:nvSpPr>
          <p:cNvPr id="3" name="Title 2">
            <a:extLst>
              <a:ext uri="{FF2B5EF4-FFF2-40B4-BE49-F238E27FC236}">
                <a16:creationId xmlns:a16="http://schemas.microsoft.com/office/drawing/2014/main" id="{A4E22FE5-61CD-4B3B-9FFF-1ED11AEFAA24}"/>
              </a:ext>
            </a:extLst>
          </p:cNvPr>
          <p:cNvSpPr>
            <a:spLocks noGrp="1"/>
          </p:cNvSpPr>
          <p:nvPr>
            <p:ph type="title"/>
          </p:nvPr>
        </p:nvSpPr>
        <p:spPr>
          <a:xfrm>
            <a:off x="609600" y="-231877"/>
            <a:ext cx="10972800" cy="1143000"/>
          </a:xfrm>
        </p:spPr>
        <p:txBody>
          <a:bodyPr/>
          <a:lstStyle/>
          <a:p>
            <a:pPr algn="ctr"/>
            <a:r>
              <a:rPr lang="en-US" dirty="0"/>
              <a:t>Welcome to CSIS 312</a:t>
            </a:r>
          </a:p>
        </p:txBody>
      </p:sp>
    </p:spTree>
    <p:extLst>
      <p:ext uri="{BB962C8B-B14F-4D97-AF65-F5344CB8AC3E}">
        <p14:creationId xmlns:p14="http://schemas.microsoft.com/office/powerpoint/2010/main" val="9245293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4E22FE5-61CD-4B3B-9FFF-1ED11AEFAA24}"/>
              </a:ext>
            </a:extLst>
          </p:cNvPr>
          <p:cNvSpPr>
            <a:spLocks noGrp="1"/>
          </p:cNvSpPr>
          <p:nvPr>
            <p:ph type="title"/>
          </p:nvPr>
        </p:nvSpPr>
        <p:spPr>
          <a:xfrm>
            <a:off x="437908" y="159152"/>
            <a:ext cx="11316183" cy="910169"/>
          </a:xfrm>
        </p:spPr>
        <p:txBody>
          <a:bodyPr>
            <a:normAutofit fontScale="90000"/>
          </a:bodyPr>
          <a:lstStyle/>
          <a:p>
            <a:pPr algn="ctr"/>
            <a:r>
              <a:rPr lang="en-US" dirty="0">
                <a:solidFill>
                  <a:srgbClr val="FF0000"/>
                </a:solidFill>
              </a:rPr>
              <a:t>USE OF AI IN ASSIGNMENT IS AN ACADEMIC FRAUD</a:t>
            </a:r>
          </a:p>
        </p:txBody>
      </p:sp>
      <p:pic>
        <p:nvPicPr>
          <p:cNvPr id="1030" name="Picture 6" descr="When Your Friend Who Used Chat Gpt to Pass Exams Is Your Surgeon | TikTok">
            <a:extLst>
              <a:ext uri="{FF2B5EF4-FFF2-40B4-BE49-F238E27FC236}">
                <a16:creationId xmlns:a16="http://schemas.microsoft.com/office/drawing/2014/main" id="{B48C34F8-C50F-5C74-9721-E49064F1A8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7050" y="1069321"/>
            <a:ext cx="3570308" cy="5629527"/>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Doctor Using Chatgpt Meme | TikTok">
            <a:extLst>
              <a:ext uri="{FF2B5EF4-FFF2-40B4-BE49-F238E27FC236}">
                <a16:creationId xmlns:a16="http://schemas.microsoft.com/office/drawing/2014/main" id="{E3DA3F48-5C9E-4A0E-E428-5B04A68F89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15737" y="1169043"/>
            <a:ext cx="3391382" cy="5529805"/>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How to Use Chatgpt While Taking A Proctor Exam | TikTok">
            <a:extLst>
              <a:ext uri="{FF2B5EF4-FFF2-40B4-BE49-F238E27FC236}">
                <a16:creationId xmlns:a16="http://schemas.microsoft.com/office/drawing/2014/main" id="{CC1F85F3-A557-613E-A1D8-A64D66E8833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37275" y="1069321"/>
            <a:ext cx="3738623" cy="56295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8317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3E2A85-7146-4167-B5AA-73F529F17891}"/>
              </a:ext>
            </a:extLst>
          </p:cNvPr>
          <p:cNvSpPr>
            <a:spLocks noGrp="1"/>
          </p:cNvSpPr>
          <p:nvPr>
            <p:ph type="title"/>
          </p:nvPr>
        </p:nvSpPr>
        <p:spPr>
          <a:xfrm>
            <a:off x="237506" y="133598"/>
            <a:ext cx="10913423" cy="799604"/>
          </a:xfrm>
        </p:spPr>
        <p:txBody>
          <a:bodyPr>
            <a:noAutofit/>
          </a:bodyPr>
          <a:lstStyle/>
          <a:p>
            <a:pPr algn="ctr"/>
            <a:r>
              <a:rPr lang="en-US" sz="3200" dirty="0"/>
              <a:t>Importance of practicing to prepare for assignments and exams</a:t>
            </a:r>
          </a:p>
        </p:txBody>
      </p:sp>
      <p:pic>
        <p:nvPicPr>
          <p:cNvPr id="2052" name="Picture 4" descr="The more you sweat in practice - the less you bleed in battle. | Practice  quotes, Warrior quotes, Morning greetings quotes">
            <a:extLst>
              <a:ext uri="{FF2B5EF4-FFF2-40B4-BE49-F238E27FC236}">
                <a16:creationId xmlns:a16="http://schemas.microsoft.com/office/drawing/2014/main" id="{1306E5D7-258D-4F7B-B096-D45264AB2B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83231" y="933202"/>
            <a:ext cx="7893133" cy="3472543"/>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2D98BA18-4EA5-41C5-AB9B-D2AFCBE81725}"/>
              </a:ext>
            </a:extLst>
          </p:cNvPr>
          <p:cNvPicPr>
            <a:picLocks noChangeAspect="1"/>
          </p:cNvPicPr>
          <p:nvPr/>
        </p:nvPicPr>
        <p:blipFill>
          <a:blip r:embed="rId3"/>
          <a:stretch>
            <a:fillRect/>
          </a:stretch>
        </p:blipFill>
        <p:spPr>
          <a:xfrm>
            <a:off x="237506" y="785658"/>
            <a:ext cx="3775364" cy="4011974"/>
          </a:xfrm>
          <a:prstGeom prst="rect">
            <a:avLst/>
          </a:prstGeom>
        </p:spPr>
      </p:pic>
      <p:sp>
        <p:nvSpPr>
          <p:cNvPr id="5" name="Title 1">
            <a:extLst>
              <a:ext uri="{FF2B5EF4-FFF2-40B4-BE49-F238E27FC236}">
                <a16:creationId xmlns:a16="http://schemas.microsoft.com/office/drawing/2014/main" id="{44C5F414-D855-49C5-927E-4F6387778E0E}"/>
              </a:ext>
            </a:extLst>
          </p:cNvPr>
          <p:cNvSpPr txBox="1">
            <a:spLocks/>
          </p:cNvSpPr>
          <p:nvPr/>
        </p:nvSpPr>
        <p:spPr>
          <a:xfrm>
            <a:off x="0" y="4945176"/>
            <a:ext cx="11776364" cy="799604"/>
          </a:xfrm>
          <a:prstGeom prst="rect">
            <a:avLst/>
          </a:prstGeom>
        </p:spPr>
        <p:txBody>
          <a:bodyPr vert="horz" anchor="ctr">
            <a:noAutofit/>
            <a:scene3d>
              <a:camera prst="orthographicFront"/>
              <a:lightRig rig="soft" dir="t"/>
            </a:scene3d>
            <a:sp3d prstMaterial="softEdge">
              <a:bevelT w="25400" h="25400"/>
            </a:sp3d>
          </a:bodyPr>
          <a:lstStyle>
            <a:lvl1pPr algn="l" rtl="0" eaLnBrk="0" fontAlgn="base" hangingPunct="0">
              <a:spcBef>
                <a:spcPct val="0"/>
              </a:spcBef>
              <a:spcAft>
                <a:spcPct val="0"/>
              </a:spcAft>
              <a:defRPr sz="3600" b="1" kern="1200">
                <a:solidFill>
                  <a:schemeClr val="tx2"/>
                </a:solidFill>
                <a:effectLst>
                  <a:outerShdw blurRad="31750" dist="25400" dir="5400000" algn="tl" rotWithShape="0">
                    <a:srgbClr val="000000">
                      <a:alpha val="25000"/>
                    </a:srgbClr>
                  </a:outerShdw>
                </a:effectLst>
                <a:latin typeface="Calibri" panose="020F0502020204030204" pitchFamily="34" charset="0"/>
                <a:ea typeface="+mj-ea"/>
                <a:cs typeface="+mj-cs"/>
              </a:defRPr>
            </a:lvl1pPr>
            <a:lvl2pPr algn="l" rtl="0" eaLnBrk="0" fontAlgn="base" hangingPunct="0">
              <a:spcBef>
                <a:spcPct val="0"/>
              </a:spcBef>
              <a:spcAft>
                <a:spcPct val="0"/>
              </a:spcAft>
              <a:defRPr sz="4100" b="1">
                <a:solidFill>
                  <a:schemeClr val="tx2"/>
                </a:solidFill>
                <a:latin typeface="Lucida Sans Unicode" pitchFamily="34" charset="0"/>
              </a:defRPr>
            </a:lvl2pPr>
            <a:lvl3pPr algn="l" rtl="0" eaLnBrk="0" fontAlgn="base" hangingPunct="0">
              <a:spcBef>
                <a:spcPct val="0"/>
              </a:spcBef>
              <a:spcAft>
                <a:spcPct val="0"/>
              </a:spcAft>
              <a:defRPr sz="4100" b="1">
                <a:solidFill>
                  <a:schemeClr val="tx2"/>
                </a:solidFill>
                <a:latin typeface="Lucida Sans Unicode" pitchFamily="34" charset="0"/>
              </a:defRPr>
            </a:lvl3pPr>
            <a:lvl4pPr algn="l" rtl="0" eaLnBrk="0" fontAlgn="base" hangingPunct="0">
              <a:spcBef>
                <a:spcPct val="0"/>
              </a:spcBef>
              <a:spcAft>
                <a:spcPct val="0"/>
              </a:spcAft>
              <a:defRPr sz="4100" b="1">
                <a:solidFill>
                  <a:schemeClr val="tx2"/>
                </a:solidFill>
                <a:latin typeface="Lucida Sans Unicode" pitchFamily="34" charset="0"/>
              </a:defRPr>
            </a:lvl4pPr>
            <a:lvl5pPr algn="l" rtl="0" eaLnBrk="0" fontAlgn="base" hangingPunct="0">
              <a:spcBef>
                <a:spcPct val="0"/>
              </a:spcBef>
              <a:spcAft>
                <a:spcPct val="0"/>
              </a:spcAft>
              <a:defRPr sz="4100" b="1">
                <a:solidFill>
                  <a:schemeClr val="tx2"/>
                </a:solidFill>
                <a:latin typeface="Lucida Sans Unicode" pitchFamily="34" charset="0"/>
              </a:defRPr>
            </a:lvl5pPr>
            <a:lvl6pPr marL="457200" algn="l" rtl="0" fontAlgn="base">
              <a:spcBef>
                <a:spcPct val="0"/>
              </a:spcBef>
              <a:spcAft>
                <a:spcPct val="0"/>
              </a:spcAft>
              <a:defRPr sz="4100" b="1">
                <a:solidFill>
                  <a:schemeClr val="tx2"/>
                </a:solidFill>
                <a:latin typeface="Lucida Sans Unicode" pitchFamily="34" charset="0"/>
              </a:defRPr>
            </a:lvl6pPr>
            <a:lvl7pPr marL="914400" algn="l" rtl="0" fontAlgn="base">
              <a:spcBef>
                <a:spcPct val="0"/>
              </a:spcBef>
              <a:spcAft>
                <a:spcPct val="0"/>
              </a:spcAft>
              <a:defRPr sz="4100" b="1">
                <a:solidFill>
                  <a:schemeClr val="tx2"/>
                </a:solidFill>
                <a:latin typeface="Lucida Sans Unicode" pitchFamily="34" charset="0"/>
              </a:defRPr>
            </a:lvl7pPr>
            <a:lvl8pPr marL="1371600" algn="l" rtl="0" fontAlgn="base">
              <a:spcBef>
                <a:spcPct val="0"/>
              </a:spcBef>
              <a:spcAft>
                <a:spcPct val="0"/>
              </a:spcAft>
              <a:defRPr sz="4100" b="1">
                <a:solidFill>
                  <a:schemeClr val="tx2"/>
                </a:solidFill>
                <a:latin typeface="Lucida Sans Unicode" pitchFamily="34" charset="0"/>
              </a:defRPr>
            </a:lvl8pPr>
            <a:lvl9pPr marL="1828800" algn="l" rtl="0" fontAlgn="base">
              <a:spcBef>
                <a:spcPct val="0"/>
              </a:spcBef>
              <a:spcAft>
                <a:spcPct val="0"/>
              </a:spcAft>
              <a:defRPr sz="4100" b="1">
                <a:solidFill>
                  <a:schemeClr val="tx2"/>
                </a:solidFill>
                <a:latin typeface="Lucida Sans Unicode" pitchFamily="34" charset="0"/>
              </a:defRPr>
            </a:lvl9pPr>
            <a:extLst/>
          </a:lstStyle>
          <a:p>
            <a:pPr marL="457200" indent="-457200">
              <a:spcBef>
                <a:spcPts val="1200"/>
              </a:spcBef>
              <a:buFont typeface="Arial" panose="020B0604020202020204" pitchFamily="34" charset="0"/>
              <a:buChar char="•"/>
            </a:pPr>
            <a:r>
              <a:rPr lang="en-US" sz="2600" dirty="0">
                <a:solidFill>
                  <a:srgbClr val="00B050"/>
                </a:solidFill>
              </a:rPr>
              <a:t>If you missed any classes, </a:t>
            </a:r>
            <a:r>
              <a:rPr lang="en-US" sz="2600" dirty="0">
                <a:solidFill>
                  <a:schemeClr val="accent2"/>
                </a:solidFill>
              </a:rPr>
              <a:t>you are responsible for covering the materials for that missed sessions by yourself </a:t>
            </a:r>
            <a:r>
              <a:rPr lang="en-US" sz="2600" dirty="0">
                <a:solidFill>
                  <a:srgbClr val="00B050"/>
                </a:solidFill>
              </a:rPr>
              <a:t>to get your assignments done.</a:t>
            </a:r>
          </a:p>
          <a:p>
            <a:pPr marL="457200" indent="-457200">
              <a:spcBef>
                <a:spcPts val="1200"/>
              </a:spcBef>
              <a:buFont typeface="Arial" panose="020B0604020202020204" pitchFamily="34" charset="0"/>
              <a:buChar char="•"/>
            </a:pPr>
            <a:r>
              <a:rPr lang="en-US" sz="2600" dirty="0">
                <a:solidFill>
                  <a:srgbClr val="00B050"/>
                </a:solidFill>
              </a:rPr>
              <a:t>This (i.e. your absence) is not the responsibility of my office hours to bridge your </a:t>
            </a:r>
            <a:r>
              <a:rPr lang="en-US" sz="2600" dirty="0">
                <a:solidFill>
                  <a:schemeClr val="accent2"/>
                </a:solidFill>
              </a:rPr>
              <a:t>own absence </a:t>
            </a:r>
            <a:r>
              <a:rPr lang="en-US" sz="2600" dirty="0">
                <a:solidFill>
                  <a:srgbClr val="00B050"/>
                </a:solidFill>
              </a:rPr>
              <a:t>and write your codes/assignments for you for the missed classes</a:t>
            </a:r>
            <a:r>
              <a:rPr lang="en-US" sz="2600" dirty="0"/>
              <a:t>.</a:t>
            </a:r>
          </a:p>
        </p:txBody>
      </p:sp>
    </p:spTree>
    <p:extLst>
      <p:ext uri="{BB962C8B-B14F-4D97-AF65-F5344CB8AC3E}">
        <p14:creationId xmlns:p14="http://schemas.microsoft.com/office/powerpoint/2010/main" val="5502381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EC4645-C95B-DAD4-3588-619CF42F9F0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F3439A7-6212-422D-3FC0-A60EA837DB91}"/>
              </a:ext>
            </a:extLst>
          </p:cNvPr>
          <p:cNvSpPr>
            <a:spLocks noGrp="1"/>
          </p:cNvSpPr>
          <p:nvPr>
            <p:ph idx="1"/>
          </p:nvPr>
        </p:nvSpPr>
        <p:spPr/>
        <p:txBody>
          <a:bodyPr/>
          <a:lstStyle/>
          <a:p>
            <a:r>
              <a:rPr lang="en-US" dirty="0"/>
              <a:t> Coursework/assignment</a:t>
            </a:r>
          </a:p>
          <a:p>
            <a:r>
              <a:rPr lang="en-US" dirty="0"/>
              <a:t>Attendance: class participation necessary in order not to struggle in the assignment</a:t>
            </a:r>
          </a:p>
          <a:p>
            <a:r>
              <a:rPr lang="en-US" dirty="0"/>
              <a:t>In-Class Programming Exercise (40 points)- </a:t>
            </a:r>
            <a:r>
              <a:rPr lang="en-US" b="1" dirty="0"/>
              <a:t>To evaluate your CSIS 212 knowledge as a prerequisite to CSIS 312.</a:t>
            </a:r>
          </a:p>
          <a:p>
            <a:r>
              <a:rPr lang="en-US" dirty="0"/>
              <a:t>Class participation folder (55 points)</a:t>
            </a:r>
          </a:p>
          <a:p>
            <a:r>
              <a:rPr lang="en-US" dirty="0"/>
              <a:t>Syllabus discussion</a:t>
            </a:r>
          </a:p>
          <a:p>
            <a:r>
              <a:rPr lang="en-US" dirty="0"/>
              <a:t>Any questions?</a:t>
            </a:r>
          </a:p>
          <a:p>
            <a:endParaRPr lang="en-US" dirty="0"/>
          </a:p>
        </p:txBody>
      </p:sp>
      <p:sp>
        <p:nvSpPr>
          <p:cNvPr id="3" name="Title 2">
            <a:extLst>
              <a:ext uri="{FF2B5EF4-FFF2-40B4-BE49-F238E27FC236}">
                <a16:creationId xmlns:a16="http://schemas.microsoft.com/office/drawing/2014/main" id="{4A28AEDF-2CEE-FA4E-EA27-DB4BA4D898A1}"/>
              </a:ext>
            </a:extLst>
          </p:cNvPr>
          <p:cNvSpPr>
            <a:spLocks noGrp="1"/>
          </p:cNvSpPr>
          <p:nvPr>
            <p:ph type="title"/>
          </p:nvPr>
        </p:nvSpPr>
        <p:spPr/>
        <p:txBody>
          <a:bodyPr/>
          <a:lstStyle/>
          <a:p>
            <a:pPr algn="ctr"/>
            <a:r>
              <a:rPr lang="en-US" dirty="0"/>
              <a:t>Welcome to CSIS 312</a:t>
            </a:r>
          </a:p>
        </p:txBody>
      </p:sp>
    </p:spTree>
    <p:extLst>
      <p:ext uri="{BB962C8B-B14F-4D97-AF65-F5344CB8AC3E}">
        <p14:creationId xmlns:p14="http://schemas.microsoft.com/office/powerpoint/2010/main" val="20473255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9A51F-79CB-426F-AF2C-FB26DA18FC18}"/>
              </a:ext>
            </a:extLst>
          </p:cNvPr>
          <p:cNvSpPr>
            <a:spLocks noGrp="1"/>
          </p:cNvSpPr>
          <p:nvPr>
            <p:ph type="ctrTitle"/>
          </p:nvPr>
        </p:nvSpPr>
        <p:spPr/>
        <p:txBody>
          <a:bodyPr>
            <a:normAutofit/>
          </a:bodyPr>
          <a:lstStyle/>
          <a:p>
            <a:pPr>
              <a:defRPr/>
            </a:pPr>
            <a:r>
              <a:rPr lang="en-US" dirty="0">
                <a:solidFill>
                  <a:srgbClr val="3380E6"/>
                </a:solidFill>
                <a:latin typeface="Calibri" panose="020F0502020204030204" pitchFamily="34" charset="0"/>
              </a:rPr>
              <a:t>Chapter 8 </a:t>
            </a:r>
            <a:br>
              <a:rPr lang="en-US" dirty="0">
                <a:solidFill>
                  <a:srgbClr val="3380E6"/>
                </a:solidFill>
                <a:latin typeface="Calibri" panose="020F0502020204030204" pitchFamily="34" charset="0"/>
              </a:rPr>
            </a:br>
            <a:r>
              <a:rPr lang="en-US" dirty="0">
                <a:solidFill>
                  <a:srgbClr val="3380E6"/>
                </a:solidFill>
                <a:latin typeface="Calibri" panose="020F0502020204030204" pitchFamily="34" charset="0"/>
              </a:rPr>
              <a:t>Classes and Objects: A Deeper Look</a:t>
            </a:r>
          </a:p>
        </p:txBody>
      </p:sp>
      <p:sp>
        <p:nvSpPr>
          <p:cNvPr id="10243" name="Subtitle 3">
            <a:extLst>
              <a:ext uri="{FF2B5EF4-FFF2-40B4-BE49-F238E27FC236}">
                <a16:creationId xmlns:a16="http://schemas.microsoft.com/office/drawing/2014/main" id="{1F2F4AB9-214B-48FE-94F1-C468A00278E7}"/>
              </a:ext>
            </a:extLst>
          </p:cNvPr>
          <p:cNvSpPr>
            <a:spLocks noGrp="1"/>
          </p:cNvSpPr>
          <p:nvPr>
            <p:ph type="subTitle" idx="1"/>
          </p:nvPr>
        </p:nvSpPr>
        <p:spPr>
          <a:xfrm>
            <a:off x="2209800" y="3611563"/>
            <a:ext cx="7772400" cy="1200150"/>
          </a:xfrm>
        </p:spPr>
        <p:txBody>
          <a:bodyPr/>
          <a:lstStyle/>
          <a:p>
            <a:r>
              <a:rPr lang="en-US" altLang="en-US" dirty="0"/>
              <a:t>Java How to Program, 11/e</a:t>
            </a:r>
          </a:p>
        </p:txBody>
      </p:sp>
    </p:spTree>
    <p:extLst>
      <p:ext uri="{BB962C8B-B14F-4D97-AF65-F5344CB8AC3E}">
        <p14:creationId xmlns:p14="http://schemas.microsoft.com/office/powerpoint/2010/main" val="16499970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01A67-A6D7-400C-B36B-2A9346A532CB}"/>
              </a:ext>
            </a:extLst>
          </p:cNvPr>
          <p:cNvSpPr>
            <a:spLocks noGrp="1"/>
          </p:cNvSpPr>
          <p:nvPr>
            <p:ph type="title"/>
          </p:nvPr>
        </p:nvSpPr>
        <p:spPr>
          <a:xfrm>
            <a:off x="609599" y="-88919"/>
            <a:ext cx="10972800" cy="805015"/>
          </a:xfrm>
        </p:spPr>
        <p:txBody>
          <a:bodyPr/>
          <a:lstStyle/>
          <a:p>
            <a:pPr algn="ctr" fontAlgn="auto">
              <a:spcAft>
                <a:spcPts val="0"/>
              </a:spcAft>
              <a:defRPr/>
            </a:pPr>
            <a:r>
              <a:rPr lang="en-US" dirty="0">
                <a:solidFill>
                  <a:srgbClr val="24B5A1"/>
                </a:solidFill>
                <a:latin typeface="Calibri" panose="020F0502020204030204" pitchFamily="34" charset="0"/>
              </a:rPr>
              <a:t>8.1  Lecture </a:t>
            </a:r>
            <a:r>
              <a:rPr lang="en-US" dirty="0">
                <a:solidFill>
                  <a:srgbClr val="3380E6"/>
                </a:solidFill>
                <a:latin typeface="Calibri" panose="020F0502020204030204" pitchFamily="34" charset="0"/>
              </a:rPr>
              <a:t>Outline</a:t>
            </a:r>
          </a:p>
        </p:txBody>
      </p:sp>
      <p:sp>
        <p:nvSpPr>
          <p:cNvPr id="3" name="Text Placeholder 2">
            <a:extLst>
              <a:ext uri="{FF2B5EF4-FFF2-40B4-BE49-F238E27FC236}">
                <a16:creationId xmlns:a16="http://schemas.microsoft.com/office/drawing/2014/main" id="{0CFA77AE-A0F5-436A-8DB3-0D0571A74590}"/>
              </a:ext>
            </a:extLst>
          </p:cNvPr>
          <p:cNvSpPr>
            <a:spLocks noGrp="1" noChangeArrowheads="1"/>
          </p:cNvSpPr>
          <p:nvPr>
            <p:ph type="body" idx="1"/>
          </p:nvPr>
        </p:nvSpPr>
        <p:spPr bwMode="auto">
          <a:xfrm>
            <a:off x="473725" y="691399"/>
            <a:ext cx="11244549" cy="566308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457200" indent="-457200" eaLnBrk="0" hangingPunct="0">
              <a:buClrTx/>
              <a:buSzTx/>
            </a:pPr>
            <a:r>
              <a:rPr lang="en-US" sz="2800" dirty="0">
                <a:latin typeface="Arial" panose="020B0604020202020204" pitchFamily="34" charset="0"/>
                <a:cs typeface="Arial" panose="020B0604020202020204" pitchFamily="34" charset="0"/>
              </a:rPr>
              <a:t>In this module, you will look at the use of the keyword “static” with variables, methods, and classes.</a:t>
            </a:r>
            <a:endParaRPr lang="en-US" altLang="en-US" sz="2800" dirty="0">
              <a:latin typeface="Arial" panose="020B0604020202020204" pitchFamily="34" charset="0"/>
              <a:cs typeface="Arial" panose="020B0604020202020204" pitchFamily="34" charset="0"/>
            </a:endParaRPr>
          </a:p>
          <a:p>
            <a:pPr marL="457200" indent="-457200" eaLnBrk="0" hangingPunct="0">
              <a:buClrTx/>
              <a:buSzTx/>
            </a:pPr>
            <a:r>
              <a:rPr lang="en-US" altLang="en-US" sz="2800" dirty="0">
                <a:latin typeface="Arial" panose="020B0604020202020204" pitchFamily="34" charset="0"/>
                <a:cs typeface="Arial" panose="020B0604020202020204" pitchFamily="34" charset="0"/>
              </a:rPr>
              <a:t>See additional details of creating class declarations.</a:t>
            </a:r>
          </a:p>
          <a:p>
            <a:pPr marL="457200" indent="-457200" eaLnBrk="0" hangingPunct="0">
              <a:buClrTx/>
              <a:buSzTx/>
            </a:pPr>
            <a:r>
              <a:rPr lang="en-US" altLang="en-US" sz="2800" dirty="0">
                <a:latin typeface="Arial" panose="020B0604020202020204" pitchFamily="34" charset="0"/>
                <a:cs typeface="Arial" panose="020B0604020202020204" pitchFamily="34" charset="0"/>
              </a:rPr>
              <a:t>Use the throw statement to indicate that a problem has occurred.</a:t>
            </a:r>
          </a:p>
          <a:p>
            <a:pPr marL="457200" indent="-457200" eaLnBrk="0" hangingPunct="0">
              <a:buClrTx/>
              <a:buSzTx/>
            </a:pPr>
            <a:r>
              <a:rPr lang="en-US" altLang="en-US" sz="2800" dirty="0">
                <a:latin typeface="Arial" panose="020B0604020202020204" pitchFamily="34" charset="0"/>
                <a:cs typeface="Arial" panose="020B0604020202020204" pitchFamily="34" charset="0"/>
              </a:rPr>
              <a:t>Use static variables and methods.</a:t>
            </a:r>
          </a:p>
          <a:p>
            <a:pPr marL="457200" indent="-457200" eaLnBrk="0" hangingPunct="0">
              <a:buClrTx/>
              <a:buSzTx/>
            </a:pPr>
            <a:r>
              <a:rPr lang="en-US" sz="2800" dirty="0">
                <a:latin typeface="Arial" panose="020B0604020202020204" pitchFamily="34" charset="0"/>
                <a:cs typeface="Arial" panose="020B0604020202020204" pitchFamily="34" charset="0"/>
              </a:rPr>
              <a:t>you will look at how you can customize exception handling using the throw statement. </a:t>
            </a:r>
          </a:p>
          <a:p>
            <a:pPr marL="457200" indent="-457200" eaLnBrk="0" hangingPunct="0">
              <a:buClrTx/>
              <a:buSzTx/>
            </a:pPr>
            <a:r>
              <a:rPr lang="en-US" sz="2800" dirty="0">
                <a:latin typeface="Arial" panose="020B0604020202020204" pitchFamily="34" charset="0"/>
                <a:cs typeface="Arial" panose="020B0604020202020204" pitchFamily="34" charset="0"/>
              </a:rPr>
              <a:t>You will also learn about the use of the “this” keyword to make development of multiple constructors easier. </a:t>
            </a:r>
          </a:p>
          <a:p>
            <a:pPr marL="457200" indent="-457200" eaLnBrk="0" hangingPunct="0">
              <a:buClrTx/>
              <a:buSzTx/>
            </a:pPr>
            <a:r>
              <a:rPr lang="en-US" altLang="en-US" sz="2800" dirty="0">
                <a:latin typeface="Arial" panose="020B0604020202020204" pitchFamily="34" charset="0"/>
                <a:cs typeface="Arial" panose="020B0604020202020204" pitchFamily="34" charset="0"/>
              </a:rPr>
              <a:t>Use keyword this in a constructor to call another constructor in the same class.</a:t>
            </a:r>
          </a:p>
        </p:txBody>
      </p:sp>
    </p:spTree>
    <p:extLst>
      <p:ext uri="{BB962C8B-B14F-4D97-AF65-F5344CB8AC3E}">
        <p14:creationId xmlns:p14="http://schemas.microsoft.com/office/powerpoint/2010/main" val="24467822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01A67-A6D7-400C-B36B-2A9346A532CB}"/>
              </a:ext>
            </a:extLst>
          </p:cNvPr>
          <p:cNvSpPr>
            <a:spLocks noGrp="1"/>
          </p:cNvSpPr>
          <p:nvPr>
            <p:ph type="title"/>
          </p:nvPr>
        </p:nvSpPr>
        <p:spPr>
          <a:xfrm>
            <a:off x="609600" y="164469"/>
            <a:ext cx="10972800" cy="650779"/>
          </a:xfrm>
        </p:spPr>
        <p:txBody>
          <a:bodyPr/>
          <a:lstStyle/>
          <a:p>
            <a:pPr algn="ctr" fontAlgn="auto">
              <a:spcAft>
                <a:spcPts val="0"/>
              </a:spcAft>
              <a:defRPr/>
            </a:pPr>
            <a:r>
              <a:rPr lang="en-US" dirty="0">
                <a:solidFill>
                  <a:srgbClr val="24B5A1"/>
                </a:solidFill>
                <a:latin typeface="Calibri" panose="020F0502020204030204" pitchFamily="34" charset="0"/>
              </a:rPr>
              <a:t>8.1  </a:t>
            </a:r>
            <a:r>
              <a:rPr lang="en-US" dirty="0">
                <a:solidFill>
                  <a:srgbClr val="3380E6"/>
                </a:solidFill>
                <a:latin typeface="Calibri" panose="020F0502020204030204" pitchFamily="34" charset="0"/>
              </a:rPr>
              <a:t>Introduction </a:t>
            </a:r>
          </a:p>
        </p:txBody>
      </p:sp>
      <p:sp>
        <p:nvSpPr>
          <p:cNvPr id="13315" name="Text Placeholder 2">
            <a:extLst>
              <a:ext uri="{FF2B5EF4-FFF2-40B4-BE49-F238E27FC236}">
                <a16:creationId xmlns:a16="http://schemas.microsoft.com/office/drawing/2014/main" id="{35A92E9C-3E4B-4830-B81C-A51EC04D25A3}"/>
              </a:ext>
            </a:extLst>
          </p:cNvPr>
          <p:cNvSpPr>
            <a:spLocks noGrp="1"/>
          </p:cNvSpPr>
          <p:nvPr>
            <p:ph type="body" idx="1"/>
          </p:nvPr>
        </p:nvSpPr>
        <p:spPr>
          <a:xfrm>
            <a:off x="609599" y="936435"/>
            <a:ext cx="10922963" cy="4808730"/>
          </a:xfrm>
        </p:spPr>
        <p:txBody>
          <a:bodyPr/>
          <a:lstStyle/>
          <a:p>
            <a:pPr eaLnBrk="1" hangingPunct="1"/>
            <a:r>
              <a:rPr lang="en-US" altLang="en-US" sz="2800" dirty="0">
                <a:solidFill>
                  <a:srgbClr val="000000"/>
                </a:solidFill>
              </a:rPr>
              <a:t>Deeper look at building classes, controlling access to members of a class and creating constructors. </a:t>
            </a:r>
          </a:p>
          <a:p>
            <a:pPr eaLnBrk="1" hangingPunct="1"/>
            <a:r>
              <a:rPr lang="en-US" altLang="en-US" sz="2800" dirty="0">
                <a:solidFill>
                  <a:srgbClr val="000000"/>
                </a:solidFill>
              </a:rPr>
              <a:t>Show how to throw an exception to indicate that a problem has occurred.</a:t>
            </a:r>
          </a:p>
          <a:p>
            <a:pPr eaLnBrk="1" hangingPunct="1"/>
            <a:r>
              <a:rPr lang="en-US" altLang="en-US" sz="2800" dirty="0">
                <a:solidFill>
                  <a:srgbClr val="000000"/>
                </a:solidFill>
              </a:rPr>
              <a:t>Composition—a capability that allows a class to have references to objects of other classes as members. </a:t>
            </a:r>
          </a:p>
          <a:p>
            <a:pPr eaLnBrk="1" hangingPunct="1"/>
            <a:r>
              <a:rPr lang="en-US" altLang="en-US" sz="2800" dirty="0">
                <a:solidFill>
                  <a:srgbClr val="000000"/>
                </a:solidFill>
              </a:rPr>
              <a:t>More details on </a:t>
            </a:r>
            <a:r>
              <a:rPr lang="en-US" altLang="en-US" sz="2800" dirty="0" err="1">
                <a:solidFill>
                  <a:srgbClr val="000000"/>
                </a:solidFill>
                <a:latin typeface="Consolas" panose="020B0609020204030204" pitchFamily="49" charset="0"/>
              </a:rPr>
              <a:t>enum</a:t>
            </a:r>
            <a:r>
              <a:rPr lang="en-US" altLang="en-US" sz="2800" dirty="0">
                <a:solidFill>
                  <a:srgbClr val="000000"/>
                </a:solidFill>
              </a:rPr>
              <a:t> types. </a:t>
            </a:r>
          </a:p>
          <a:p>
            <a:pPr eaLnBrk="1" hangingPunct="1"/>
            <a:r>
              <a:rPr lang="en-US" altLang="en-US" sz="2800" dirty="0">
                <a:solidFill>
                  <a:srgbClr val="000000"/>
                </a:solidFill>
              </a:rPr>
              <a:t>Discuss </a:t>
            </a:r>
            <a:r>
              <a:rPr lang="en-US" altLang="en-US" sz="2800" dirty="0">
                <a:solidFill>
                  <a:srgbClr val="000000"/>
                </a:solidFill>
                <a:latin typeface="Consolas" panose="020B0609020204030204" pitchFamily="49" charset="0"/>
              </a:rPr>
              <a:t>static</a:t>
            </a:r>
            <a:r>
              <a:rPr lang="en-US" altLang="en-US" sz="2800" dirty="0">
                <a:solidFill>
                  <a:srgbClr val="000000"/>
                </a:solidFill>
              </a:rPr>
              <a:t> class members and </a:t>
            </a:r>
            <a:r>
              <a:rPr lang="en-US" altLang="en-US" sz="2800" dirty="0">
                <a:solidFill>
                  <a:srgbClr val="000000"/>
                </a:solidFill>
                <a:latin typeface="Consolas" panose="020B0609020204030204" pitchFamily="49" charset="0"/>
              </a:rPr>
              <a:t>final</a:t>
            </a:r>
            <a:r>
              <a:rPr lang="en-US" altLang="en-US" sz="2800" dirty="0">
                <a:solidFill>
                  <a:srgbClr val="000000"/>
                </a:solidFill>
              </a:rPr>
              <a:t> instance variables in detail. </a:t>
            </a:r>
          </a:p>
          <a:p>
            <a:pPr eaLnBrk="1" hangingPunct="1"/>
            <a:r>
              <a:rPr lang="en-US" altLang="en-US" sz="2800" dirty="0">
                <a:solidFill>
                  <a:srgbClr val="000000"/>
                </a:solidFill>
              </a:rPr>
              <a:t>Show how to organize classes in packages to help manage large applications and promote reuse.</a:t>
            </a:r>
          </a:p>
        </p:txBody>
      </p:sp>
    </p:spTree>
    <p:extLst>
      <p:ext uri="{BB962C8B-B14F-4D97-AF65-F5344CB8AC3E}">
        <p14:creationId xmlns:p14="http://schemas.microsoft.com/office/powerpoint/2010/main" val="14487417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01A67-A6D7-400C-B36B-2A9346A532CB}"/>
              </a:ext>
            </a:extLst>
          </p:cNvPr>
          <p:cNvSpPr>
            <a:spLocks noGrp="1"/>
          </p:cNvSpPr>
          <p:nvPr>
            <p:ph type="title"/>
          </p:nvPr>
        </p:nvSpPr>
        <p:spPr>
          <a:xfrm>
            <a:off x="609600" y="164469"/>
            <a:ext cx="10972800" cy="650779"/>
          </a:xfrm>
        </p:spPr>
        <p:txBody>
          <a:bodyPr/>
          <a:lstStyle/>
          <a:p>
            <a:pPr algn="ctr" fontAlgn="auto">
              <a:spcAft>
                <a:spcPts val="0"/>
              </a:spcAft>
              <a:defRPr/>
            </a:pPr>
            <a:r>
              <a:rPr lang="en-US" dirty="0">
                <a:solidFill>
                  <a:srgbClr val="24B5A1"/>
                </a:solidFill>
                <a:latin typeface="Calibri" panose="020F0502020204030204" pitchFamily="34" charset="0"/>
              </a:rPr>
              <a:t>  </a:t>
            </a:r>
            <a:r>
              <a:rPr lang="en-US" dirty="0"/>
              <a:t> </a:t>
            </a:r>
            <a:r>
              <a:rPr lang="en-US" dirty="0">
                <a:effectLst/>
              </a:rPr>
              <a:t>Understanding program scope</a:t>
            </a:r>
            <a:endParaRPr lang="en-US" dirty="0">
              <a:solidFill>
                <a:srgbClr val="3380E6"/>
              </a:solidFill>
              <a:latin typeface="Calibri" panose="020F0502020204030204" pitchFamily="34" charset="0"/>
            </a:endParaRPr>
          </a:p>
        </p:txBody>
      </p:sp>
      <p:sp>
        <p:nvSpPr>
          <p:cNvPr id="13315" name="Text Placeholder 2">
            <a:extLst>
              <a:ext uri="{FF2B5EF4-FFF2-40B4-BE49-F238E27FC236}">
                <a16:creationId xmlns:a16="http://schemas.microsoft.com/office/drawing/2014/main" id="{35A92E9C-3E4B-4830-B81C-A51EC04D25A3}"/>
              </a:ext>
            </a:extLst>
          </p:cNvPr>
          <p:cNvSpPr>
            <a:spLocks noGrp="1"/>
          </p:cNvSpPr>
          <p:nvPr>
            <p:ph type="body" idx="1"/>
          </p:nvPr>
        </p:nvSpPr>
        <p:spPr>
          <a:xfrm>
            <a:off x="609601" y="1266941"/>
            <a:ext cx="11332684" cy="4808730"/>
          </a:xfrm>
        </p:spPr>
        <p:txBody>
          <a:bodyPr/>
          <a:lstStyle/>
          <a:p>
            <a:pPr>
              <a:spcAft>
                <a:spcPts val="600"/>
              </a:spcAft>
            </a:pPr>
            <a:r>
              <a:rPr lang="en-US" dirty="0"/>
              <a:t>A variable that is declared inside a method is only accessible from inside that method – its “scope” of accessibility is only local to the method in which it is declared. </a:t>
            </a:r>
          </a:p>
          <a:p>
            <a:pPr>
              <a:spcAft>
                <a:spcPts val="600"/>
              </a:spcAft>
            </a:pPr>
            <a:r>
              <a:rPr lang="en-US" dirty="0"/>
              <a:t>This means that a variable of the same name can be declared in another method without conflict.</a:t>
            </a:r>
          </a:p>
          <a:p>
            <a:pPr>
              <a:spcAft>
                <a:spcPts val="600"/>
              </a:spcAft>
            </a:pPr>
            <a:r>
              <a:rPr lang="en-US" dirty="0"/>
              <a:t>A counter variable declared in a </a:t>
            </a:r>
            <a:r>
              <a:rPr lang="en-US" b="1" dirty="0"/>
              <a:t>for </a:t>
            </a:r>
            <a:r>
              <a:rPr lang="en-US" dirty="0"/>
              <a:t>loop cannot be accessed outside the loop – its scope is limited to the </a:t>
            </a:r>
            <a:r>
              <a:rPr lang="en-US" b="1" dirty="0"/>
              <a:t>for </a:t>
            </a:r>
            <a:r>
              <a:rPr lang="en-US" dirty="0"/>
              <a:t>statement block.</a:t>
            </a:r>
          </a:p>
          <a:p>
            <a:pPr>
              <a:spcAft>
                <a:spcPts val="600"/>
              </a:spcAft>
            </a:pPr>
            <a:endParaRPr lang="en-US" altLang="en-US" dirty="0">
              <a:solidFill>
                <a:srgbClr val="000000"/>
              </a:solidFill>
            </a:endParaRPr>
          </a:p>
        </p:txBody>
      </p:sp>
    </p:spTree>
    <p:extLst>
      <p:ext uri="{BB962C8B-B14F-4D97-AF65-F5344CB8AC3E}">
        <p14:creationId xmlns:p14="http://schemas.microsoft.com/office/powerpoint/2010/main" val="9949714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01A67-A6D7-400C-B36B-2A9346A532CB}"/>
              </a:ext>
            </a:extLst>
          </p:cNvPr>
          <p:cNvSpPr>
            <a:spLocks noGrp="1"/>
          </p:cNvSpPr>
          <p:nvPr>
            <p:ph type="title"/>
          </p:nvPr>
        </p:nvSpPr>
        <p:spPr>
          <a:xfrm>
            <a:off x="609600" y="121186"/>
            <a:ext cx="10972800" cy="353324"/>
          </a:xfrm>
        </p:spPr>
        <p:txBody>
          <a:bodyPr>
            <a:normAutofit fontScale="90000"/>
          </a:bodyPr>
          <a:lstStyle/>
          <a:p>
            <a:pPr algn="ctr" fontAlgn="auto">
              <a:spcAft>
                <a:spcPts val="0"/>
              </a:spcAft>
              <a:defRPr/>
            </a:pPr>
            <a:r>
              <a:rPr lang="en-US" dirty="0">
                <a:solidFill>
                  <a:srgbClr val="24B5A1"/>
                </a:solidFill>
                <a:latin typeface="Calibri" panose="020F0502020204030204" pitchFamily="34" charset="0"/>
              </a:rPr>
              <a:t>  </a:t>
            </a:r>
            <a:r>
              <a:rPr lang="en-US" dirty="0"/>
              <a:t> </a:t>
            </a:r>
            <a:r>
              <a:rPr lang="en-US" sz="4900" dirty="0">
                <a:effectLst/>
              </a:rPr>
              <a:t>Understanding program scope</a:t>
            </a:r>
            <a:endParaRPr lang="en-US" sz="4900" dirty="0">
              <a:solidFill>
                <a:srgbClr val="3380E6"/>
              </a:solidFill>
              <a:latin typeface="Calibri" panose="020F0502020204030204" pitchFamily="34" charset="0"/>
            </a:endParaRPr>
          </a:p>
        </p:txBody>
      </p:sp>
      <p:sp>
        <p:nvSpPr>
          <p:cNvPr id="3" name="Rectangle 2">
            <a:extLst>
              <a:ext uri="{FF2B5EF4-FFF2-40B4-BE49-F238E27FC236}">
                <a16:creationId xmlns:a16="http://schemas.microsoft.com/office/drawing/2014/main" id="{42D362F3-7B1C-4CEF-9507-8D1E886CCA4E}"/>
              </a:ext>
            </a:extLst>
          </p:cNvPr>
          <p:cNvSpPr/>
          <p:nvPr/>
        </p:nvSpPr>
        <p:spPr>
          <a:xfrm>
            <a:off x="455364" y="1101349"/>
            <a:ext cx="11127036" cy="5093702"/>
          </a:xfrm>
          <a:prstGeom prst="rect">
            <a:avLst/>
          </a:prstGeom>
        </p:spPr>
        <p:txBody>
          <a:bodyPr wrap="square">
            <a:spAutoFit/>
          </a:bodyPr>
          <a:lstStyle/>
          <a:p>
            <a:pPr marL="457200" indent="-457200">
              <a:spcBef>
                <a:spcPts val="1200"/>
              </a:spcBef>
              <a:spcAft>
                <a:spcPts val="600"/>
              </a:spcAft>
              <a:buFont typeface="Arial" panose="020B0604020202020204" pitchFamily="34" charset="0"/>
              <a:buChar char="•"/>
            </a:pPr>
            <a:r>
              <a:rPr lang="en-US" sz="2800" dirty="0">
                <a:solidFill>
                  <a:srgbClr val="221E1F"/>
                </a:solidFill>
              </a:rPr>
              <a:t>The </a:t>
            </a:r>
            <a:r>
              <a:rPr lang="en-US" sz="2800" b="1" dirty="0">
                <a:solidFill>
                  <a:srgbClr val="221E1F"/>
                </a:solidFill>
              </a:rPr>
              <a:t>static </a:t>
            </a:r>
            <a:r>
              <a:rPr lang="en-US" sz="2800" dirty="0">
                <a:solidFill>
                  <a:srgbClr val="221E1F"/>
                </a:solidFill>
              </a:rPr>
              <a:t>keyword that is used in method declarations ensures that the method is a “class method” – globally accessible from any other method in the class. </a:t>
            </a:r>
          </a:p>
          <a:p>
            <a:pPr marL="457200" indent="-457200">
              <a:spcBef>
                <a:spcPts val="1200"/>
              </a:spcBef>
              <a:spcAft>
                <a:spcPts val="600"/>
              </a:spcAft>
              <a:buFont typeface="Arial" panose="020B0604020202020204" pitchFamily="34" charset="0"/>
              <a:buChar char="•"/>
            </a:pPr>
            <a:r>
              <a:rPr lang="en-US" sz="2800" dirty="0">
                <a:solidFill>
                  <a:srgbClr val="221E1F"/>
                </a:solidFill>
              </a:rPr>
              <a:t>Similarly, a “class variable” can be declared with the </a:t>
            </a:r>
            <a:r>
              <a:rPr lang="en-US" sz="2800" b="1" dirty="0">
                <a:solidFill>
                  <a:srgbClr val="221E1F"/>
                </a:solidFill>
              </a:rPr>
              <a:t>static </a:t>
            </a:r>
            <a:r>
              <a:rPr lang="en-US" sz="2800" dirty="0">
                <a:solidFill>
                  <a:srgbClr val="221E1F"/>
                </a:solidFill>
              </a:rPr>
              <a:t>keyword to ensure it is globally accessible throughout the class. </a:t>
            </a:r>
          </a:p>
          <a:p>
            <a:pPr marL="457200" indent="-457200">
              <a:spcBef>
                <a:spcPts val="1200"/>
              </a:spcBef>
              <a:spcAft>
                <a:spcPts val="600"/>
              </a:spcAft>
              <a:buFont typeface="Arial" panose="020B0604020202020204" pitchFamily="34" charset="0"/>
              <a:buChar char="•"/>
            </a:pPr>
            <a:r>
              <a:rPr lang="en-US" sz="2800" dirty="0">
                <a:solidFill>
                  <a:srgbClr val="221E1F"/>
                </a:solidFill>
              </a:rPr>
              <a:t>Its declaration should be made before the main method declaration, right after the curly bracket following the class declaration. </a:t>
            </a:r>
          </a:p>
          <a:p>
            <a:pPr marL="457200" indent="-457200">
              <a:spcBef>
                <a:spcPts val="1200"/>
              </a:spcBef>
              <a:spcAft>
                <a:spcPts val="600"/>
              </a:spcAft>
              <a:buFont typeface="Arial" panose="020B0604020202020204" pitchFamily="34" charset="0"/>
              <a:buChar char="•"/>
            </a:pPr>
            <a:r>
              <a:rPr lang="en-US" sz="2800" dirty="0">
                <a:solidFill>
                  <a:srgbClr val="221E1F"/>
                </a:solidFill>
              </a:rPr>
              <a:t>A program may have a global class variable and local method variable of the same name. </a:t>
            </a:r>
          </a:p>
        </p:txBody>
      </p:sp>
    </p:spTree>
    <p:extLst>
      <p:ext uri="{BB962C8B-B14F-4D97-AF65-F5344CB8AC3E}">
        <p14:creationId xmlns:p14="http://schemas.microsoft.com/office/powerpoint/2010/main" val="31894649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01A67-A6D7-400C-B36B-2A9346A532CB}"/>
              </a:ext>
            </a:extLst>
          </p:cNvPr>
          <p:cNvSpPr>
            <a:spLocks noGrp="1"/>
          </p:cNvSpPr>
          <p:nvPr>
            <p:ph type="title"/>
          </p:nvPr>
        </p:nvSpPr>
        <p:spPr>
          <a:xfrm>
            <a:off x="484743" y="462709"/>
            <a:ext cx="10972800" cy="353324"/>
          </a:xfrm>
        </p:spPr>
        <p:txBody>
          <a:bodyPr>
            <a:normAutofit fontScale="90000"/>
          </a:bodyPr>
          <a:lstStyle/>
          <a:p>
            <a:pPr algn="ctr" fontAlgn="auto">
              <a:spcAft>
                <a:spcPts val="0"/>
              </a:spcAft>
              <a:defRPr/>
            </a:pPr>
            <a:r>
              <a:rPr lang="en-US" dirty="0">
                <a:solidFill>
                  <a:srgbClr val="24B5A1"/>
                </a:solidFill>
                <a:latin typeface="Calibri" panose="020F0502020204030204" pitchFamily="34" charset="0"/>
              </a:rPr>
              <a:t>  </a:t>
            </a:r>
            <a:r>
              <a:rPr lang="en-US" dirty="0"/>
              <a:t> </a:t>
            </a:r>
            <a:r>
              <a:rPr lang="en-US" sz="4900" dirty="0">
                <a:effectLst/>
              </a:rPr>
              <a:t>Understanding program scope</a:t>
            </a:r>
            <a:endParaRPr lang="en-US" sz="4900" dirty="0">
              <a:solidFill>
                <a:srgbClr val="3380E6"/>
              </a:solidFill>
              <a:latin typeface="Calibri" panose="020F0502020204030204" pitchFamily="34" charset="0"/>
            </a:endParaRPr>
          </a:p>
        </p:txBody>
      </p:sp>
      <p:sp>
        <p:nvSpPr>
          <p:cNvPr id="3" name="Rectangle 2">
            <a:extLst>
              <a:ext uri="{FF2B5EF4-FFF2-40B4-BE49-F238E27FC236}">
                <a16:creationId xmlns:a16="http://schemas.microsoft.com/office/drawing/2014/main" id="{42D362F3-7B1C-4CEF-9507-8D1E886CCA4E}"/>
              </a:ext>
            </a:extLst>
          </p:cNvPr>
          <p:cNvSpPr/>
          <p:nvPr/>
        </p:nvSpPr>
        <p:spPr>
          <a:xfrm>
            <a:off x="385591" y="1167450"/>
            <a:ext cx="11071952" cy="3770263"/>
          </a:xfrm>
          <a:prstGeom prst="rect">
            <a:avLst/>
          </a:prstGeom>
        </p:spPr>
        <p:txBody>
          <a:bodyPr wrap="square">
            <a:spAutoFit/>
          </a:bodyPr>
          <a:lstStyle/>
          <a:p>
            <a:pPr marL="457200" indent="-457200">
              <a:spcBef>
                <a:spcPts val="1200"/>
              </a:spcBef>
              <a:spcAft>
                <a:spcPts val="600"/>
              </a:spcAft>
              <a:buFont typeface="Arial" panose="020B0604020202020204" pitchFamily="34" charset="0"/>
              <a:buChar char="•"/>
            </a:pPr>
            <a:r>
              <a:rPr lang="en-US" sz="3200" dirty="0">
                <a:solidFill>
                  <a:srgbClr val="221E1F"/>
                </a:solidFill>
              </a:rPr>
              <a:t>The local method variable takes precedence unless the global class variable is explicitly addressed by the class name prefix using dot notation, or if a local variable of that name has not been declared.</a:t>
            </a:r>
          </a:p>
          <a:p>
            <a:pPr marL="457200" indent="-457200">
              <a:spcBef>
                <a:spcPts val="1200"/>
              </a:spcBef>
              <a:spcAft>
                <a:spcPts val="600"/>
              </a:spcAft>
              <a:buFont typeface="Arial" panose="020B0604020202020204" pitchFamily="34" charset="0"/>
              <a:buChar char="•"/>
            </a:pPr>
            <a:r>
              <a:rPr lang="en-US" sz="3200" dirty="0"/>
              <a:t>Use local method variables wherever possible to avoid conflicts – global class variables are typically only used for constants.</a:t>
            </a:r>
            <a:r>
              <a:rPr lang="en-US" sz="3200" dirty="0">
                <a:solidFill>
                  <a:srgbClr val="221E1F"/>
                </a:solidFill>
              </a:rPr>
              <a:t> </a:t>
            </a:r>
            <a:endParaRPr lang="en-US" sz="3200" dirty="0"/>
          </a:p>
        </p:txBody>
      </p:sp>
    </p:spTree>
    <p:extLst>
      <p:ext uri="{BB962C8B-B14F-4D97-AF65-F5344CB8AC3E}">
        <p14:creationId xmlns:p14="http://schemas.microsoft.com/office/powerpoint/2010/main" val="18418017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01A67-A6D7-400C-B36B-2A9346A532CB}"/>
              </a:ext>
            </a:extLst>
          </p:cNvPr>
          <p:cNvSpPr>
            <a:spLocks noGrp="1"/>
          </p:cNvSpPr>
          <p:nvPr>
            <p:ph type="title"/>
          </p:nvPr>
        </p:nvSpPr>
        <p:spPr>
          <a:xfrm>
            <a:off x="609600" y="164470"/>
            <a:ext cx="10972800" cy="353324"/>
          </a:xfrm>
        </p:spPr>
        <p:txBody>
          <a:bodyPr>
            <a:normAutofit fontScale="90000"/>
          </a:bodyPr>
          <a:lstStyle/>
          <a:p>
            <a:pPr algn="ctr" fontAlgn="auto">
              <a:spcAft>
                <a:spcPts val="0"/>
              </a:spcAft>
              <a:defRPr/>
            </a:pPr>
            <a:r>
              <a:rPr lang="en-US" dirty="0">
                <a:solidFill>
                  <a:srgbClr val="24B5A1"/>
                </a:solidFill>
                <a:latin typeface="Calibri" panose="020F0502020204030204" pitchFamily="34" charset="0"/>
              </a:rPr>
              <a:t>  </a:t>
            </a:r>
            <a:r>
              <a:rPr lang="en-US" dirty="0"/>
              <a:t> </a:t>
            </a:r>
            <a:r>
              <a:rPr lang="en-US" dirty="0">
                <a:effectLst/>
              </a:rPr>
              <a:t>Understanding program scope: </a:t>
            </a:r>
            <a:r>
              <a:rPr lang="en-US" dirty="0">
                <a:effectLst/>
                <a:highlight>
                  <a:srgbClr val="FFFF00"/>
                </a:highlight>
              </a:rPr>
              <a:t>EXAMPLE 1</a:t>
            </a:r>
            <a:endParaRPr lang="en-US" dirty="0">
              <a:solidFill>
                <a:srgbClr val="3380E6"/>
              </a:solidFill>
              <a:highlight>
                <a:srgbClr val="FFFF00"/>
              </a:highlight>
              <a:latin typeface="Calibri" panose="020F0502020204030204" pitchFamily="34" charset="0"/>
            </a:endParaRPr>
          </a:p>
        </p:txBody>
      </p:sp>
      <p:pic>
        <p:nvPicPr>
          <p:cNvPr id="7" name="Picture 6">
            <a:extLst>
              <a:ext uri="{FF2B5EF4-FFF2-40B4-BE49-F238E27FC236}">
                <a16:creationId xmlns:a16="http://schemas.microsoft.com/office/drawing/2014/main" id="{8F2CFA28-D858-4438-8764-3FF174B6177D}"/>
              </a:ext>
            </a:extLst>
          </p:cNvPr>
          <p:cNvPicPr>
            <a:picLocks noChangeAspect="1"/>
          </p:cNvPicPr>
          <p:nvPr/>
        </p:nvPicPr>
        <p:blipFill>
          <a:blip r:embed="rId3"/>
          <a:stretch>
            <a:fillRect/>
          </a:stretch>
        </p:blipFill>
        <p:spPr>
          <a:xfrm>
            <a:off x="99152" y="634255"/>
            <a:ext cx="7205031" cy="6059275"/>
          </a:xfrm>
          <a:prstGeom prst="rect">
            <a:avLst/>
          </a:prstGeom>
        </p:spPr>
      </p:pic>
      <p:pic>
        <p:nvPicPr>
          <p:cNvPr id="9" name="Picture 8">
            <a:extLst>
              <a:ext uri="{FF2B5EF4-FFF2-40B4-BE49-F238E27FC236}">
                <a16:creationId xmlns:a16="http://schemas.microsoft.com/office/drawing/2014/main" id="{54F2C21F-8C46-4D40-9D77-0DAC4E398BAF}"/>
              </a:ext>
            </a:extLst>
          </p:cNvPr>
          <p:cNvPicPr>
            <a:picLocks noChangeAspect="1"/>
          </p:cNvPicPr>
          <p:nvPr/>
        </p:nvPicPr>
        <p:blipFill>
          <a:blip r:embed="rId4"/>
          <a:stretch>
            <a:fillRect/>
          </a:stretch>
        </p:blipFill>
        <p:spPr>
          <a:xfrm>
            <a:off x="6841475" y="1556450"/>
            <a:ext cx="5350525" cy="2629960"/>
          </a:xfrm>
          <a:prstGeom prst="rect">
            <a:avLst/>
          </a:prstGeom>
        </p:spPr>
      </p:pic>
    </p:spTree>
    <p:extLst>
      <p:ext uri="{BB962C8B-B14F-4D97-AF65-F5344CB8AC3E}">
        <p14:creationId xmlns:p14="http://schemas.microsoft.com/office/powerpoint/2010/main" val="11746654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01A67-A6D7-400C-B36B-2A9346A532CB}"/>
              </a:ext>
            </a:extLst>
          </p:cNvPr>
          <p:cNvSpPr>
            <a:spLocks noGrp="1"/>
          </p:cNvSpPr>
          <p:nvPr>
            <p:ph type="title"/>
          </p:nvPr>
        </p:nvSpPr>
        <p:spPr>
          <a:xfrm>
            <a:off x="484743" y="115678"/>
            <a:ext cx="10972800" cy="353324"/>
          </a:xfrm>
        </p:spPr>
        <p:txBody>
          <a:bodyPr>
            <a:normAutofit fontScale="90000"/>
          </a:bodyPr>
          <a:lstStyle/>
          <a:p>
            <a:pPr algn="ctr" fontAlgn="auto">
              <a:spcAft>
                <a:spcPts val="0"/>
              </a:spcAft>
              <a:defRPr/>
            </a:pPr>
            <a:r>
              <a:rPr lang="en-US" dirty="0">
                <a:solidFill>
                  <a:srgbClr val="24B5A1"/>
                </a:solidFill>
                <a:latin typeface="Calibri" panose="020F0502020204030204" pitchFamily="34" charset="0"/>
              </a:rPr>
              <a:t>  </a:t>
            </a:r>
            <a:r>
              <a:rPr lang="en-US" dirty="0"/>
              <a:t> </a:t>
            </a:r>
            <a:r>
              <a:rPr lang="en-US" sz="4900" dirty="0">
                <a:effectLst/>
              </a:rPr>
              <a:t>Understanding program scope</a:t>
            </a:r>
            <a:endParaRPr lang="en-US" sz="4900" dirty="0">
              <a:solidFill>
                <a:srgbClr val="3380E6"/>
              </a:solidFill>
              <a:latin typeface="Calibri" panose="020F0502020204030204" pitchFamily="34" charset="0"/>
            </a:endParaRPr>
          </a:p>
        </p:txBody>
      </p:sp>
      <p:pic>
        <p:nvPicPr>
          <p:cNvPr id="5" name="Picture 4">
            <a:extLst>
              <a:ext uri="{FF2B5EF4-FFF2-40B4-BE49-F238E27FC236}">
                <a16:creationId xmlns:a16="http://schemas.microsoft.com/office/drawing/2014/main" id="{F4C92FCA-8AAC-4A6C-99EB-F7D55BAEBAB9}"/>
              </a:ext>
            </a:extLst>
          </p:cNvPr>
          <p:cNvPicPr>
            <a:picLocks noChangeAspect="1"/>
          </p:cNvPicPr>
          <p:nvPr/>
        </p:nvPicPr>
        <p:blipFill>
          <a:blip r:embed="rId3"/>
          <a:stretch>
            <a:fillRect/>
          </a:stretch>
        </p:blipFill>
        <p:spPr>
          <a:xfrm>
            <a:off x="2555913" y="638978"/>
            <a:ext cx="7359267" cy="6219022"/>
          </a:xfrm>
          <a:prstGeom prst="rect">
            <a:avLst/>
          </a:prstGeom>
        </p:spPr>
      </p:pic>
    </p:spTree>
    <p:extLst>
      <p:ext uri="{BB962C8B-B14F-4D97-AF65-F5344CB8AC3E}">
        <p14:creationId xmlns:p14="http://schemas.microsoft.com/office/powerpoint/2010/main" val="7937712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01A67-A6D7-400C-B36B-2A9346A532CB}"/>
              </a:ext>
            </a:extLst>
          </p:cNvPr>
          <p:cNvSpPr>
            <a:spLocks noGrp="1"/>
          </p:cNvSpPr>
          <p:nvPr>
            <p:ph type="title"/>
          </p:nvPr>
        </p:nvSpPr>
        <p:spPr>
          <a:xfrm>
            <a:off x="609600" y="164470"/>
            <a:ext cx="10972800" cy="353324"/>
          </a:xfrm>
        </p:spPr>
        <p:txBody>
          <a:bodyPr>
            <a:normAutofit fontScale="90000"/>
          </a:bodyPr>
          <a:lstStyle/>
          <a:p>
            <a:pPr algn="ctr" fontAlgn="auto">
              <a:spcAft>
                <a:spcPts val="0"/>
              </a:spcAft>
              <a:defRPr/>
            </a:pPr>
            <a:r>
              <a:rPr lang="en-US" dirty="0">
                <a:solidFill>
                  <a:srgbClr val="24B5A1"/>
                </a:solidFill>
                <a:latin typeface="Calibri" panose="020F0502020204030204" pitchFamily="34" charset="0"/>
              </a:rPr>
              <a:t>  </a:t>
            </a:r>
            <a:r>
              <a:rPr lang="en-US" dirty="0"/>
              <a:t> </a:t>
            </a:r>
            <a:r>
              <a:rPr lang="en-US" dirty="0">
                <a:effectLst/>
              </a:rPr>
              <a:t>Understanding program scope: </a:t>
            </a:r>
            <a:r>
              <a:rPr lang="en-US" dirty="0">
                <a:effectLst/>
                <a:highlight>
                  <a:srgbClr val="FFFF00"/>
                </a:highlight>
              </a:rPr>
              <a:t>EXAMPLE 1</a:t>
            </a:r>
            <a:endParaRPr lang="en-US" dirty="0">
              <a:solidFill>
                <a:srgbClr val="3380E6"/>
              </a:solidFill>
              <a:highlight>
                <a:srgbClr val="FFFF00"/>
              </a:highlight>
              <a:latin typeface="Calibri" panose="020F0502020204030204" pitchFamily="34" charset="0"/>
            </a:endParaRPr>
          </a:p>
        </p:txBody>
      </p:sp>
      <p:pic>
        <p:nvPicPr>
          <p:cNvPr id="9" name="Picture 8">
            <a:extLst>
              <a:ext uri="{FF2B5EF4-FFF2-40B4-BE49-F238E27FC236}">
                <a16:creationId xmlns:a16="http://schemas.microsoft.com/office/drawing/2014/main" id="{54F2C21F-8C46-4D40-9D77-0DAC4E398BAF}"/>
              </a:ext>
            </a:extLst>
          </p:cNvPr>
          <p:cNvPicPr>
            <a:picLocks noChangeAspect="1"/>
          </p:cNvPicPr>
          <p:nvPr/>
        </p:nvPicPr>
        <p:blipFill>
          <a:blip r:embed="rId3"/>
          <a:stretch>
            <a:fillRect/>
          </a:stretch>
        </p:blipFill>
        <p:spPr>
          <a:xfrm>
            <a:off x="7105880" y="1556450"/>
            <a:ext cx="5086120" cy="2629960"/>
          </a:xfrm>
          <a:prstGeom prst="rect">
            <a:avLst/>
          </a:prstGeom>
        </p:spPr>
      </p:pic>
      <p:sp>
        <p:nvSpPr>
          <p:cNvPr id="3" name="Rectangle 2">
            <a:extLst>
              <a:ext uri="{FF2B5EF4-FFF2-40B4-BE49-F238E27FC236}">
                <a16:creationId xmlns:a16="http://schemas.microsoft.com/office/drawing/2014/main" id="{DCB8F757-0455-4ECE-AF37-6ABBE6A2E364}"/>
              </a:ext>
            </a:extLst>
          </p:cNvPr>
          <p:cNvSpPr/>
          <p:nvPr/>
        </p:nvSpPr>
        <p:spPr>
          <a:xfrm>
            <a:off x="609600" y="720887"/>
            <a:ext cx="6096000" cy="5637825"/>
          </a:xfrm>
          <a:prstGeom prst="rect">
            <a:avLst/>
          </a:prstGeom>
        </p:spPr>
        <p:txBody>
          <a:bodyPr>
            <a:spAutoFit/>
          </a:bodyPr>
          <a:lstStyle/>
          <a:p>
            <a:pPr marL="0" marR="0">
              <a:lnSpc>
                <a:spcPct val="80000"/>
              </a:lnSpc>
              <a:spcBef>
                <a:spcPts val="0"/>
              </a:spcBef>
              <a:spcAft>
                <a:spcPts val="0"/>
              </a:spcAft>
            </a:pPr>
            <a:r>
              <a:rPr lang="en-US" b="1" dirty="0">
                <a:latin typeface="Calibri" panose="020F0502020204030204" pitchFamily="34" charset="0"/>
                <a:ea typeface="Calibri" panose="020F0502020204030204" pitchFamily="34" charset="0"/>
                <a:cs typeface="Times New Roman" panose="02020603050405020304" pitchFamily="18" charset="0"/>
              </a:rPr>
              <a:t>// EXAMPLE 1</a:t>
            </a:r>
            <a:endParaRPr lang="en-US" dirty="0">
              <a:latin typeface="Calibri" panose="020F0502020204030204" pitchFamily="34" charset="0"/>
              <a:ea typeface="Calibri" panose="020F0502020204030204" pitchFamily="34" charset="0"/>
              <a:cs typeface="Times New Roman" panose="02020603050405020304" pitchFamily="18" charset="0"/>
            </a:endParaRPr>
          </a:p>
          <a:p>
            <a:pPr marL="0" marR="0">
              <a:lnSpc>
                <a:spcPct val="80000"/>
              </a:lnSpc>
              <a:spcBef>
                <a:spcPts val="0"/>
              </a:spcBef>
              <a:spcAft>
                <a:spcPts val="0"/>
              </a:spcAft>
            </a:pPr>
            <a:r>
              <a:rPr lang="en-US" dirty="0">
                <a:latin typeface="Calibri" panose="020F0502020204030204" pitchFamily="34" charset="0"/>
                <a:ea typeface="Calibri" panose="020F0502020204030204" pitchFamily="34" charset="0"/>
                <a:cs typeface="Times New Roman" panose="02020603050405020304" pitchFamily="18" charset="0"/>
              </a:rPr>
              <a:t> </a:t>
            </a:r>
          </a:p>
          <a:p>
            <a:pPr marL="0" marR="0">
              <a:lnSpc>
                <a:spcPct val="80000"/>
              </a:lnSpc>
              <a:spcBef>
                <a:spcPts val="0"/>
              </a:spcBef>
              <a:spcAft>
                <a:spcPts val="0"/>
              </a:spcAft>
            </a:pPr>
            <a:r>
              <a:rPr lang="en-US" dirty="0">
                <a:latin typeface="Calibri" panose="020F0502020204030204" pitchFamily="34" charset="0"/>
                <a:ea typeface="Calibri" panose="020F0502020204030204" pitchFamily="34" charset="0"/>
                <a:cs typeface="Times New Roman" panose="02020603050405020304" pitchFamily="18" charset="0"/>
              </a:rPr>
              <a:t>class Scope</a:t>
            </a:r>
          </a:p>
          <a:p>
            <a:pPr marL="0" marR="0">
              <a:lnSpc>
                <a:spcPct val="80000"/>
              </a:lnSpc>
              <a:spcBef>
                <a:spcPts val="0"/>
              </a:spcBef>
              <a:spcAft>
                <a:spcPts val="0"/>
              </a:spcAft>
            </a:pPr>
            <a:r>
              <a:rPr lang="en-US" dirty="0">
                <a:latin typeface="Calibri" panose="020F0502020204030204" pitchFamily="34" charset="0"/>
                <a:ea typeface="Calibri" panose="020F0502020204030204" pitchFamily="34" charset="0"/>
                <a:cs typeface="Times New Roman" panose="02020603050405020304" pitchFamily="18" charset="0"/>
              </a:rPr>
              <a:t>{</a:t>
            </a:r>
          </a:p>
          <a:p>
            <a:pPr marL="0" marR="0">
              <a:lnSpc>
                <a:spcPct val="80000"/>
              </a:lnSpc>
              <a:spcBef>
                <a:spcPts val="0"/>
              </a:spcBef>
              <a:spcAft>
                <a:spcPts val="0"/>
              </a:spcAft>
            </a:pPr>
            <a:r>
              <a:rPr lang="en-US" dirty="0">
                <a:latin typeface="Calibri" panose="020F0502020204030204" pitchFamily="34" charset="0"/>
                <a:ea typeface="Calibri" panose="020F0502020204030204" pitchFamily="34" charset="0"/>
                <a:cs typeface="Times New Roman" panose="02020603050405020304" pitchFamily="18" charset="0"/>
              </a:rPr>
              <a:t>	final static String </a:t>
            </a:r>
            <a:r>
              <a:rPr lang="en-US" b="1" dirty="0">
                <a:latin typeface="Calibri" panose="020F0502020204030204" pitchFamily="34" charset="0"/>
                <a:ea typeface="Calibri" panose="020F0502020204030204" pitchFamily="34" charset="0"/>
                <a:cs typeface="Times New Roman" panose="02020603050405020304" pitchFamily="18" charset="0"/>
              </a:rPr>
              <a:t>txt</a:t>
            </a:r>
            <a:r>
              <a:rPr lang="en-US" dirty="0">
                <a:latin typeface="Calibri" panose="020F0502020204030204" pitchFamily="34" charset="0"/>
                <a:ea typeface="Calibri" panose="020F0502020204030204" pitchFamily="34" charset="0"/>
                <a:cs typeface="Times New Roman" panose="02020603050405020304" pitchFamily="18" charset="0"/>
              </a:rPr>
              <a:t> = "This is a global variable of the Scope class";</a:t>
            </a:r>
          </a:p>
          <a:p>
            <a:pPr marL="0" marR="0">
              <a:lnSpc>
                <a:spcPct val="80000"/>
              </a:lnSpc>
              <a:spcBef>
                <a:spcPts val="0"/>
              </a:spcBef>
              <a:spcAft>
                <a:spcPts val="0"/>
              </a:spcAft>
            </a:pPr>
            <a:r>
              <a:rPr lang="en-US" dirty="0">
                <a:latin typeface="Calibri" panose="020F0502020204030204" pitchFamily="34" charset="0"/>
                <a:ea typeface="Calibri" panose="020F0502020204030204" pitchFamily="34" charset="0"/>
                <a:cs typeface="Times New Roman" panose="02020603050405020304" pitchFamily="18" charset="0"/>
              </a:rPr>
              <a:t> </a:t>
            </a:r>
          </a:p>
          <a:p>
            <a:pPr marL="0" marR="0">
              <a:lnSpc>
                <a:spcPct val="80000"/>
              </a:lnSpc>
              <a:spcBef>
                <a:spcPts val="0"/>
              </a:spcBef>
              <a:spcAft>
                <a:spcPts val="0"/>
              </a:spcAft>
            </a:pPr>
            <a:r>
              <a:rPr lang="en-US" dirty="0">
                <a:latin typeface="Calibri" panose="020F0502020204030204" pitchFamily="34" charset="0"/>
                <a:ea typeface="Calibri" panose="020F0502020204030204" pitchFamily="34" charset="0"/>
                <a:cs typeface="Times New Roman" panose="02020603050405020304" pitchFamily="18" charset="0"/>
              </a:rPr>
              <a:t>	public static void main ( String[] </a:t>
            </a:r>
            <a:r>
              <a:rPr lang="en-US" dirty="0" err="1">
                <a:latin typeface="Calibri" panose="020F0502020204030204" pitchFamily="34" charset="0"/>
                <a:ea typeface="Calibri" panose="020F0502020204030204" pitchFamily="34" charset="0"/>
                <a:cs typeface="Times New Roman" panose="02020603050405020304" pitchFamily="18" charset="0"/>
              </a:rPr>
              <a:t>args</a:t>
            </a:r>
            <a:r>
              <a:rPr lang="en-US" dirty="0">
                <a:latin typeface="Calibri" panose="020F0502020204030204" pitchFamily="34" charset="0"/>
                <a:ea typeface="Calibri" panose="020F0502020204030204" pitchFamily="34" charset="0"/>
                <a:cs typeface="Times New Roman" panose="02020603050405020304" pitchFamily="18" charset="0"/>
              </a:rPr>
              <a:t> )</a:t>
            </a:r>
          </a:p>
          <a:p>
            <a:pPr marL="0" marR="0">
              <a:lnSpc>
                <a:spcPct val="80000"/>
              </a:lnSpc>
              <a:spcBef>
                <a:spcPts val="0"/>
              </a:spcBef>
              <a:spcAft>
                <a:spcPts val="0"/>
              </a:spcAft>
            </a:pPr>
            <a:r>
              <a:rPr lang="en-US" dirty="0">
                <a:latin typeface="Calibri" panose="020F0502020204030204" pitchFamily="34" charset="0"/>
                <a:ea typeface="Calibri" panose="020F0502020204030204" pitchFamily="34" charset="0"/>
                <a:cs typeface="Times New Roman" panose="02020603050405020304" pitchFamily="18" charset="0"/>
              </a:rPr>
              <a:t>	{</a:t>
            </a:r>
          </a:p>
          <a:p>
            <a:pPr marL="0" marR="0">
              <a:lnSpc>
                <a:spcPct val="80000"/>
              </a:lnSpc>
              <a:spcBef>
                <a:spcPts val="0"/>
              </a:spcBef>
              <a:spcAft>
                <a:spcPts val="0"/>
              </a:spcAft>
            </a:pPr>
            <a:r>
              <a:rPr lang="en-US" dirty="0">
                <a:latin typeface="Calibri" panose="020F0502020204030204" pitchFamily="34" charset="0"/>
                <a:ea typeface="Calibri" panose="020F0502020204030204" pitchFamily="34" charset="0"/>
                <a:cs typeface="Times New Roman" panose="02020603050405020304" pitchFamily="18" charset="0"/>
              </a:rPr>
              <a:t>		String </a:t>
            </a:r>
            <a:r>
              <a:rPr lang="en-US" b="1" dirty="0">
                <a:latin typeface="Calibri" panose="020F0502020204030204" pitchFamily="34" charset="0"/>
                <a:ea typeface="Calibri" panose="020F0502020204030204" pitchFamily="34" charset="0"/>
                <a:cs typeface="Times New Roman" panose="02020603050405020304" pitchFamily="18" charset="0"/>
              </a:rPr>
              <a:t>txt</a:t>
            </a:r>
            <a:r>
              <a:rPr lang="en-US" dirty="0">
                <a:latin typeface="Calibri" panose="020F0502020204030204" pitchFamily="34" charset="0"/>
                <a:ea typeface="Calibri" panose="020F0502020204030204" pitchFamily="34" charset="0"/>
                <a:cs typeface="Times New Roman" panose="02020603050405020304" pitchFamily="18" charset="0"/>
              </a:rPr>
              <a:t> = "This is a local variable in the main method";</a:t>
            </a:r>
          </a:p>
          <a:p>
            <a:pPr marL="0" marR="0">
              <a:lnSpc>
                <a:spcPct val="80000"/>
              </a:lnSpc>
              <a:spcBef>
                <a:spcPts val="0"/>
              </a:spcBef>
              <a:spcAft>
                <a:spcPts val="0"/>
              </a:spcAft>
            </a:pPr>
            <a:r>
              <a:rPr lang="en-US" dirty="0">
                <a:latin typeface="Calibri" panose="020F0502020204030204" pitchFamily="34" charset="0"/>
                <a:ea typeface="Calibri" panose="020F0502020204030204" pitchFamily="34" charset="0"/>
                <a:cs typeface="Times New Roman" panose="02020603050405020304" pitchFamily="18" charset="0"/>
              </a:rPr>
              <a:t>		</a:t>
            </a:r>
            <a:r>
              <a:rPr lang="en-US" dirty="0" err="1">
                <a:latin typeface="Calibri" panose="020F0502020204030204" pitchFamily="34" charset="0"/>
                <a:ea typeface="Calibri" panose="020F0502020204030204" pitchFamily="34" charset="0"/>
                <a:cs typeface="Times New Roman" panose="02020603050405020304" pitchFamily="18" charset="0"/>
              </a:rPr>
              <a:t>System.out.println</a:t>
            </a:r>
            <a:r>
              <a:rPr lang="en-US" dirty="0">
                <a:latin typeface="Calibri" panose="020F0502020204030204" pitchFamily="34" charset="0"/>
                <a:ea typeface="Calibri" panose="020F0502020204030204" pitchFamily="34" charset="0"/>
                <a:cs typeface="Times New Roman" panose="02020603050405020304" pitchFamily="18" charset="0"/>
              </a:rPr>
              <a:t>( </a:t>
            </a:r>
            <a:r>
              <a:rPr lang="en-US" b="1" dirty="0">
                <a:latin typeface="Calibri" panose="020F0502020204030204" pitchFamily="34" charset="0"/>
                <a:ea typeface="Calibri" panose="020F0502020204030204" pitchFamily="34" charset="0"/>
                <a:cs typeface="Times New Roman" panose="02020603050405020304" pitchFamily="18" charset="0"/>
              </a:rPr>
              <a:t>txt</a:t>
            </a:r>
            <a:r>
              <a:rPr lang="en-US" dirty="0">
                <a:latin typeface="Calibri" panose="020F0502020204030204" pitchFamily="34" charset="0"/>
                <a:ea typeface="Calibri" panose="020F0502020204030204" pitchFamily="34" charset="0"/>
                <a:cs typeface="Times New Roman" panose="02020603050405020304" pitchFamily="18" charset="0"/>
              </a:rPr>
              <a:t> );</a:t>
            </a:r>
          </a:p>
          <a:p>
            <a:pPr marL="0" marR="0">
              <a:lnSpc>
                <a:spcPct val="80000"/>
              </a:lnSpc>
              <a:spcBef>
                <a:spcPts val="0"/>
              </a:spcBef>
              <a:spcAft>
                <a:spcPts val="0"/>
              </a:spcAft>
            </a:pPr>
            <a:r>
              <a:rPr lang="en-US" dirty="0">
                <a:latin typeface="Calibri" panose="020F0502020204030204" pitchFamily="34" charset="0"/>
                <a:ea typeface="Calibri" panose="020F0502020204030204" pitchFamily="34" charset="0"/>
                <a:cs typeface="Times New Roman" panose="02020603050405020304" pitchFamily="18" charset="0"/>
              </a:rPr>
              <a:t>		sub();</a:t>
            </a:r>
          </a:p>
          <a:p>
            <a:pPr marL="0" marR="0">
              <a:lnSpc>
                <a:spcPct val="80000"/>
              </a:lnSpc>
              <a:spcBef>
                <a:spcPts val="0"/>
              </a:spcBef>
              <a:spcAft>
                <a:spcPts val="0"/>
              </a:spcAft>
            </a:pPr>
            <a:r>
              <a:rPr lang="en-US" dirty="0">
                <a:latin typeface="Calibri" panose="020F0502020204030204" pitchFamily="34" charset="0"/>
                <a:ea typeface="Calibri" panose="020F0502020204030204" pitchFamily="34" charset="0"/>
                <a:cs typeface="Times New Roman" panose="02020603050405020304" pitchFamily="18" charset="0"/>
              </a:rPr>
              <a:t> </a:t>
            </a:r>
          </a:p>
          <a:p>
            <a:pPr marL="0" marR="0">
              <a:lnSpc>
                <a:spcPct val="80000"/>
              </a:lnSpc>
              <a:spcBef>
                <a:spcPts val="0"/>
              </a:spcBef>
              <a:spcAft>
                <a:spcPts val="0"/>
              </a:spcAft>
            </a:pPr>
            <a:r>
              <a:rPr lang="en-US" dirty="0">
                <a:latin typeface="Calibri" panose="020F0502020204030204" pitchFamily="34" charset="0"/>
                <a:ea typeface="Calibri" panose="020F0502020204030204" pitchFamily="34" charset="0"/>
                <a:cs typeface="Times New Roman" panose="02020603050405020304" pitchFamily="18" charset="0"/>
              </a:rPr>
              <a:t>		</a:t>
            </a:r>
            <a:r>
              <a:rPr lang="en-US" dirty="0" err="1">
                <a:latin typeface="Calibri" panose="020F0502020204030204" pitchFamily="34" charset="0"/>
                <a:ea typeface="Calibri" panose="020F0502020204030204" pitchFamily="34" charset="0"/>
                <a:cs typeface="Times New Roman" panose="02020603050405020304" pitchFamily="18" charset="0"/>
              </a:rPr>
              <a:t>System.out.println</a:t>
            </a:r>
            <a:r>
              <a:rPr lang="en-US" dirty="0">
                <a:latin typeface="Calibri" panose="020F0502020204030204" pitchFamily="34" charset="0"/>
                <a:ea typeface="Calibri" panose="020F0502020204030204" pitchFamily="34" charset="0"/>
                <a:cs typeface="Times New Roman" panose="02020603050405020304" pitchFamily="18" charset="0"/>
              </a:rPr>
              <a:t>( Scope.txt );</a:t>
            </a:r>
          </a:p>
          <a:p>
            <a:pPr marL="0" marR="0">
              <a:lnSpc>
                <a:spcPct val="80000"/>
              </a:lnSpc>
              <a:spcBef>
                <a:spcPts val="0"/>
              </a:spcBef>
              <a:spcAft>
                <a:spcPts val="0"/>
              </a:spcAft>
            </a:pPr>
            <a:r>
              <a:rPr lang="en-US" dirty="0">
                <a:latin typeface="Calibri" panose="020F0502020204030204" pitchFamily="34" charset="0"/>
                <a:ea typeface="Calibri" panose="020F0502020204030204" pitchFamily="34" charset="0"/>
                <a:cs typeface="Times New Roman" panose="02020603050405020304" pitchFamily="18" charset="0"/>
              </a:rPr>
              <a:t>	}</a:t>
            </a:r>
          </a:p>
          <a:p>
            <a:pPr marL="0" marR="0">
              <a:lnSpc>
                <a:spcPct val="80000"/>
              </a:lnSpc>
              <a:spcBef>
                <a:spcPts val="0"/>
              </a:spcBef>
              <a:spcAft>
                <a:spcPts val="0"/>
              </a:spcAft>
            </a:pPr>
            <a:r>
              <a:rPr lang="en-US" dirty="0">
                <a:latin typeface="Calibri" panose="020F0502020204030204" pitchFamily="34" charset="0"/>
                <a:ea typeface="Calibri" panose="020F0502020204030204" pitchFamily="34" charset="0"/>
                <a:cs typeface="Times New Roman" panose="02020603050405020304" pitchFamily="18" charset="0"/>
              </a:rPr>
              <a:t>	public static void sub( )</a:t>
            </a:r>
          </a:p>
          <a:p>
            <a:pPr marL="0" marR="0">
              <a:lnSpc>
                <a:spcPct val="80000"/>
              </a:lnSpc>
              <a:spcBef>
                <a:spcPts val="0"/>
              </a:spcBef>
              <a:spcAft>
                <a:spcPts val="0"/>
              </a:spcAft>
            </a:pPr>
            <a:r>
              <a:rPr lang="en-US" dirty="0">
                <a:latin typeface="Calibri" panose="020F0502020204030204" pitchFamily="34" charset="0"/>
                <a:ea typeface="Calibri" panose="020F0502020204030204" pitchFamily="34" charset="0"/>
                <a:cs typeface="Times New Roman" panose="02020603050405020304" pitchFamily="18" charset="0"/>
              </a:rPr>
              <a:t> </a:t>
            </a:r>
          </a:p>
          <a:p>
            <a:pPr marL="0" marR="0">
              <a:lnSpc>
                <a:spcPct val="80000"/>
              </a:lnSpc>
              <a:spcBef>
                <a:spcPts val="0"/>
              </a:spcBef>
              <a:spcAft>
                <a:spcPts val="0"/>
              </a:spcAft>
            </a:pPr>
            <a:r>
              <a:rPr lang="en-US" dirty="0">
                <a:latin typeface="Calibri" panose="020F0502020204030204" pitchFamily="34" charset="0"/>
                <a:ea typeface="Calibri" panose="020F0502020204030204" pitchFamily="34" charset="0"/>
                <a:cs typeface="Times New Roman" panose="02020603050405020304" pitchFamily="18" charset="0"/>
              </a:rPr>
              <a:t>	{</a:t>
            </a:r>
          </a:p>
          <a:p>
            <a:pPr marL="0" marR="0">
              <a:lnSpc>
                <a:spcPct val="80000"/>
              </a:lnSpc>
              <a:spcBef>
                <a:spcPts val="0"/>
              </a:spcBef>
              <a:spcAft>
                <a:spcPts val="0"/>
              </a:spcAft>
            </a:pPr>
            <a:r>
              <a:rPr lang="en-US" dirty="0">
                <a:latin typeface="Calibri" panose="020F0502020204030204" pitchFamily="34" charset="0"/>
                <a:ea typeface="Calibri" panose="020F0502020204030204" pitchFamily="34" charset="0"/>
                <a:cs typeface="Times New Roman" panose="02020603050405020304" pitchFamily="18" charset="0"/>
              </a:rPr>
              <a:t>	</a:t>
            </a:r>
          </a:p>
          <a:p>
            <a:pPr marL="0" marR="0">
              <a:lnSpc>
                <a:spcPct val="80000"/>
              </a:lnSpc>
              <a:spcBef>
                <a:spcPts val="0"/>
              </a:spcBef>
              <a:spcAft>
                <a:spcPts val="0"/>
              </a:spcAft>
            </a:pPr>
            <a:r>
              <a:rPr lang="en-US" dirty="0">
                <a:latin typeface="Calibri" panose="020F0502020204030204" pitchFamily="34" charset="0"/>
                <a:ea typeface="Calibri" panose="020F0502020204030204" pitchFamily="34" charset="0"/>
                <a:cs typeface="Times New Roman" panose="02020603050405020304" pitchFamily="18" charset="0"/>
              </a:rPr>
              <a:t>String txt = "This is a local variable in the sub method";	</a:t>
            </a:r>
          </a:p>
          <a:p>
            <a:pPr marL="0" marR="0">
              <a:lnSpc>
                <a:spcPct val="80000"/>
              </a:lnSpc>
              <a:spcBef>
                <a:spcPts val="0"/>
              </a:spcBef>
              <a:spcAft>
                <a:spcPts val="0"/>
              </a:spcAft>
            </a:pPr>
            <a:endParaRPr lang="en-US" dirty="0">
              <a:latin typeface="Calibri" panose="020F0502020204030204" pitchFamily="34" charset="0"/>
              <a:ea typeface="Calibri" panose="020F0502020204030204" pitchFamily="34" charset="0"/>
              <a:cs typeface="Times New Roman" panose="02020603050405020304" pitchFamily="18" charset="0"/>
            </a:endParaRPr>
          </a:p>
          <a:p>
            <a:pPr marL="0" marR="0">
              <a:lnSpc>
                <a:spcPct val="80000"/>
              </a:lnSpc>
              <a:spcBef>
                <a:spcPts val="0"/>
              </a:spcBef>
              <a:spcAft>
                <a:spcPts val="0"/>
              </a:spcAft>
            </a:pPr>
            <a:r>
              <a:rPr lang="en-US" dirty="0">
                <a:latin typeface="Calibri" panose="020F0502020204030204" pitchFamily="34" charset="0"/>
                <a:ea typeface="Calibri" panose="020F0502020204030204" pitchFamily="34" charset="0"/>
                <a:cs typeface="Times New Roman" panose="02020603050405020304" pitchFamily="18" charset="0"/>
              </a:rPr>
              <a:t>		</a:t>
            </a:r>
            <a:r>
              <a:rPr lang="en-US" dirty="0" err="1">
                <a:latin typeface="Calibri" panose="020F0502020204030204" pitchFamily="34" charset="0"/>
                <a:ea typeface="Calibri" panose="020F0502020204030204" pitchFamily="34" charset="0"/>
                <a:cs typeface="Times New Roman" panose="02020603050405020304" pitchFamily="18" charset="0"/>
              </a:rPr>
              <a:t>System.out.println</a:t>
            </a:r>
            <a:r>
              <a:rPr lang="en-US" dirty="0">
                <a:latin typeface="Calibri" panose="020F0502020204030204" pitchFamily="34" charset="0"/>
                <a:ea typeface="Calibri" panose="020F0502020204030204" pitchFamily="34" charset="0"/>
                <a:cs typeface="Times New Roman" panose="02020603050405020304" pitchFamily="18" charset="0"/>
              </a:rPr>
              <a:t>( txt );</a:t>
            </a:r>
          </a:p>
          <a:p>
            <a:pPr marL="0" marR="0">
              <a:lnSpc>
                <a:spcPct val="80000"/>
              </a:lnSpc>
              <a:spcBef>
                <a:spcPts val="0"/>
              </a:spcBef>
              <a:spcAft>
                <a:spcPts val="0"/>
              </a:spcAft>
            </a:pPr>
            <a:r>
              <a:rPr lang="en-US" dirty="0">
                <a:latin typeface="Calibri" panose="020F0502020204030204" pitchFamily="34" charset="0"/>
                <a:ea typeface="Calibri" panose="020F0502020204030204" pitchFamily="34" charset="0"/>
                <a:cs typeface="Times New Roman" panose="02020603050405020304" pitchFamily="18" charset="0"/>
              </a:rPr>
              <a:t>	}</a:t>
            </a:r>
          </a:p>
          <a:p>
            <a:pPr marL="0" marR="0">
              <a:lnSpc>
                <a:spcPct val="80000"/>
              </a:lnSpc>
              <a:spcBef>
                <a:spcPts val="0"/>
              </a:spcBef>
              <a:spcAft>
                <a:spcPts val="0"/>
              </a:spcAft>
            </a:pPr>
            <a:r>
              <a:rPr lang="en-US" dirty="0">
                <a:latin typeface="Calibri" panose="020F0502020204030204" pitchFamily="34" charset="0"/>
                <a:ea typeface="Calibri" panose="020F0502020204030204" pitchFamily="34" charset="0"/>
                <a:cs typeface="Times New Roman" panose="02020603050405020304" pitchFamily="18" charset="0"/>
              </a:rPr>
              <a: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1426448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01A67-A6D7-400C-B36B-2A9346A532CB}"/>
              </a:ext>
            </a:extLst>
          </p:cNvPr>
          <p:cNvSpPr>
            <a:spLocks noGrp="1"/>
          </p:cNvSpPr>
          <p:nvPr>
            <p:ph type="title"/>
          </p:nvPr>
        </p:nvSpPr>
        <p:spPr>
          <a:xfrm>
            <a:off x="609600" y="164469"/>
            <a:ext cx="10972800" cy="650779"/>
          </a:xfrm>
        </p:spPr>
        <p:txBody>
          <a:bodyPr/>
          <a:lstStyle/>
          <a:p>
            <a:pPr algn="ctr" fontAlgn="auto">
              <a:spcAft>
                <a:spcPts val="0"/>
              </a:spcAft>
              <a:defRPr/>
            </a:pPr>
            <a:r>
              <a:rPr lang="en-US" dirty="0">
                <a:solidFill>
                  <a:srgbClr val="24B5A1"/>
                </a:solidFill>
                <a:latin typeface="Calibri" panose="020F0502020204030204" pitchFamily="34" charset="0"/>
              </a:rPr>
              <a:t>  </a:t>
            </a:r>
            <a:r>
              <a:rPr lang="en-US" dirty="0"/>
              <a:t> Private &amp; Public Access modifier for Method</a:t>
            </a:r>
            <a:endParaRPr lang="en-US" dirty="0">
              <a:solidFill>
                <a:srgbClr val="3380E6"/>
              </a:solidFill>
              <a:latin typeface="Calibri" panose="020F0502020204030204" pitchFamily="34" charset="0"/>
            </a:endParaRPr>
          </a:p>
        </p:txBody>
      </p:sp>
      <p:sp>
        <p:nvSpPr>
          <p:cNvPr id="13315" name="Text Placeholder 2">
            <a:extLst>
              <a:ext uri="{FF2B5EF4-FFF2-40B4-BE49-F238E27FC236}">
                <a16:creationId xmlns:a16="http://schemas.microsoft.com/office/drawing/2014/main" id="{35A92E9C-3E4B-4830-B81C-A51EC04D25A3}"/>
              </a:ext>
            </a:extLst>
          </p:cNvPr>
          <p:cNvSpPr>
            <a:spLocks noGrp="1"/>
          </p:cNvSpPr>
          <p:nvPr>
            <p:ph type="body" idx="1"/>
          </p:nvPr>
        </p:nvSpPr>
        <p:spPr>
          <a:xfrm>
            <a:off x="427512" y="936435"/>
            <a:ext cx="10735293" cy="4808730"/>
          </a:xfrm>
        </p:spPr>
        <p:txBody>
          <a:bodyPr/>
          <a:lstStyle/>
          <a:p>
            <a:pPr>
              <a:spcAft>
                <a:spcPts val="600"/>
              </a:spcAft>
            </a:pPr>
            <a:r>
              <a:rPr lang="en-US" dirty="0">
                <a:solidFill>
                  <a:srgbClr val="FF0000"/>
                </a:solidFill>
              </a:rPr>
              <a:t>Classes</a:t>
            </a:r>
            <a:r>
              <a:rPr lang="en-US" dirty="0"/>
              <a:t> simplify programming, because the client can use only a class’s public methods. </a:t>
            </a:r>
          </a:p>
          <a:p>
            <a:pPr>
              <a:spcAft>
                <a:spcPts val="600"/>
              </a:spcAft>
            </a:pPr>
            <a:r>
              <a:rPr lang="en-US" dirty="0"/>
              <a:t>Clients generally care about what the class does but not how the class does it.</a:t>
            </a:r>
          </a:p>
          <a:p>
            <a:pPr>
              <a:spcAft>
                <a:spcPts val="600"/>
              </a:spcAft>
            </a:pPr>
            <a:r>
              <a:rPr lang="en-US" dirty="0"/>
              <a:t>Methods declared with access modifier private can be called only by other methods of the class in which the private methods are declared.</a:t>
            </a:r>
          </a:p>
          <a:p>
            <a:pPr>
              <a:spcAft>
                <a:spcPts val="600"/>
              </a:spcAft>
            </a:pPr>
            <a:r>
              <a:rPr lang="en-US" dirty="0"/>
              <a:t>Such methods are commonly referred to as utility methods or helper methods because they’re typically used to support the operation of the class’s other methods.</a:t>
            </a:r>
            <a:endParaRPr lang="en-US" altLang="en-US" dirty="0">
              <a:solidFill>
                <a:srgbClr val="000000"/>
              </a:solidFill>
            </a:endParaRPr>
          </a:p>
        </p:txBody>
      </p:sp>
    </p:spTree>
    <p:extLst>
      <p:ext uri="{BB962C8B-B14F-4D97-AF65-F5344CB8AC3E}">
        <p14:creationId xmlns:p14="http://schemas.microsoft.com/office/powerpoint/2010/main" val="11055330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01A67-A6D7-400C-B36B-2A9346A532CB}"/>
              </a:ext>
            </a:extLst>
          </p:cNvPr>
          <p:cNvSpPr>
            <a:spLocks noGrp="1"/>
          </p:cNvSpPr>
          <p:nvPr>
            <p:ph type="title"/>
          </p:nvPr>
        </p:nvSpPr>
        <p:spPr>
          <a:xfrm>
            <a:off x="609600" y="164469"/>
            <a:ext cx="10972800" cy="650779"/>
          </a:xfrm>
        </p:spPr>
        <p:txBody>
          <a:bodyPr/>
          <a:lstStyle/>
          <a:p>
            <a:pPr algn="ctr" fontAlgn="auto">
              <a:spcAft>
                <a:spcPts val="0"/>
              </a:spcAft>
              <a:defRPr/>
            </a:pPr>
            <a:r>
              <a:rPr lang="en-US" dirty="0">
                <a:solidFill>
                  <a:srgbClr val="24B5A1"/>
                </a:solidFill>
                <a:latin typeface="Calibri" panose="020F0502020204030204" pitchFamily="34" charset="0"/>
              </a:rPr>
              <a:t>  </a:t>
            </a:r>
            <a:r>
              <a:rPr lang="en-US" dirty="0"/>
              <a:t> Forming multiple classes </a:t>
            </a:r>
            <a:endParaRPr lang="en-US" dirty="0">
              <a:solidFill>
                <a:srgbClr val="3380E6"/>
              </a:solidFill>
              <a:latin typeface="Calibri" panose="020F0502020204030204" pitchFamily="34" charset="0"/>
            </a:endParaRPr>
          </a:p>
        </p:txBody>
      </p:sp>
      <p:sp>
        <p:nvSpPr>
          <p:cNvPr id="13315" name="Text Placeholder 2">
            <a:extLst>
              <a:ext uri="{FF2B5EF4-FFF2-40B4-BE49-F238E27FC236}">
                <a16:creationId xmlns:a16="http://schemas.microsoft.com/office/drawing/2014/main" id="{35A92E9C-3E4B-4830-B81C-A51EC04D25A3}"/>
              </a:ext>
            </a:extLst>
          </p:cNvPr>
          <p:cNvSpPr>
            <a:spLocks noGrp="1"/>
          </p:cNvSpPr>
          <p:nvPr>
            <p:ph type="body" idx="1"/>
          </p:nvPr>
        </p:nvSpPr>
        <p:spPr>
          <a:xfrm>
            <a:off x="484741" y="936434"/>
            <a:ext cx="10829581" cy="5464365"/>
          </a:xfrm>
        </p:spPr>
        <p:txBody>
          <a:bodyPr/>
          <a:lstStyle/>
          <a:p>
            <a:pPr indent="-274320"/>
            <a:r>
              <a:rPr lang="en-US" sz="3200" dirty="0"/>
              <a:t>In the same way that a program may have multiple methods, larger programs may consist of several classes – </a:t>
            </a:r>
          </a:p>
          <a:p>
            <a:pPr indent="-274320"/>
            <a:r>
              <a:rPr lang="en-US" sz="3200" dirty="0"/>
              <a:t>Each class provides specific functionality. </a:t>
            </a:r>
          </a:p>
          <a:p>
            <a:pPr indent="-274320"/>
            <a:r>
              <a:rPr lang="en-US" sz="3200" dirty="0"/>
              <a:t>This modular format is generally preferable to writing the entire program in a single class as it makes debugging easier and provides better flexibility. </a:t>
            </a:r>
          </a:p>
          <a:p>
            <a:pPr indent="-274320"/>
            <a:r>
              <a:rPr lang="en-US" sz="3200" dirty="0"/>
              <a:t>The </a:t>
            </a:r>
            <a:r>
              <a:rPr lang="en-US" sz="3200" b="1" dirty="0"/>
              <a:t>public </a:t>
            </a:r>
            <a:r>
              <a:rPr lang="en-US" sz="3200" dirty="0"/>
              <a:t>keyword that appears in declarations is an “access modifier” that determines how visible an item will be to other classes. </a:t>
            </a:r>
          </a:p>
        </p:txBody>
      </p:sp>
    </p:spTree>
    <p:extLst>
      <p:ext uri="{BB962C8B-B14F-4D97-AF65-F5344CB8AC3E}">
        <p14:creationId xmlns:p14="http://schemas.microsoft.com/office/powerpoint/2010/main" val="32917725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01A67-A6D7-400C-B36B-2A9346A532CB}"/>
              </a:ext>
            </a:extLst>
          </p:cNvPr>
          <p:cNvSpPr>
            <a:spLocks noGrp="1"/>
          </p:cNvSpPr>
          <p:nvPr>
            <p:ph type="title"/>
          </p:nvPr>
        </p:nvSpPr>
        <p:spPr>
          <a:xfrm>
            <a:off x="609600" y="164469"/>
            <a:ext cx="10972800" cy="650779"/>
          </a:xfrm>
        </p:spPr>
        <p:txBody>
          <a:bodyPr/>
          <a:lstStyle/>
          <a:p>
            <a:pPr algn="ctr" fontAlgn="auto">
              <a:spcAft>
                <a:spcPts val="0"/>
              </a:spcAft>
              <a:defRPr/>
            </a:pPr>
            <a:r>
              <a:rPr lang="en-US" dirty="0">
                <a:solidFill>
                  <a:srgbClr val="24B5A1"/>
                </a:solidFill>
                <a:latin typeface="Calibri" panose="020F0502020204030204" pitchFamily="34" charset="0"/>
              </a:rPr>
              <a:t>  </a:t>
            </a:r>
            <a:r>
              <a:rPr lang="en-US" dirty="0"/>
              <a:t> Forming multiple classes </a:t>
            </a:r>
            <a:endParaRPr lang="en-US" dirty="0">
              <a:solidFill>
                <a:srgbClr val="3380E6"/>
              </a:solidFill>
              <a:latin typeface="Calibri" panose="020F0502020204030204" pitchFamily="34" charset="0"/>
            </a:endParaRPr>
          </a:p>
        </p:txBody>
      </p:sp>
      <p:sp>
        <p:nvSpPr>
          <p:cNvPr id="13315" name="Text Placeholder 2">
            <a:extLst>
              <a:ext uri="{FF2B5EF4-FFF2-40B4-BE49-F238E27FC236}">
                <a16:creationId xmlns:a16="http://schemas.microsoft.com/office/drawing/2014/main" id="{35A92E9C-3E4B-4830-B81C-A51EC04D25A3}"/>
              </a:ext>
            </a:extLst>
          </p:cNvPr>
          <p:cNvSpPr>
            <a:spLocks noGrp="1"/>
          </p:cNvSpPr>
          <p:nvPr>
            <p:ph type="body" idx="1"/>
          </p:nvPr>
        </p:nvSpPr>
        <p:spPr>
          <a:xfrm>
            <a:off x="328670" y="793214"/>
            <a:ext cx="11534660" cy="5464365"/>
          </a:xfrm>
        </p:spPr>
        <p:txBody>
          <a:bodyPr/>
          <a:lstStyle/>
          <a:p>
            <a:pPr indent="-274320"/>
            <a:r>
              <a:rPr lang="en-US" sz="3600" dirty="0"/>
              <a:t>The </a:t>
            </a:r>
            <a:r>
              <a:rPr lang="en-US" sz="3600" b="1" dirty="0"/>
              <a:t>public </a:t>
            </a:r>
            <a:r>
              <a:rPr lang="en-US" sz="3600" dirty="0"/>
              <a:t>keyword can be used in the class declaration to explicitly ensure that class will be visible to any other class. </a:t>
            </a:r>
          </a:p>
          <a:p>
            <a:pPr indent="-274320"/>
            <a:r>
              <a:rPr lang="en-US" sz="3600" dirty="0"/>
              <a:t>If it is omitted, the default access control level allows access from other local classes. </a:t>
            </a:r>
          </a:p>
          <a:p>
            <a:pPr indent="-274320"/>
            <a:r>
              <a:rPr lang="en-US" sz="3600" dirty="0"/>
              <a:t>The </a:t>
            </a:r>
            <a:r>
              <a:rPr lang="en-US" sz="3600" b="1" dirty="0"/>
              <a:t>public </a:t>
            </a:r>
            <a:r>
              <a:rPr lang="en-US" sz="3600" dirty="0"/>
              <a:t>keyword must always be used with the program’s main method, however, so that method will be visible to the compiler.</a:t>
            </a:r>
          </a:p>
          <a:p>
            <a:pPr indent="-274320"/>
            <a:r>
              <a:rPr lang="en-US" dirty="0"/>
              <a:t>The compiler will automatically find classes in adjacent external </a:t>
            </a:r>
            <a:r>
              <a:rPr lang="en-US" b="1" dirty="0"/>
              <a:t>.java </a:t>
            </a:r>
            <a:r>
              <a:rPr lang="en-US" dirty="0"/>
              <a:t>files – and create compiled </a:t>
            </a:r>
            <a:r>
              <a:rPr lang="en-US" b="1" dirty="0"/>
              <a:t>.class </a:t>
            </a:r>
            <a:r>
              <a:rPr lang="en-US" dirty="0"/>
              <a:t>files for each one.</a:t>
            </a:r>
            <a:endParaRPr lang="en-US" sz="3600" dirty="0"/>
          </a:p>
          <a:p>
            <a:pPr indent="-274320"/>
            <a:endParaRPr lang="en-US" altLang="en-US" sz="3600" dirty="0">
              <a:solidFill>
                <a:srgbClr val="000000"/>
              </a:solidFill>
            </a:endParaRPr>
          </a:p>
        </p:txBody>
      </p:sp>
    </p:spTree>
    <p:extLst>
      <p:ext uri="{BB962C8B-B14F-4D97-AF65-F5344CB8AC3E}">
        <p14:creationId xmlns:p14="http://schemas.microsoft.com/office/powerpoint/2010/main" val="4864346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01A67-A6D7-400C-B36B-2A9346A532CB}"/>
              </a:ext>
            </a:extLst>
          </p:cNvPr>
          <p:cNvSpPr>
            <a:spLocks noGrp="1"/>
          </p:cNvSpPr>
          <p:nvPr>
            <p:ph type="title"/>
          </p:nvPr>
        </p:nvSpPr>
        <p:spPr>
          <a:xfrm>
            <a:off x="609600" y="164469"/>
            <a:ext cx="10972800" cy="650779"/>
          </a:xfrm>
        </p:spPr>
        <p:txBody>
          <a:bodyPr/>
          <a:lstStyle/>
          <a:p>
            <a:pPr algn="ctr" fontAlgn="auto">
              <a:spcAft>
                <a:spcPts val="0"/>
              </a:spcAft>
              <a:defRPr/>
            </a:pPr>
            <a:r>
              <a:rPr lang="en-US" dirty="0">
                <a:solidFill>
                  <a:srgbClr val="24B5A1"/>
                </a:solidFill>
                <a:latin typeface="Calibri" panose="020F0502020204030204" pitchFamily="34" charset="0"/>
              </a:rPr>
              <a:t>  </a:t>
            </a:r>
            <a:r>
              <a:rPr lang="en-US" dirty="0"/>
              <a:t> Creating multiple classes in NetBeans</a:t>
            </a:r>
            <a:endParaRPr lang="en-US" dirty="0">
              <a:solidFill>
                <a:srgbClr val="3380E6"/>
              </a:solidFill>
              <a:latin typeface="Calibri" panose="020F0502020204030204" pitchFamily="34" charset="0"/>
            </a:endParaRPr>
          </a:p>
        </p:txBody>
      </p:sp>
      <p:pic>
        <p:nvPicPr>
          <p:cNvPr id="3" name="Online Media 2" title="Creating Multiple Classes in NetBeans">
            <a:hlinkClick r:id="" action="ppaction://media"/>
            <a:extLst>
              <a:ext uri="{FF2B5EF4-FFF2-40B4-BE49-F238E27FC236}">
                <a16:creationId xmlns:a16="http://schemas.microsoft.com/office/drawing/2014/main" id="{443D4CAD-E8D2-48D7-AE73-DB0AFA0FE5A5}"/>
              </a:ext>
            </a:extLst>
          </p:cNvPr>
          <p:cNvPicPr>
            <a:picLocks noRot="1" noChangeAspect="1"/>
          </p:cNvPicPr>
          <p:nvPr>
            <a:videoFile r:link="rId1"/>
          </p:nvPr>
        </p:nvPicPr>
        <p:blipFill>
          <a:blip r:embed="rId4"/>
          <a:stretch>
            <a:fillRect/>
          </a:stretch>
        </p:blipFill>
        <p:spPr>
          <a:xfrm>
            <a:off x="220337" y="826265"/>
            <a:ext cx="11468559" cy="6042752"/>
          </a:xfrm>
          <a:prstGeom prst="rect">
            <a:avLst/>
          </a:prstGeom>
        </p:spPr>
      </p:pic>
    </p:spTree>
    <p:extLst>
      <p:ext uri="{BB962C8B-B14F-4D97-AF65-F5344CB8AC3E}">
        <p14:creationId xmlns:p14="http://schemas.microsoft.com/office/powerpoint/2010/main" val="623059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01A67-A6D7-400C-B36B-2A9346A532CB}"/>
              </a:ext>
            </a:extLst>
          </p:cNvPr>
          <p:cNvSpPr>
            <a:spLocks noGrp="1"/>
          </p:cNvSpPr>
          <p:nvPr>
            <p:ph type="title"/>
          </p:nvPr>
        </p:nvSpPr>
        <p:spPr>
          <a:xfrm>
            <a:off x="609600" y="164469"/>
            <a:ext cx="10972800" cy="650779"/>
          </a:xfrm>
        </p:spPr>
        <p:txBody>
          <a:bodyPr>
            <a:normAutofit/>
          </a:bodyPr>
          <a:lstStyle/>
          <a:p>
            <a:pPr algn="ctr" fontAlgn="auto">
              <a:spcAft>
                <a:spcPts val="0"/>
              </a:spcAft>
              <a:defRPr/>
            </a:pPr>
            <a:r>
              <a:rPr lang="en-US" dirty="0">
                <a:solidFill>
                  <a:srgbClr val="24B5A1"/>
                </a:solidFill>
                <a:highlight>
                  <a:srgbClr val="FFFF00"/>
                </a:highlight>
                <a:latin typeface="Calibri" panose="020F0502020204030204" pitchFamily="34" charset="0"/>
              </a:rPr>
              <a:t>  </a:t>
            </a:r>
            <a:r>
              <a:rPr lang="en-US" dirty="0">
                <a:highlight>
                  <a:srgbClr val="FFFF00"/>
                </a:highlight>
              </a:rPr>
              <a:t> EXERCISE: </a:t>
            </a:r>
            <a:r>
              <a:rPr lang="en-US" dirty="0"/>
              <a:t>Forming multiple classes: </a:t>
            </a:r>
            <a:r>
              <a:rPr lang="en-US" dirty="0">
                <a:effectLst/>
                <a:highlight>
                  <a:srgbClr val="FFFF00"/>
                </a:highlight>
              </a:rPr>
              <a:t>EXAMPLE 2</a:t>
            </a:r>
            <a:r>
              <a:rPr lang="en-US" dirty="0"/>
              <a:t> </a:t>
            </a:r>
            <a:endParaRPr lang="en-US" dirty="0">
              <a:solidFill>
                <a:srgbClr val="3380E6"/>
              </a:solidFill>
              <a:latin typeface="Calibri" panose="020F0502020204030204" pitchFamily="34" charset="0"/>
            </a:endParaRPr>
          </a:p>
        </p:txBody>
      </p:sp>
      <p:pic>
        <p:nvPicPr>
          <p:cNvPr id="4" name="Picture 3">
            <a:extLst>
              <a:ext uri="{FF2B5EF4-FFF2-40B4-BE49-F238E27FC236}">
                <a16:creationId xmlns:a16="http://schemas.microsoft.com/office/drawing/2014/main" id="{890CB1C3-17DA-4C66-804E-984F283D5F40}"/>
              </a:ext>
            </a:extLst>
          </p:cNvPr>
          <p:cNvPicPr>
            <a:picLocks noChangeAspect="1"/>
          </p:cNvPicPr>
          <p:nvPr/>
        </p:nvPicPr>
        <p:blipFill>
          <a:blip r:embed="rId3"/>
          <a:stretch>
            <a:fillRect/>
          </a:stretch>
        </p:blipFill>
        <p:spPr>
          <a:xfrm>
            <a:off x="330506" y="815248"/>
            <a:ext cx="5765494" cy="5954617"/>
          </a:xfrm>
          <a:prstGeom prst="rect">
            <a:avLst/>
          </a:prstGeom>
        </p:spPr>
      </p:pic>
      <p:pic>
        <p:nvPicPr>
          <p:cNvPr id="5" name="Picture 4">
            <a:extLst>
              <a:ext uri="{FF2B5EF4-FFF2-40B4-BE49-F238E27FC236}">
                <a16:creationId xmlns:a16="http://schemas.microsoft.com/office/drawing/2014/main" id="{D57C217B-8998-4C1E-B825-8A7CBE60698B}"/>
              </a:ext>
            </a:extLst>
          </p:cNvPr>
          <p:cNvPicPr>
            <a:picLocks noChangeAspect="1"/>
          </p:cNvPicPr>
          <p:nvPr/>
        </p:nvPicPr>
        <p:blipFill>
          <a:blip r:embed="rId4"/>
          <a:stretch>
            <a:fillRect/>
          </a:stretch>
        </p:blipFill>
        <p:spPr>
          <a:xfrm>
            <a:off x="5949108" y="815247"/>
            <a:ext cx="5541485" cy="5878283"/>
          </a:xfrm>
          <a:prstGeom prst="rect">
            <a:avLst/>
          </a:prstGeom>
        </p:spPr>
      </p:pic>
    </p:spTree>
    <p:extLst>
      <p:ext uri="{BB962C8B-B14F-4D97-AF65-F5344CB8AC3E}">
        <p14:creationId xmlns:p14="http://schemas.microsoft.com/office/powerpoint/2010/main" val="40012535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01A67-A6D7-400C-B36B-2A9346A532CB}"/>
              </a:ext>
            </a:extLst>
          </p:cNvPr>
          <p:cNvSpPr>
            <a:spLocks noGrp="1"/>
          </p:cNvSpPr>
          <p:nvPr>
            <p:ph type="title"/>
          </p:nvPr>
        </p:nvSpPr>
        <p:spPr>
          <a:xfrm>
            <a:off x="609600" y="164469"/>
            <a:ext cx="10972800" cy="650779"/>
          </a:xfrm>
        </p:spPr>
        <p:txBody>
          <a:bodyPr>
            <a:normAutofit/>
          </a:bodyPr>
          <a:lstStyle/>
          <a:p>
            <a:pPr algn="ctr" fontAlgn="auto">
              <a:spcAft>
                <a:spcPts val="0"/>
              </a:spcAft>
              <a:defRPr/>
            </a:pPr>
            <a:r>
              <a:rPr lang="en-US" dirty="0">
                <a:solidFill>
                  <a:srgbClr val="24B5A1"/>
                </a:solidFill>
                <a:highlight>
                  <a:srgbClr val="FFFF00"/>
                </a:highlight>
                <a:latin typeface="Calibri" panose="020F0502020204030204" pitchFamily="34" charset="0"/>
              </a:rPr>
              <a:t> REVISION</a:t>
            </a:r>
            <a:r>
              <a:rPr lang="en-US" dirty="0">
                <a:highlight>
                  <a:srgbClr val="FFFF00"/>
                </a:highlight>
              </a:rPr>
              <a:t>: </a:t>
            </a:r>
            <a:r>
              <a:rPr lang="en-US" dirty="0"/>
              <a:t>Forming multiple classes: </a:t>
            </a:r>
            <a:r>
              <a:rPr lang="en-US" dirty="0">
                <a:effectLst/>
                <a:highlight>
                  <a:srgbClr val="FFFF00"/>
                </a:highlight>
              </a:rPr>
              <a:t>EXAMPLE 2</a:t>
            </a:r>
            <a:r>
              <a:rPr lang="en-US" dirty="0"/>
              <a:t> </a:t>
            </a:r>
            <a:endParaRPr lang="en-US" dirty="0">
              <a:solidFill>
                <a:srgbClr val="3380E6"/>
              </a:solidFill>
              <a:latin typeface="Calibri" panose="020F0502020204030204" pitchFamily="34" charset="0"/>
            </a:endParaRPr>
          </a:p>
        </p:txBody>
      </p:sp>
      <p:sp>
        <p:nvSpPr>
          <p:cNvPr id="6" name="Rectangle 5">
            <a:extLst>
              <a:ext uri="{FF2B5EF4-FFF2-40B4-BE49-F238E27FC236}">
                <a16:creationId xmlns:a16="http://schemas.microsoft.com/office/drawing/2014/main" id="{C66B1731-BA4E-40DE-A6E0-BAFA0C1272B8}"/>
              </a:ext>
            </a:extLst>
          </p:cNvPr>
          <p:cNvSpPr/>
          <p:nvPr/>
        </p:nvSpPr>
        <p:spPr>
          <a:xfrm>
            <a:off x="205650" y="881049"/>
            <a:ext cx="3242630" cy="5585503"/>
          </a:xfrm>
          <a:prstGeom prst="rect">
            <a:avLst/>
          </a:prstGeom>
        </p:spPr>
        <p:txBody>
          <a:bodyPr wrap="square">
            <a:spAutoFit/>
          </a:bodyPr>
          <a:lstStyle/>
          <a:p>
            <a:pPr marL="0" marR="0">
              <a:lnSpc>
                <a:spcPct val="107000"/>
              </a:lnSpc>
              <a:spcBef>
                <a:spcPts val="0"/>
              </a:spcBef>
              <a:spcAft>
                <a:spcPts val="800"/>
              </a:spcAft>
            </a:pPr>
            <a:r>
              <a:rPr lang="en-US" sz="1600" b="1" dirty="0">
                <a:solidFill>
                  <a:schemeClr val="accent3"/>
                </a:solidFill>
                <a:latin typeface="Calibri" panose="020F0502020204030204" pitchFamily="34" charset="0"/>
                <a:ea typeface="Calibri" panose="020F0502020204030204" pitchFamily="34" charset="0"/>
                <a:cs typeface="Times New Roman" panose="02020603050405020304" pitchFamily="18" charset="0"/>
              </a:rPr>
              <a:t>// EXAMPLE 2</a:t>
            </a:r>
          </a:p>
          <a:p>
            <a:pPr marL="0" marR="0">
              <a:lnSpc>
                <a:spcPct val="107000"/>
              </a:lnSpc>
              <a:spcBef>
                <a:spcPts val="0"/>
              </a:spcBef>
              <a:spcAft>
                <a:spcPts val="800"/>
              </a:spcAft>
            </a:pPr>
            <a:r>
              <a:rPr lang="en-US" sz="1600" b="1" dirty="0">
                <a:solidFill>
                  <a:schemeClr val="accent3"/>
                </a:solidFill>
                <a:latin typeface="Calibri" panose="020F0502020204030204" pitchFamily="34" charset="0"/>
                <a:ea typeface="Calibri" panose="020F0502020204030204" pitchFamily="34" charset="0"/>
                <a:cs typeface="Times New Roman" panose="02020603050405020304" pitchFamily="18" charset="0"/>
              </a:rPr>
              <a:t>//Class 1</a:t>
            </a:r>
            <a:endParaRPr lang="en-US" sz="1600" dirty="0">
              <a:solidFill>
                <a:schemeClr val="accent3"/>
              </a:solidFill>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600" dirty="0">
                <a:solidFill>
                  <a:schemeClr val="accent3"/>
                </a:solidFill>
                <a:latin typeface="Calibri" panose="020F0502020204030204" pitchFamily="34" charset="0"/>
                <a:ea typeface="Calibri" panose="020F0502020204030204" pitchFamily="34" charset="0"/>
                <a:cs typeface="Times New Roman" panose="02020603050405020304" pitchFamily="18" charset="0"/>
              </a:rPr>
              <a:t>class Multi</a:t>
            </a:r>
          </a:p>
          <a:p>
            <a:pPr marL="0" marR="0">
              <a:lnSpc>
                <a:spcPct val="107000"/>
              </a:lnSpc>
              <a:spcBef>
                <a:spcPts val="0"/>
              </a:spcBef>
              <a:spcAft>
                <a:spcPts val="800"/>
              </a:spcAft>
            </a:pPr>
            <a:r>
              <a:rPr lang="en-US" sz="1600" dirty="0">
                <a:solidFill>
                  <a:schemeClr val="accent3"/>
                </a:solidFill>
                <a:latin typeface="Calibri" panose="020F0502020204030204" pitchFamily="34" charset="0"/>
                <a:ea typeface="Calibri" panose="020F0502020204030204" pitchFamily="34" charset="0"/>
                <a:cs typeface="Times New Roman" panose="02020603050405020304" pitchFamily="18" charset="0"/>
              </a:rPr>
              <a:t>{</a:t>
            </a:r>
          </a:p>
          <a:p>
            <a:pPr marL="0" marR="0">
              <a:lnSpc>
                <a:spcPct val="107000"/>
              </a:lnSpc>
              <a:spcBef>
                <a:spcPts val="0"/>
              </a:spcBef>
              <a:spcAft>
                <a:spcPts val="800"/>
              </a:spcAft>
            </a:pPr>
            <a:r>
              <a:rPr lang="en-US" sz="1600" dirty="0">
                <a:solidFill>
                  <a:schemeClr val="accent3"/>
                </a:solidFill>
                <a:latin typeface="Calibri" panose="020F0502020204030204" pitchFamily="34" charset="0"/>
                <a:ea typeface="Calibri" panose="020F0502020204030204" pitchFamily="34" charset="0"/>
                <a:cs typeface="Times New Roman" panose="02020603050405020304" pitchFamily="18" charset="0"/>
              </a:rPr>
              <a:t>	public static void main ( String[] </a:t>
            </a:r>
            <a:r>
              <a:rPr lang="en-US" sz="1600" dirty="0" err="1">
                <a:solidFill>
                  <a:schemeClr val="accent3"/>
                </a:solidFill>
                <a:latin typeface="Calibri" panose="020F0502020204030204" pitchFamily="34" charset="0"/>
                <a:ea typeface="Calibri" panose="020F0502020204030204" pitchFamily="34" charset="0"/>
                <a:cs typeface="Times New Roman" panose="02020603050405020304" pitchFamily="18" charset="0"/>
              </a:rPr>
              <a:t>args</a:t>
            </a:r>
            <a:r>
              <a:rPr lang="en-US" sz="1600" dirty="0">
                <a:solidFill>
                  <a:schemeClr val="accent3"/>
                </a:solidFill>
                <a:latin typeface="Calibri" panose="020F0502020204030204" pitchFamily="34" charset="0"/>
                <a:ea typeface="Calibri" panose="020F0502020204030204" pitchFamily="34" charset="0"/>
                <a:cs typeface="Times New Roman" panose="02020603050405020304" pitchFamily="18" charset="0"/>
              </a:rPr>
              <a:t> )</a:t>
            </a:r>
          </a:p>
          <a:p>
            <a:pPr marL="0" marR="0">
              <a:lnSpc>
                <a:spcPct val="107000"/>
              </a:lnSpc>
              <a:spcBef>
                <a:spcPts val="0"/>
              </a:spcBef>
              <a:spcAft>
                <a:spcPts val="800"/>
              </a:spcAft>
            </a:pPr>
            <a:r>
              <a:rPr lang="en-US" sz="1600" dirty="0">
                <a:solidFill>
                  <a:schemeClr val="accent3"/>
                </a:solidFill>
                <a:latin typeface="Calibri" panose="020F0502020204030204" pitchFamily="34" charset="0"/>
                <a:ea typeface="Calibri" panose="020F0502020204030204" pitchFamily="34" charset="0"/>
                <a:cs typeface="Times New Roman" panose="02020603050405020304" pitchFamily="18" charset="0"/>
              </a:rPr>
              <a:t>	{</a:t>
            </a:r>
          </a:p>
          <a:p>
            <a:pPr marL="0" marR="0">
              <a:lnSpc>
                <a:spcPct val="107000"/>
              </a:lnSpc>
              <a:spcBef>
                <a:spcPts val="0"/>
              </a:spcBef>
              <a:spcAft>
                <a:spcPts val="800"/>
              </a:spcAft>
            </a:pPr>
            <a:r>
              <a:rPr lang="en-US" sz="1600" dirty="0">
                <a:solidFill>
                  <a:schemeClr val="accent3"/>
                </a:solidFill>
                <a:latin typeface="Calibri" panose="020F0502020204030204" pitchFamily="34" charset="0"/>
                <a:ea typeface="Calibri" panose="020F0502020204030204" pitchFamily="34" charset="0"/>
                <a:cs typeface="Times New Roman" panose="02020603050405020304" pitchFamily="18" charset="0"/>
              </a:rPr>
              <a:t>		String msg = "This is a local variable in the Multi class";</a:t>
            </a:r>
          </a:p>
          <a:p>
            <a:pPr marL="0" marR="0">
              <a:lnSpc>
                <a:spcPct val="107000"/>
              </a:lnSpc>
              <a:spcBef>
                <a:spcPts val="0"/>
              </a:spcBef>
              <a:spcAft>
                <a:spcPts val="800"/>
              </a:spcAft>
            </a:pPr>
            <a:r>
              <a:rPr lang="en-US" sz="1600" dirty="0">
                <a:solidFill>
                  <a:schemeClr val="accent3"/>
                </a:solidFill>
                <a:latin typeface="Calibri" panose="020F0502020204030204" pitchFamily="34" charset="0"/>
                <a:ea typeface="Calibri" panose="020F0502020204030204" pitchFamily="34" charset="0"/>
                <a:cs typeface="Times New Roman" panose="02020603050405020304" pitchFamily="18" charset="0"/>
              </a:rPr>
              <a:t>		</a:t>
            </a:r>
            <a:r>
              <a:rPr lang="en-US" sz="1600" dirty="0" err="1">
                <a:solidFill>
                  <a:schemeClr val="accent3"/>
                </a:solidFill>
                <a:latin typeface="Calibri" panose="020F0502020204030204" pitchFamily="34" charset="0"/>
                <a:ea typeface="Calibri" panose="020F0502020204030204" pitchFamily="34" charset="0"/>
                <a:cs typeface="Times New Roman" panose="02020603050405020304" pitchFamily="18" charset="0"/>
              </a:rPr>
              <a:t>System.out.println</a:t>
            </a:r>
            <a:r>
              <a:rPr lang="en-US" sz="1600" dirty="0">
                <a:solidFill>
                  <a:schemeClr val="accent3"/>
                </a:solidFill>
                <a:latin typeface="Calibri" panose="020F0502020204030204" pitchFamily="34" charset="0"/>
                <a:ea typeface="Calibri" panose="020F0502020204030204" pitchFamily="34" charset="0"/>
                <a:cs typeface="Times New Roman" panose="02020603050405020304" pitchFamily="18" charset="0"/>
              </a:rPr>
              <a:t>( msg );</a:t>
            </a:r>
          </a:p>
          <a:p>
            <a:pPr marL="0" marR="0">
              <a:lnSpc>
                <a:spcPct val="107000"/>
              </a:lnSpc>
              <a:spcBef>
                <a:spcPts val="0"/>
              </a:spcBef>
              <a:spcAft>
                <a:spcPts val="800"/>
              </a:spcAft>
            </a:pPr>
            <a:r>
              <a:rPr lang="en-US" sz="1600" dirty="0">
                <a:solidFill>
                  <a:schemeClr val="accent3"/>
                </a:solidFill>
                <a:latin typeface="Calibri" panose="020F0502020204030204" pitchFamily="34" charset="0"/>
                <a:ea typeface="Calibri" panose="020F0502020204030204" pitchFamily="34" charset="0"/>
                <a:cs typeface="Times New Roman" panose="02020603050405020304" pitchFamily="18" charset="0"/>
              </a:rPr>
              <a:t> 	</a:t>
            </a:r>
            <a:r>
              <a:rPr lang="en-US" sz="1600" dirty="0" err="1">
                <a:solidFill>
                  <a:schemeClr val="accent3"/>
                </a:solidFill>
                <a:latin typeface="Calibri" panose="020F0502020204030204" pitchFamily="34" charset="0"/>
                <a:ea typeface="Calibri" panose="020F0502020204030204" pitchFamily="34" charset="0"/>
                <a:cs typeface="Times New Roman" panose="02020603050405020304" pitchFamily="18" charset="0"/>
              </a:rPr>
              <a:t>System.out.println</a:t>
            </a:r>
            <a:r>
              <a:rPr lang="en-US" sz="1600" dirty="0">
                <a:solidFill>
                  <a:schemeClr val="accent3"/>
                </a:solidFill>
                <a:latin typeface="Calibri" panose="020F0502020204030204" pitchFamily="34" charset="0"/>
                <a:ea typeface="Calibri" panose="020F0502020204030204" pitchFamily="34" charset="0"/>
                <a:cs typeface="Times New Roman" panose="02020603050405020304" pitchFamily="18" charset="0"/>
              </a:rPr>
              <a:t>( Data.txt );</a:t>
            </a:r>
          </a:p>
          <a:p>
            <a:pPr marL="0" marR="0">
              <a:lnSpc>
                <a:spcPct val="107000"/>
              </a:lnSpc>
              <a:spcBef>
                <a:spcPts val="0"/>
              </a:spcBef>
              <a:spcAft>
                <a:spcPts val="800"/>
              </a:spcAft>
            </a:pPr>
            <a:r>
              <a:rPr lang="en-US" sz="1600" dirty="0">
                <a:solidFill>
                  <a:schemeClr val="accent3"/>
                </a:solidFill>
                <a:latin typeface="Calibri" panose="020F0502020204030204" pitchFamily="34" charset="0"/>
                <a:ea typeface="Calibri" panose="020F0502020204030204" pitchFamily="34" charset="0"/>
                <a:cs typeface="Times New Roman" panose="02020603050405020304" pitchFamily="18" charset="0"/>
              </a:rPr>
              <a:t> 	</a:t>
            </a:r>
            <a:r>
              <a:rPr lang="en-US" sz="1600" dirty="0" err="1">
                <a:solidFill>
                  <a:schemeClr val="accent3"/>
                </a:solidFill>
                <a:latin typeface="Calibri" panose="020F0502020204030204" pitchFamily="34" charset="0"/>
                <a:ea typeface="Calibri" panose="020F0502020204030204" pitchFamily="34" charset="0"/>
                <a:cs typeface="Times New Roman" panose="02020603050405020304" pitchFamily="18" charset="0"/>
              </a:rPr>
              <a:t>Data.greeting</a:t>
            </a:r>
            <a:r>
              <a:rPr lang="en-US" sz="1600" dirty="0">
                <a:solidFill>
                  <a:schemeClr val="accent3"/>
                </a:solidFill>
                <a:latin typeface="Calibri" panose="020F0502020204030204" pitchFamily="34" charset="0"/>
                <a:ea typeface="Calibri" panose="020F0502020204030204" pitchFamily="34" charset="0"/>
                <a:cs typeface="Times New Roman" panose="02020603050405020304" pitchFamily="18" charset="0"/>
              </a:rPr>
              <a:t>();</a:t>
            </a:r>
          </a:p>
          <a:p>
            <a:pPr marL="0" marR="0">
              <a:lnSpc>
                <a:spcPct val="107000"/>
              </a:lnSpc>
              <a:spcBef>
                <a:spcPts val="0"/>
              </a:spcBef>
              <a:spcAft>
                <a:spcPts val="800"/>
              </a:spcAft>
            </a:pPr>
            <a:r>
              <a:rPr lang="en-US" sz="1600" dirty="0">
                <a:solidFill>
                  <a:schemeClr val="accent3"/>
                </a:solidFill>
                <a:latin typeface="Calibri" panose="020F0502020204030204" pitchFamily="34" charset="0"/>
                <a:ea typeface="Calibri" panose="020F0502020204030204" pitchFamily="34" charset="0"/>
                <a:cs typeface="Times New Roman" panose="02020603050405020304" pitchFamily="18" charset="0"/>
              </a:rPr>
              <a:t>		</a:t>
            </a:r>
            <a:r>
              <a:rPr lang="en-US" sz="1600" dirty="0" err="1">
                <a:solidFill>
                  <a:schemeClr val="accent3"/>
                </a:solidFill>
                <a:latin typeface="Calibri" panose="020F0502020204030204" pitchFamily="34" charset="0"/>
                <a:ea typeface="Calibri" panose="020F0502020204030204" pitchFamily="34" charset="0"/>
                <a:cs typeface="Times New Roman" panose="02020603050405020304" pitchFamily="18" charset="0"/>
              </a:rPr>
              <a:t>Draw.line</a:t>
            </a:r>
            <a:r>
              <a:rPr lang="en-US" sz="1600" dirty="0">
                <a:solidFill>
                  <a:schemeClr val="accent3"/>
                </a:solidFill>
                <a:latin typeface="Calibri" panose="020F0502020204030204" pitchFamily="34" charset="0"/>
                <a:ea typeface="Calibri" panose="020F0502020204030204" pitchFamily="34" charset="0"/>
                <a:cs typeface="Times New Roman" panose="02020603050405020304" pitchFamily="18" charset="0"/>
              </a:rPr>
              <a:t>();	} }</a:t>
            </a:r>
            <a:endParaRPr lang="en-US" sz="1600" dirty="0">
              <a:solidFill>
                <a:schemeClr val="accent3"/>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Rectangle 6">
            <a:extLst>
              <a:ext uri="{FF2B5EF4-FFF2-40B4-BE49-F238E27FC236}">
                <a16:creationId xmlns:a16="http://schemas.microsoft.com/office/drawing/2014/main" id="{926A8537-C52E-4990-89FD-7282834E1D64}"/>
              </a:ext>
            </a:extLst>
          </p:cNvPr>
          <p:cNvSpPr/>
          <p:nvPr/>
        </p:nvSpPr>
        <p:spPr>
          <a:xfrm>
            <a:off x="4120308" y="1052676"/>
            <a:ext cx="4131325" cy="4752648"/>
          </a:xfrm>
          <a:prstGeom prst="rect">
            <a:avLst/>
          </a:prstGeom>
        </p:spPr>
        <p:txBody>
          <a:bodyPr wrap="square">
            <a:spAutoFit/>
          </a:bodyPr>
          <a:lstStyle/>
          <a:p>
            <a:pPr marL="0" marR="0">
              <a:lnSpc>
                <a:spcPct val="107000"/>
              </a:lnSpc>
              <a:spcBef>
                <a:spcPts val="0"/>
              </a:spcBef>
              <a:spcAft>
                <a:spcPts val="800"/>
              </a:spcAft>
            </a:pPr>
            <a:r>
              <a:rPr lang="en-US" b="1" dirty="0">
                <a:latin typeface="Calibri" panose="020F0502020204030204" pitchFamily="34" charset="0"/>
                <a:ea typeface="Calibri" panose="020F0502020204030204" pitchFamily="34" charset="0"/>
                <a:cs typeface="Times New Roman" panose="02020603050405020304" pitchFamily="18" charset="0"/>
              </a:rPr>
              <a:t>// Class 2</a:t>
            </a:r>
            <a:endParaRPr lang="en-US" dirty="0">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dirty="0">
                <a:latin typeface="Calibri" panose="020F0502020204030204" pitchFamily="34" charset="0"/>
                <a:ea typeface="Calibri" panose="020F0502020204030204" pitchFamily="34" charset="0"/>
                <a:cs typeface="Times New Roman" panose="02020603050405020304" pitchFamily="18" charset="0"/>
              </a:rPr>
              <a:t>class Data</a:t>
            </a:r>
          </a:p>
          <a:p>
            <a:pPr marL="0" marR="0">
              <a:lnSpc>
                <a:spcPct val="107000"/>
              </a:lnSpc>
              <a:spcBef>
                <a:spcPts val="0"/>
              </a:spcBef>
              <a:spcAft>
                <a:spcPts val="800"/>
              </a:spcAft>
            </a:pPr>
            <a:r>
              <a:rPr lang="en-US" dirty="0">
                <a:latin typeface="Calibri" panose="020F0502020204030204" pitchFamily="34" charset="0"/>
                <a:ea typeface="Calibri" panose="020F0502020204030204" pitchFamily="34" charset="0"/>
                <a:cs typeface="Times New Roman" panose="02020603050405020304" pitchFamily="18" charset="0"/>
              </a:rPr>
              <a:t>{</a:t>
            </a:r>
          </a:p>
          <a:p>
            <a:pPr marL="0" marR="0">
              <a:lnSpc>
                <a:spcPct val="107000"/>
              </a:lnSpc>
              <a:spcBef>
                <a:spcPts val="0"/>
              </a:spcBef>
              <a:spcAft>
                <a:spcPts val="800"/>
              </a:spcAft>
            </a:pPr>
            <a:r>
              <a:rPr lang="en-US" dirty="0">
                <a:latin typeface="Calibri" panose="020F0502020204030204" pitchFamily="34" charset="0"/>
                <a:ea typeface="Calibri" panose="020F0502020204030204" pitchFamily="34" charset="0"/>
                <a:cs typeface="Times New Roman" panose="02020603050405020304" pitchFamily="18" charset="0"/>
              </a:rPr>
              <a:t>	public final static String txt = "This is a global variable of the Data class";</a:t>
            </a:r>
          </a:p>
          <a:p>
            <a:pPr marL="0" marR="0">
              <a:lnSpc>
                <a:spcPct val="107000"/>
              </a:lnSpc>
              <a:spcBef>
                <a:spcPts val="0"/>
              </a:spcBef>
              <a:spcAft>
                <a:spcPts val="800"/>
              </a:spcAft>
            </a:pPr>
            <a:r>
              <a:rPr lang="en-US" dirty="0">
                <a:latin typeface="Calibri" panose="020F0502020204030204" pitchFamily="34" charset="0"/>
                <a:ea typeface="Calibri" panose="020F0502020204030204" pitchFamily="34" charset="0"/>
                <a:cs typeface="Times New Roman" panose="02020603050405020304" pitchFamily="18" charset="0"/>
              </a:rPr>
              <a:t>	public static void greeting()</a:t>
            </a:r>
          </a:p>
          <a:p>
            <a:pPr marL="0" marR="0">
              <a:lnSpc>
                <a:spcPct val="107000"/>
              </a:lnSpc>
              <a:spcBef>
                <a:spcPts val="0"/>
              </a:spcBef>
              <a:spcAft>
                <a:spcPts val="800"/>
              </a:spcAft>
            </a:pPr>
            <a:r>
              <a:rPr lang="en-US" dirty="0">
                <a:latin typeface="Calibri" panose="020F0502020204030204" pitchFamily="34" charset="0"/>
                <a:ea typeface="Calibri" panose="020F0502020204030204" pitchFamily="34" charset="0"/>
                <a:cs typeface="Times New Roman" panose="02020603050405020304" pitchFamily="18" charset="0"/>
              </a:rPr>
              <a:t>	{</a:t>
            </a:r>
          </a:p>
          <a:p>
            <a:pPr marL="0" marR="0">
              <a:lnSpc>
                <a:spcPct val="107000"/>
              </a:lnSpc>
              <a:spcBef>
                <a:spcPts val="0"/>
              </a:spcBef>
              <a:spcAft>
                <a:spcPts val="800"/>
              </a:spcAft>
            </a:pPr>
            <a:r>
              <a:rPr lang="en-US" dirty="0">
                <a:latin typeface="Calibri" panose="020F0502020204030204" pitchFamily="34" charset="0"/>
                <a:ea typeface="Calibri" panose="020F0502020204030204" pitchFamily="34" charset="0"/>
                <a:cs typeface="Times New Roman" panose="02020603050405020304" pitchFamily="18" charset="0"/>
              </a:rPr>
              <a:t>		</a:t>
            </a:r>
            <a:r>
              <a:rPr lang="en-US" dirty="0" err="1">
                <a:latin typeface="Calibri" panose="020F0502020204030204" pitchFamily="34" charset="0"/>
                <a:ea typeface="Calibri" panose="020F0502020204030204" pitchFamily="34" charset="0"/>
                <a:cs typeface="Times New Roman" panose="02020603050405020304" pitchFamily="18" charset="0"/>
              </a:rPr>
              <a:t>System.out.print</a:t>
            </a:r>
            <a:r>
              <a:rPr lang="en-US" dirty="0">
                <a:latin typeface="Calibri" panose="020F0502020204030204" pitchFamily="34" charset="0"/>
                <a:ea typeface="Calibri" panose="020F0502020204030204" pitchFamily="34" charset="0"/>
                <a:cs typeface="Times New Roman" panose="02020603050405020304" pitchFamily="18" charset="0"/>
              </a:rPr>
              <a:t>( "This is a global method " );</a:t>
            </a:r>
          </a:p>
          <a:p>
            <a:pPr marL="0" marR="0">
              <a:lnSpc>
                <a:spcPct val="107000"/>
              </a:lnSpc>
              <a:spcBef>
                <a:spcPts val="0"/>
              </a:spcBef>
              <a:spcAft>
                <a:spcPts val="800"/>
              </a:spcAft>
            </a:pPr>
            <a:r>
              <a:rPr lang="en-US" dirty="0">
                <a:latin typeface="Calibri" panose="020F0502020204030204" pitchFamily="34" charset="0"/>
                <a:ea typeface="Calibri" panose="020F0502020204030204" pitchFamily="34" charset="0"/>
                <a:cs typeface="Times New Roman" panose="02020603050405020304" pitchFamily="18" charset="0"/>
              </a:rPr>
              <a:t>		</a:t>
            </a:r>
            <a:r>
              <a:rPr lang="en-US" dirty="0" err="1">
                <a:latin typeface="Calibri" panose="020F0502020204030204" pitchFamily="34" charset="0"/>
                <a:ea typeface="Calibri" panose="020F0502020204030204" pitchFamily="34" charset="0"/>
                <a:cs typeface="Times New Roman" panose="02020603050405020304" pitchFamily="18" charset="0"/>
              </a:rPr>
              <a:t>System.out.println</a:t>
            </a:r>
            <a:r>
              <a:rPr lang="en-US" dirty="0">
                <a:latin typeface="Calibri" panose="020F0502020204030204" pitchFamily="34" charset="0"/>
                <a:ea typeface="Calibri" panose="020F0502020204030204" pitchFamily="34" charset="0"/>
                <a:cs typeface="Times New Roman" panose="02020603050405020304" pitchFamily="18" charset="0"/>
              </a:rPr>
              <a:t>( "of the Data class" );</a:t>
            </a:r>
          </a:p>
          <a:p>
            <a:pPr marL="0" marR="0">
              <a:lnSpc>
                <a:spcPct val="107000"/>
              </a:lnSpc>
              <a:spcBef>
                <a:spcPts val="0"/>
              </a:spcBef>
              <a:spcAft>
                <a:spcPts val="800"/>
              </a:spcAft>
            </a:pPr>
            <a:r>
              <a:rPr lang="en-US" dirty="0">
                <a:latin typeface="Calibri" panose="020F0502020204030204" pitchFamily="34" charset="0"/>
                <a:ea typeface="Calibri" panose="020F0502020204030204" pitchFamily="34" charset="0"/>
                <a:cs typeface="Times New Roman" panose="02020603050405020304" pitchFamily="18" charset="0"/>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Rectangle 7">
            <a:extLst>
              <a:ext uri="{FF2B5EF4-FFF2-40B4-BE49-F238E27FC236}">
                <a16:creationId xmlns:a16="http://schemas.microsoft.com/office/drawing/2014/main" id="{A082B9AE-6A98-4B64-8957-69814F368320}"/>
              </a:ext>
            </a:extLst>
          </p:cNvPr>
          <p:cNvSpPr/>
          <p:nvPr/>
        </p:nvSpPr>
        <p:spPr>
          <a:xfrm>
            <a:off x="8743720" y="1577393"/>
            <a:ext cx="3242630" cy="3658374"/>
          </a:xfrm>
          <a:prstGeom prst="rect">
            <a:avLst/>
          </a:prstGeom>
        </p:spPr>
        <p:txBody>
          <a:bodyPr wrap="square">
            <a:spAutoFit/>
          </a:bodyPr>
          <a:lstStyle/>
          <a:p>
            <a:pPr marL="0" marR="0">
              <a:lnSpc>
                <a:spcPct val="107000"/>
              </a:lnSpc>
              <a:spcBef>
                <a:spcPts val="0"/>
              </a:spcBef>
              <a:spcAft>
                <a:spcPts val="800"/>
              </a:spcAft>
            </a:pPr>
            <a:r>
              <a:rPr lang="en-US" b="1" dirty="0">
                <a:solidFill>
                  <a:srgbClr val="0070C0"/>
                </a:solidFill>
                <a:latin typeface="Calibri" panose="020F0502020204030204" pitchFamily="34" charset="0"/>
                <a:ea typeface="Calibri" panose="020F0502020204030204" pitchFamily="34" charset="0"/>
                <a:cs typeface="Times New Roman" panose="02020603050405020304" pitchFamily="18" charset="0"/>
              </a:rPr>
              <a:t>// Class 3</a:t>
            </a:r>
            <a:endParaRPr lang="en-US" dirty="0">
              <a:solidFill>
                <a:srgbClr val="0070C0"/>
              </a:solidFill>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dirty="0">
                <a:solidFill>
                  <a:srgbClr val="0070C0"/>
                </a:solidFill>
                <a:latin typeface="Calibri" panose="020F0502020204030204" pitchFamily="34" charset="0"/>
                <a:ea typeface="Calibri" panose="020F0502020204030204" pitchFamily="34" charset="0"/>
                <a:cs typeface="Times New Roman" panose="02020603050405020304" pitchFamily="18" charset="0"/>
              </a:rPr>
              <a:t>class Draw</a:t>
            </a:r>
          </a:p>
          <a:p>
            <a:pPr marL="0" marR="0">
              <a:lnSpc>
                <a:spcPct val="107000"/>
              </a:lnSpc>
              <a:spcBef>
                <a:spcPts val="0"/>
              </a:spcBef>
              <a:spcAft>
                <a:spcPts val="800"/>
              </a:spcAft>
            </a:pPr>
            <a:r>
              <a:rPr lang="en-US" dirty="0">
                <a:solidFill>
                  <a:srgbClr val="0070C0"/>
                </a:solidFill>
                <a:latin typeface="Calibri" panose="020F0502020204030204" pitchFamily="34" charset="0"/>
                <a:ea typeface="Calibri" panose="020F0502020204030204" pitchFamily="34" charset="0"/>
                <a:cs typeface="Times New Roman" panose="02020603050405020304" pitchFamily="18" charset="0"/>
              </a:rPr>
              <a:t>{</a:t>
            </a:r>
          </a:p>
          <a:p>
            <a:pPr marL="0" marR="0">
              <a:lnSpc>
                <a:spcPct val="107000"/>
              </a:lnSpc>
              <a:spcBef>
                <a:spcPts val="0"/>
              </a:spcBef>
              <a:spcAft>
                <a:spcPts val="800"/>
              </a:spcAft>
            </a:pPr>
            <a:r>
              <a:rPr lang="en-US" dirty="0">
                <a:solidFill>
                  <a:srgbClr val="0070C0"/>
                </a:solidFill>
                <a:latin typeface="Calibri" panose="020F0502020204030204" pitchFamily="34" charset="0"/>
                <a:ea typeface="Calibri" panose="020F0502020204030204" pitchFamily="34" charset="0"/>
                <a:cs typeface="Times New Roman" panose="02020603050405020304" pitchFamily="18" charset="0"/>
              </a:rPr>
              <a:t>	static void line()</a:t>
            </a:r>
          </a:p>
          <a:p>
            <a:pPr marL="0" marR="0">
              <a:lnSpc>
                <a:spcPct val="107000"/>
              </a:lnSpc>
              <a:spcBef>
                <a:spcPts val="0"/>
              </a:spcBef>
              <a:spcAft>
                <a:spcPts val="800"/>
              </a:spcAft>
            </a:pPr>
            <a:r>
              <a:rPr lang="en-US" dirty="0">
                <a:solidFill>
                  <a:srgbClr val="0070C0"/>
                </a:solidFill>
                <a:latin typeface="Calibri" panose="020F0502020204030204" pitchFamily="34" charset="0"/>
                <a:ea typeface="Calibri" panose="020F0502020204030204" pitchFamily="34" charset="0"/>
                <a:cs typeface="Times New Roman" panose="02020603050405020304" pitchFamily="18" charset="0"/>
              </a:rPr>
              <a:t>	{</a:t>
            </a:r>
          </a:p>
          <a:p>
            <a:pPr marL="0" marR="0">
              <a:lnSpc>
                <a:spcPct val="107000"/>
              </a:lnSpc>
              <a:spcBef>
                <a:spcPts val="0"/>
              </a:spcBef>
              <a:spcAft>
                <a:spcPts val="800"/>
              </a:spcAft>
            </a:pPr>
            <a:r>
              <a:rPr lang="en-US" dirty="0">
                <a:solidFill>
                  <a:srgbClr val="0070C0"/>
                </a:solidFill>
                <a:latin typeface="Calibri" panose="020F0502020204030204" pitchFamily="34" charset="0"/>
                <a:ea typeface="Calibri" panose="020F0502020204030204" pitchFamily="34" charset="0"/>
                <a:cs typeface="Times New Roman" panose="02020603050405020304" pitchFamily="18" charset="0"/>
              </a:rPr>
              <a:t>		</a:t>
            </a:r>
            <a:r>
              <a:rPr lang="en-US" dirty="0" err="1">
                <a:solidFill>
                  <a:srgbClr val="0070C0"/>
                </a:solidFill>
                <a:latin typeface="Calibri" panose="020F0502020204030204" pitchFamily="34" charset="0"/>
                <a:ea typeface="Calibri" panose="020F0502020204030204" pitchFamily="34" charset="0"/>
                <a:cs typeface="Times New Roman" panose="02020603050405020304" pitchFamily="18" charset="0"/>
              </a:rPr>
              <a:t>System.out.println</a:t>
            </a:r>
            <a:r>
              <a:rPr lang="en-US" dirty="0">
                <a:solidFill>
                  <a:srgbClr val="0070C0"/>
                </a:solidFill>
                <a:latin typeface="Calibri" panose="020F0502020204030204" pitchFamily="34" charset="0"/>
                <a:ea typeface="Calibri" panose="020F0502020204030204" pitchFamily="34" charset="0"/>
                <a:cs typeface="Times New Roman" panose="02020603050405020304" pitchFamily="18" charset="0"/>
              </a:rPr>
              <a:t>("___________________________________________");</a:t>
            </a:r>
          </a:p>
          <a:p>
            <a:pPr marL="0" marR="0">
              <a:lnSpc>
                <a:spcPct val="107000"/>
              </a:lnSpc>
              <a:spcBef>
                <a:spcPts val="0"/>
              </a:spcBef>
              <a:spcAft>
                <a:spcPts val="800"/>
              </a:spcAft>
            </a:pPr>
            <a:r>
              <a:rPr lang="en-US" dirty="0">
                <a:solidFill>
                  <a:srgbClr val="0070C0"/>
                </a:solidFill>
                <a:latin typeface="Calibri" panose="020F0502020204030204" pitchFamily="34" charset="0"/>
                <a:ea typeface="Calibri" panose="020F0502020204030204" pitchFamily="34" charset="0"/>
                <a:cs typeface="Times New Roman" panose="02020603050405020304" pitchFamily="18" charset="0"/>
              </a:rPr>
              <a:t>	} }</a:t>
            </a:r>
            <a:endParaRPr lang="en-US" sz="180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1836914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FB62EA-7929-E1CC-C022-4DBEA36223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5615E4-C366-1A5D-9709-4EFB1BDD820F}"/>
              </a:ext>
            </a:extLst>
          </p:cNvPr>
          <p:cNvSpPr>
            <a:spLocks noGrp="1"/>
          </p:cNvSpPr>
          <p:nvPr>
            <p:ph type="title"/>
          </p:nvPr>
        </p:nvSpPr>
        <p:spPr/>
        <p:txBody>
          <a:bodyPr/>
          <a:lstStyle/>
          <a:p>
            <a:pPr algn="ctr"/>
            <a:r>
              <a:rPr lang="en-US" dirty="0">
                <a:highlight>
                  <a:srgbClr val="00FF00"/>
                </a:highlight>
              </a:rPr>
              <a:t>Class Activities</a:t>
            </a:r>
          </a:p>
        </p:txBody>
      </p:sp>
      <p:sp>
        <p:nvSpPr>
          <p:cNvPr id="3" name="Text Placeholder 2">
            <a:extLst>
              <a:ext uri="{FF2B5EF4-FFF2-40B4-BE49-F238E27FC236}">
                <a16:creationId xmlns:a16="http://schemas.microsoft.com/office/drawing/2014/main" id="{7BA01975-9D52-660A-4BD2-340B997A2FB4}"/>
              </a:ext>
            </a:extLst>
          </p:cNvPr>
          <p:cNvSpPr>
            <a:spLocks noGrp="1"/>
          </p:cNvSpPr>
          <p:nvPr>
            <p:ph type="body" idx="1"/>
          </p:nvPr>
        </p:nvSpPr>
        <p:spPr/>
        <p:txBody>
          <a:bodyPr/>
          <a:lstStyle/>
          <a:p>
            <a:r>
              <a:rPr lang="en-US" dirty="0"/>
              <a:t>Following the examples above, create two extra classes and call them whatever name you want.</a:t>
            </a:r>
          </a:p>
          <a:p>
            <a:r>
              <a:rPr lang="en-US" dirty="0"/>
              <a:t>Create at least one method in each of the two new classes.</a:t>
            </a:r>
          </a:p>
          <a:p>
            <a:r>
              <a:rPr lang="en-US" dirty="0"/>
              <a:t>Invoke/call the two new classes from the Multi class. </a:t>
            </a:r>
          </a:p>
          <a:p>
            <a:endParaRPr lang="en-US" dirty="0"/>
          </a:p>
        </p:txBody>
      </p:sp>
    </p:spTree>
    <p:extLst>
      <p:ext uri="{BB962C8B-B14F-4D97-AF65-F5344CB8AC3E}">
        <p14:creationId xmlns:p14="http://schemas.microsoft.com/office/powerpoint/2010/main" val="16422162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01A67-A6D7-400C-B36B-2A9346A532CB}"/>
              </a:ext>
            </a:extLst>
          </p:cNvPr>
          <p:cNvSpPr>
            <a:spLocks noGrp="1"/>
          </p:cNvSpPr>
          <p:nvPr>
            <p:ph type="title"/>
          </p:nvPr>
        </p:nvSpPr>
        <p:spPr>
          <a:xfrm>
            <a:off x="609600" y="164469"/>
            <a:ext cx="10972800" cy="650779"/>
          </a:xfrm>
        </p:spPr>
        <p:txBody>
          <a:bodyPr/>
          <a:lstStyle/>
          <a:p>
            <a:pPr algn="ctr" fontAlgn="auto">
              <a:spcAft>
                <a:spcPts val="0"/>
              </a:spcAft>
              <a:defRPr/>
            </a:pPr>
            <a:r>
              <a:rPr lang="en-US" dirty="0">
                <a:solidFill>
                  <a:srgbClr val="24B5A1"/>
                </a:solidFill>
                <a:latin typeface="Calibri" panose="020F0502020204030204" pitchFamily="34" charset="0"/>
              </a:rPr>
              <a:t>  </a:t>
            </a:r>
            <a:r>
              <a:rPr lang="en-US" dirty="0"/>
              <a:t> Forming multiple classes </a:t>
            </a:r>
            <a:endParaRPr lang="en-US" dirty="0">
              <a:solidFill>
                <a:srgbClr val="3380E6"/>
              </a:solidFill>
              <a:latin typeface="Calibri" panose="020F0502020204030204" pitchFamily="34" charset="0"/>
            </a:endParaRPr>
          </a:p>
        </p:txBody>
      </p:sp>
      <p:pic>
        <p:nvPicPr>
          <p:cNvPr id="3" name="Picture 2">
            <a:extLst>
              <a:ext uri="{FF2B5EF4-FFF2-40B4-BE49-F238E27FC236}">
                <a16:creationId xmlns:a16="http://schemas.microsoft.com/office/drawing/2014/main" id="{8C5E6DC7-F3EA-4659-96CF-977F397F832C}"/>
              </a:ext>
            </a:extLst>
          </p:cNvPr>
          <p:cNvPicPr>
            <a:picLocks noChangeAspect="1"/>
          </p:cNvPicPr>
          <p:nvPr/>
        </p:nvPicPr>
        <p:blipFill>
          <a:blip r:embed="rId3"/>
          <a:stretch>
            <a:fillRect/>
          </a:stretch>
        </p:blipFill>
        <p:spPr>
          <a:xfrm>
            <a:off x="1009404" y="1288972"/>
            <a:ext cx="10070274" cy="3603662"/>
          </a:xfrm>
          <a:prstGeom prst="rect">
            <a:avLst/>
          </a:prstGeom>
        </p:spPr>
      </p:pic>
    </p:spTree>
    <p:extLst>
      <p:ext uri="{BB962C8B-B14F-4D97-AF65-F5344CB8AC3E}">
        <p14:creationId xmlns:p14="http://schemas.microsoft.com/office/powerpoint/2010/main" val="4767592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01A67-A6D7-400C-B36B-2A9346A532CB}"/>
              </a:ext>
            </a:extLst>
          </p:cNvPr>
          <p:cNvSpPr>
            <a:spLocks noGrp="1"/>
          </p:cNvSpPr>
          <p:nvPr>
            <p:ph type="title"/>
          </p:nvPr>
        </p:nvSpPr>
        <p:spPr>
          <a:xfrm>
            <a:off x="334179" y="120403"/>
            <a:ext cx="10972800" cy="353324"/>
          </a:xfrm>
        </p:spPr>
        <p:txBody>
          <a:bodyPr>
            <a:normAutofit fontScale="90000"/>
          </a:bodyPr>
          <a:lstStyle/>
          <a:p>
            <a:pPr algn="ctr" fontAlgn="auto">
              <a:spcAft>
                <a:spcPts val="0"/>
              </a:spcAft>
              <a:defRPr/>
            </a:pPr>
            <a:r>
              <a:rPr lang="en-US" dirty="0">
                <a:solidFill>
                  <a:srgbClr val="24B5A1"/>
                </a:solidFill>
                <a:latin typeface="Calibri" panose="020F0502020204030204" pitchFamily="34" charset="0"/>
              </a:rPr>
              <a:t>  </a:t>
            </a:r>
            <a:r>
              <a:rPr lang="en-US" dirty="0"/>
              <a:t> Catching exceptions: </a:t>
            </a:r>
            <a:r>
              <a:rPr lang="en-US" dirty="0">
                <a:effectLst/>
                <a:highlight>
                  <a:srgbClr val="FFFF00"/>
                </a:highlight>
              </a:rPr>
              <a:t>Example 3 </a:t>
            </a:r>
            <a:r>
              <a:rPr lang="en-US" dirty="0">
                <a:highlight>
                  <a:srgbClr val="FFFF00"/>
                </a:highlight>
              </a:rPr>
              <a:t> </a:t>
            </a:r>
            <a:endParaRPr lang="en-US" dirty="0">
              <a:solidFill>
                <a:srgbClr val="3380E6"/>
              </a:solidFill>
              <a:highlight>
                <a:srgbClr val="FFFF00"/>
              </a:highlight>
              <a:latin typeface="Calibri" panose="020F0502020204030204" pitchFamily="34" charset="0"/>
            </a:endParaRPr>
          </a:p>
        </p:txBody>
      </p:sp>
      <p:pic>
        <p:nvPicPr>
          <p:cNvPr id="3" name="Picture 2">
            <a:extLst>
              <a:ext uri="{FF2B5EF4-FFF2-40B4-BE49-F238E27FC236}">
                <a16:creationId xmlns:a16="http://schemas.microsoft.com/office/drawing/2014/main" id="{FF1D1D04-1A5C-4A28-B06E-15231367A605}"/>
              </a:ext>
            </a:extLst>
          </p:cNvPr>
          <p:cNvPicPr>
            <a:picLocks noChangeAspect="1"/>
          </p:cNvPicPr>
          <p:nvPr/>
        </p:nvPicPr>
        <p:blipFill>
          <a:blip r:embed="rId3"/>
          <a:stretch>
            <a:fillRect/>
          </a:stretch>
        </p:blipFill>
        <p:spPr>
          <a:xfrm>
            <a:off x="334179" y="632363"/>
            <a:ext cx="6973676" cy="6105234"/>
          </a:xfrm>
          <a:prstGeom prst="rect">
            <a:avLst/>
          </a:prstGeom>
        </p:spPr>
      </p:pic>
      <p:pic>
        <p:nvPicPr>
          <p:cNvPr id="4" name="Picture 3">
            <a:extLst>
              <a:ext uri="{FF2B5EF4-FFF2-40B4-BE49-F238E27FC236}">
                <a16:creationId xmlns:a16="http://schemas.microsoft.com/office/drawing/2014/main" id="{413487D6-6FD1-4B12-BF49-7073D252F3CB}"/>
              </a:ext>
            </a:extLst>
          </p:cNvPr>
          <p:cNvPicPr>
            <a:picLocks noChangeAspect="1"/>
          </p:cNvPicPr>
          <p:nvPr/>
        </p:nvPicPr>
        <p:blipFill>
          <a:blip r:embed="rId4"/>
          <a:stretch>
            <a:fillRect/>
          </a:stretch>
        </p:blipFill>
        <p:spPr>
          <a:xfrm>
            <a:off x="7307855" y="1654395"/>
            <a:ext cx="4964935" cy="2983705"/>
          </a:xfrm>
          <a:prstGeom prst="rect">
            <a:avLst/>
          </a:prstGeom>
        </p:spPr>
      </p:pic>
    </p:spTree>
    <p:extLst>
      <p:ext uri="{BB962C8B-B14F-4D97-AF65-F5344CB8AC3E}">
        <p14:creationId xmlns:p14="http://schemas.microsoft.com/office/powerpoint/2010/main" val="1065795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01A67-A6D7-400C-B36B-2A9346A532CB}"/>
              </a:ext>
            </a:extLst>
          </p:cNvPr>
          <p:cNvSpPr>
            <a:spLocks noGrp="1"/>
          </p:cNvSpPr>
          <p:nvPr>
            <p:ph type="title"/>
          </p:nvPr>
        </p:nvSpPr>
        <p:spPr>
          <a:xfrm>
            <a:off x="455363" y="0"/>
            <a:ext cx="10972800" cy="650779"/>
          </a:xfrm>
        </p:spPr>
        <p:txBody>
          <a:bodyPr/>
          <a:lstStyle/>
          <a:p>
            <a:pPr algn="ctr" fontAlgn="auto">
              <a:spcAft>
                <a:spcPts val="0"/>
              </a:spcAft>
              <a:defRPr/>
            </a:pPr>
            <a:r>
              <a:rPr lang="en-US" dirty="0">
                <a:solidFill>
                  <a:srgbClr val="24B5A1"/>
                </a:solidFill>
                <a:latin typeface="Calibri" panose="020F0502020204030204" pitchFamily="34" charset="0"/>
              </a:rPr>
              <a:t>  </a:t>
            </a:r>
            <a:r>
              <a:rPr lang="en-US" dirty="0"/>
              <a:t> Extending an existing class </a:t>
            </a:r>
            <a:endParaRPr lang="en-US" dirty="0">
              <a:solidFill>
                <a:srgbClr val="3380E6"/>
              </a:solidFill>
              <a:latin typeface="Calibri" panose="020F0502020204030204" pitchFamily="34" charset="0"/>
            </a:endParaRPr>
          </a:p>
        </p:txBody>
      </p:sp>
      <p:sp>
        <p:nvSpPr>
          <p:cNvPr id="3" name="Rectangle 2">
            <a:extLst>
              <a:ext uri="{FF2B5EF4-FFF2-40B4-BE49-F238E27FC236}">
                <a16:creationId xmlns:a16="http://schemas.microsoft.com/office/drawing/2014/main" id="{B59D30A4-8DBA-4EDF-8586-6B410F534C26}"/>
              </a:ext>
            </a:extLst>
          </p:cNvPr>
          <p:cNvSpPr/>
          <p:nvPr/>
        </p:nvSpPr>
        <p:spPr>
          <a:xfrm>
            <a:off x="284602" y="893150"/>
            <a:ext cx="11622795" cy="4662815"/>
          </a:xfrm>
          <a:prstGeom prst="rect">
            <a:avLst/>
          </a:prstGeom>
        </p:spPr>
        <p:txBody>
          <a:bodyPr wrap="square">
            <a:spAutoFit/>
          </a:bodyPr>
          <a:lstStyle/>
          <a:p>
            <a:pPr marL="285750" indent="-285750">
              <a:spcBef>
                <a:spcPts val="1200"/>
              </a:spcBef>
              <a:spcAft>
                <a:spcPts val="600"/>
              </a:spcAft>
              <a:buFont typeface="Arial" panose="020B0604020202020204" pitchFamily="34" charset="0"/>
              <a:buChar char="•"/>
            </a:pPr>
            <a:r>
              <a:rPr lang="en-US" sz="2800" dirty="0">
                <a:solidFill>
                  <a:srgbClr val="221E1F"/>
                </a:solidFill>
                <a:latin typeface="Adobe Caslon Pro"/>
              </a:rPr>
              <a:t>A class can inherit the features of another class by using the </a:t>
            </a:r>
            <a:r>
              <a:rPr lang="en-US" sz="2800" b="1" dirty="0">
                <a:solidFill>
                  <a:srgbClr val="221E1F"/>
                </a:solidFill>
                <a:latin typeface="Humnst777 BT"/>
              </a:rPr>
              <a:t>extends </a:t>
            </a:r>
            <a:r>
              <a:rPr lang="en-US" sz="2800" dirty="0">
                <a:solidFill>
                  <a:srgbClr val="221E1F"/>
                </a:solidFill>
                <a:latin typeface="Adobe Caslon Pro"/>
              </a:rPr>
              <a:t>keyword in the class declaration to specify the name of the class from which it should inherit. </a:t>
            </a:r>
          </a:p>
          <a:p>
            <a:pPr marL="285750" indent="-285750">
              <a:spcBef>
                <a:spcPts val="1200"/>
              </a:spcBef>
              <a:spcAft>
                <a:spcPts val="600"/>
              </a:spcAft>
              <a:buFont typeface="Arial" panose="020B0604020202020204" pitchFamily="34" charset="0"/>
              <a:buChar char="•"/>
            </a:pPr>
            <a:r>
              <a:rPr lang="en-US" sz="2800" dirty="0">
                <a:solidFill>
                  <a:srgbClr val="221E1F"/>
                </a:solidFill>
                <a:latin typeface="Adobe Caslon Pro"/>
              </a:rPr>
              <a:t>For example, the declaration </a:t>
            </a:r>
            <a:r>
              <a:rPr lang="en-US" sz="2800" b="1" dirty="0">
                <a:solidFill>
                  <a:srgbClr val="221E1F"/>
                </a:solidFill>
                <a:latin typeface="Humnst777 BT"/>
              </a:rPr>
              <a:t>class Extra extends Base </a:t>
            </a:r>
            <a:r>
              <a:rPr lang="en-US" sz="2800" dirty="0">
                <a:solidFill>
                  <a:srgbClr val="221E1F"/>
                </a:solidFill>
                <a:latin typeface="Adobe Caslon Pro"/>
              </a:rPr>
              <a:t>inherits from the </a:t>
            </a:r>
            <a:r>
              <a:rPr lang="en-US" sz="2800" b="1" dirty="0">
                <a:solidFill>
                  <a:srgbClr val="221E1F"/>
                </a:solidFill>
                <a:latin typeface="Humnst777 BT"/>
              </a:rPr>
              <a:t>Base </a:t>
            </a:r>
            <a:r>
              <a:rPr lang="en-US" sz="2800" dirty="0">
                <a:solidFill>
                  <a:srgbClr val="221E1F"/>
                </a:solidFill>
                <a:latin typeface="Adobe Caslon Pro"/>
              </a:rPr>
              <a:t>class. </a:t>
            </a:r>
          </a:p>
          <a:p>
            <a:pPr marL="285750" indent="-285750">
              <a:spcBef>
                <a:spcPts val="1200"/>
              </a:spcBef>
              <a:spcAft>
                <a:spcPts val="600"/>
              </a:spcAft>
              <a:buFont typeface="Arial" panose="020B0604020202020204" pitchFamily="34" charset="0"/>
              <a:buChar char="•"/>
            </a:pPr>
            <a:r>
              <a:rPr lang="en-US" sz="2800" dirty="0">
                <a:solidFill>
                  <a:srgbClr val="221E1F"/>
                </a:solidFill>
                <a:latin typeface="Adobe Caslon Pro"/>
              </a:rPr>
              <a:t>The inheriting class is described as the “sub” class, and the class from which it inherits is described as the “super” class. </a:t>
            </a:r>
          </a:p>
          <a:p>
            <a:pPr marL="285750" indent="-285750">
              <a:spcBef>
                <a:spcPts val="1200"/>
              </a:spcBef>
              <a:spcAft>
                <a:spcPts val="600"/>
              </a:spcAft>
              <a:buFont typeface="Arial" panose="020B0604020202020204" pitchFamily="34" charset="0"/>
              <a:buChar char="•"/>
            </a:pPr>
            <a:r>
              <a:rPr lang="en-US" sz="2800" dirty="0">
                <a:solidFill>
                  <a:srgbClr val="221E1F"/>
                </a:solidFill>
                <a:latin typeface="Adobe Caslon Pro"/>
              </a:rPr>
              <a:t>In the example declaration above, the </a:t>
            </a:r>
            <a:r>
              <a:rPr lang="en-US" sz="2800" b="1" dirty="0">
                <a:solidFill>
                  <a:srgbClr val="221E1F"/>
                </a:solidFill>
                <a:latin typeface="Humnst777 BT"/>
              </a:rPr>
              <a:t>Base </a:t>
            </a:r>
            <a:r>
              <a:rPr lang="en-US" sz="2800" dirty="0">
                <a:solidFill>
                  <a:srgbClr val="221E1F"/>
                </a:solidFill>
                <a:latin typeface="Adobe Caslon Pro"/>
              </a:rPr>
              <a:t>class is the super class and the </a:t>
            </a:r>
            <a:r>
              <a:rPr lang="en-US" sz="2800" b="1" dirty="0">
                <a:solidFill>
                  <a:srgbClr val="221E1F"/>
                </a:solidFill>
                <a:latin typeface="Humnst777 BT"/>
              </a:rPr>
              <a:t>Extra </a:t>
            </a:r>
            <a:r>
              <a:rPr lang="en-US" sz="2800" dirty="0">
                <a:solidFill>
                  <a:srgbClr val="221E1F"/>
                </a:solidFill>
                <a:latin typeface="Adobe Caslon Pro"/>
              </a:rPr>
              <a:t>class is the sub class. </a:t>
            </a:r>
          </a:p>
        </p:txBody>
      </p:sp>
    </p:spTree>
    <p:extLst>
      <p:ext uri="{BB962C8B-B14F-4D97-AF65-F5344CB8AC3E}">
        <p14:creationId xmlns:p14="http://schemas.microsoft.com/office/powerpoint/2010/main" val="25902249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62418-1197-4B3A-A1D4-6E4A7B36C855}"/>
              </a:ext>
            </a:extLst>
          </p:cNvPr>
          <p:cNvSpPr>
            <a:spLocks noGrp="1"/>
          </p:cNvSpPr>
          <p:nvPr>
            <p:ph type="title"/>
          </p:nvPr>
        </p:nvSpPr>
        <p:spPr>
          <a:xfrm>
            <a:off x="609600" y="274638"/>
            <a:ext cx="10972800" cy="576262"/>
          </a:xfrm>
        </p:spPr>
        <p:txBody>
          <a:bodyPr>
            <a:normAutofit fontScale="90000"/>
          </a:bodyPr>
          <a:lstStyle/>
          <a:p>
            <a:r>
              <a:rPr lang="en-US" dirty="0"/>
              <a:t>INHERITANCE IN JAVA- Example</a:t>
            </a:r>
          </a:p>
        </p:txBody>
      </p:sp>
      <p:sp>
        <p:nvSpPr>
          <p:cNvPr id="3" name="Text Placeholder 2">
            <a:extLst>
              <a:ext uri="{FF2B5EF4-FFF2-40B4-BE49-F238E27FC236}">
                <a16:creationId xmlns:a16="http://schemas.microsoft.com/office/drawing/2014/main" id="{8EB8A7EF-7D57-48DF-A64B-23F4ABDD7918}"/>
              </a:ext>
            </a:extLst>
          </p:cNvPr>
          <p:cNvSpPr>
            <a:spLocks noGrp="1"/>
          </p:cNvSpPr>
          <p:nvPr>
            <p:ph type="body" idx="1"/>
          </p:nvPr>
        </p:nvSpPr>
        <p:spPr>
          <a:xfrm>
            <a:off x="692727" y="904876"/>
            <a:ext cx="10972800" cy="4525962"/>
          </a:xfrm>
        </p:spPr>
        <p:txBody>
          <a:bodyPr/>
          <a:lstStyle/>
          <a:p>
            <a:pPr marL="109537" indent="0">
              <a:spcBef>
                <a:spcPts val="0"/>
              </a:spcBef>
              <a:buNone/>
            </a:pPr>
            <a:r>
              <a:rPr lang="en-US" dirty="0"/>
              <a:t>class A {</a:t>
            </a:r>
          </a:p>
          <a:p>
            <a:pPr marL="109537" indent="0">
              <a:spcBef>
                <a:spcPts val="0"/>
              </a:spcBef>
              <a:buNone/>
            </a:pPr>
            <a:r>
              <a:rPr lang="en-US" dirty="0"/>
              <a:t>   int a = 9;</a:t>
            </a:r>
          </a:p>
          <a:p>
            <a:pPr marL="109537" indent="0">
              <a:spcBef>
                <a:spcPts val="0"/>
              </a:spcBef>
              <a:buNone/>
            </a:pPr>
            <a:r>
              <a:rPr lang="en-US" dirty="0"/>
              <a:t>	}</a:t>
            </a:r>
          </a:p>
          <a:p>
            <a:pPr marL="109537" indent="0">
              <a:spcBef>
                <a:spcPts val="0"/>
              </a:spcBef>
              <a:buNone/>
            </a:pPr>
            <a:r>
              <a:rPr lang="en-US" dirty="0"/>
              <a:t>class B extends A {</a:t>
            </a:r>
          </a:p>
          <a:p>
            <a:pPr marL="109537" indent="0">
              <a:spcBef>
                <a:spcPts val="0"/>
              </a:spcBef>
              <a:buNone/>
            </a:pPr>
            <a:r>
              <a:rPr lang="en-US" dirty="0"/>
              <a:t>   int b = 4;</a:t>
            </a:r>
          </a:p>
          <a:p>
            <a:pPr marL="109537" indent="0">
              <a:spcBef>
                <a:spcPts val="0"/>
              </a:spcBef>
              <a:buNone/>
            </a:pPr>
            <a:r>
              <a:rPr lang="en-US" dirty="0"/>
              <a:t>	}</a:t>
            </a:r>
          </a:p>
          <a:p>
            <a:pPr marL="109537" indent="0">
              <a:spcBef>
                <a:spcPts val="0"/>
              </a:spcBef>
              <a:buNone/>
            </a:pPr>
            <a:r>
              <a:rPr lang="en-US" dirty="0"/>
              <a:t>public class Demo {</a:t>
            </a:r>
          </a:p>
          <a:p>
            <a:pPr marL="109537" indent="0">
              <a:spcBef>
                <a:spcPts val="0"/>
              </a:spcBef>
              <a:buNone/>
            </a:pPr>
            <a:r>
              <a:rPr lang="en-US" dirty="0"/>
              <a:t>   public static void main(String </a:t>
            </a:r>
            <a:r>
              <a:rPr lang="en-US" dirty="0" err="1"/>
              <a:t>args</a:t>
            </a:r>
            <a:r>
              <a:rPr lang="en-US" dirty="0"/>
              <a:t>[]) {</a:t>
            </a:r>
          </a:p>
          <a:p>
            <a:pPr marL="109537" indent="0">
              <a:spcBef>
                <a:spcPts val="0"/>
              </a:spcBef>
              <a:buNone/>
            </a:pPr>
            <a:r>
              <a:rPr lang="en-US" dirty="0"/>
              <a:t>      B obj = new B();</a:t>
            </a:r>
          </a:p>
          <a:p>
            <a:pPr marL="109537" indent="0">
              <a:spcBef>
                <a:spcPts val="0"/>
              </a:spcBef>
              <a:buNone/>
            </a:pPr>
            <a:r>
              <a:rPr lang="en-US" dirty="0"/>
              <a:t>      </a:t>
            </a:r>
            <a:r>
              <a:rPr lang="en-US" dirty="0" err="1"/>
              <a:t>System.out.println</a:t>
            </a:r>
            <a:r>
              <a:rPr lang="en-US" dirty="0"/>
              <a:t>("Value of a is: " + </a:t>
            </a:r>
            <a:r>
              <a:rPr lang="en-US" dirty="0" err="1"/>
              <a:t>obj.a</a:t>
            </a:r>
            <a:r>
              <a:rPr lang="en-US" dirty="0"/>
              <a:t>);</a:t>
            </a:r>
          </a:p>
          <a:p>
            <a:pPr marL="109537" indent="0">
              <a:spcBef>
                <a:spcPts val="0"/>
              </a:spcBef>
              <a:buNone/>
            </a:pPr>
            <a:r>
              <a:rPr lang="en-US" dirty="0"/>
              <a:t>      </a:t>
            </a:r>
            <a:r>
              <a:rPr lang="en-US" dirty="0" err="1"/>
              <a:t>System.out.println</a:t>
            </a:r>
            <a:r>
              <a:rPr lang="en-US" dirty="0"/>
              <a:t>("Value of b is: " + </a:t>
            </a:r>
            <a:r>
              <a:rPr lang="en-US" dirty="0" err="1"/>
              <a:t>obj.b</a:t>
            </a:r>
            <a:r>
              <a:rPr lang="en-US" dirty="0"/>
              <a:t>);</a:t>
            </a:r>
          </a:p>
          <a:p>
            <a:pPr marL="109537" indent="0">
              <a:spcBef>
                <a:spcPts val="0"/>
              </a:spcBef>
              <a:buNone/>
            </a:pPr>
            <a:r>
              <a:rPr lang="en-US" dirty="0"/>
              <a:t>   			}</a:t>
            </a:r>
          </a:p>
          <a:p>
            <a:pPr marL="109537" indent="0">
              <a:spcBef>
                <a:spcPts val="0"/>
              </a:spcBef>
              <a:buNone/>
            </a:pPr>
            <a:r>
              <a:rPr lang="en-US" dirty="0"/>
              <a:t>}</a:t>
            </a:r>
          </a:p>
          <a:p>
            <a:endParaRPr lang="en-US" dirty="0"/>
          </a:p>
        </p:txBody>
      </p:sp>
    </p:spTree>
    <p:extLst>
      <p:ext uri="{BB962C8B-B14F-4D97-AF65-F5344CB8AC3E}">
        <p14:creationId xmlns:p14="http://schemas.microsoft.com/office/powerpoint/2010/main" val="2623757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CE62CF-407F-0DF3-760C-9D66AFDE8901}"/>
              </a:ext>
            </a:extLst>
          </p:cNvPr>
          <p:cNvSpPr>
            <a:spLocks noGrp="1"/>
          </p:cNvSpPr>
          <p:nvPr>
            <p:ph type="title"/>
          </p:nvPr>
        </p:nvSpPr>
        <p:spPr/>
        <p:txBody>
          <a:bodyPr/>
          <a:lstStyle/>
          <a:p>
            <a:pPr algn="ctr"/>
            <a:r>
              <a:rPr lang="en-US" dirty="0">
                <a:highlight>
                  <a:srgbClr val="00FF00"/>
                </a:highlight>
              </a:rPr>
              <a:t>Class Activities</a:t>
            </a:r>
          </a:p>
        </p:txBody>
      </p:sp>
      <p:sp>
        <p:nvSpPr>
          <p:cNvPr id="3" name="Text Placeholder 2">
            <a:extLst>
              <a:ext uri="{FF2B5EF4-FFF2-40B4-BE49-F238E27FC236}">
                <a16:creationId xmlns:a16="http://schemas.microsoft.com/office/drawing/2014/main" id="{BC31B32D-193C-C68F-19F1-071F90D71049}"/>
              </a:ext>
            </a:extLst>
          </p:cNvPr>
          <p:cNvSpPr>
            <a:spLocks noGrp="1"/>
          </p:cNvSpPr>
          <p:nvPr>
            <p:ph type="body" idx="1"/>
          </p:nvPr>
        </p:nvSpPr>
        <p:spPr/>
        <p:txBody>
          <a:bodyPr/>
          <a:lstStyle/>
          <a:p>
            <a:r>
              <a:rPr lang="en-US" dirty="0"/>
              <a:t>Following the examples above, create two extra classes for Class C and Class D.</a:t>
            </a:r>
          </a:p>
          <a:p>
            <a:r>
              <a:rPr lang="en-US" dirty="0"/>
              <a:t>Class C should extend Class A</a:t>
            </a:r>
          </a:p>
          <a:p>
            <a:r>
              <a:rPr lang="en-US" dirty="0"/>
              <a:t>Class D should extend Class B.</a:t>
            </a:r>
          </a:p>
          <a:p>
            <a:r>
              <a:rPr lang="en-US" dirty="0"/>
              <a:t>Create objects for each new class as shown in the given example.</a:t>
            </a:r>
          </a:p>
          <a:p>
            <a:endParaRPr lang="en-US" dirty="0"/>
          </a:p>
        </p:txBody>
      </p:sp>
    </p:spTree>
    <p:extLst>
      <p:ext uri="{BB962C8B-B14F-4D97-AF65-F5344CB8AC3E}">
        <p14:creationId xmlns:p14="http://schemas.microsoft.com/office/powerpoint/2010/main" val="41917860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01A67-A6D7-400C-B36B-2A9346A532CB}"/>
              </a:ext>
            </a:extLst>
          </p:cNvPr>
          <p:cNvSpPr>
            <a:spLocks noGrp="1"/>
          </p:cNvSpPr>
          <p:nvPr>
            <p:ph type="title"/>
          </p:nvPr>
        </p:nvSpPr>
        <p:spPr>
          <a:xfrm>
            <a:off x="455363" y="0"/>
            <a:ext cx="10972800" cy="650779"/>
          </a:xfrm>
        </p:spPr>
        <p:txBody>
          <a:bodyPr/>
          <a:lstStyle/>
          <a:p>
            <a:pPr algn="ctr" fontAlgn="auto">
              <a:spcAft>
                <a:spcPts val="0"/>
              </a:spcAft>
              <a:defRPr/>
            </a:pPr>
            <a:r>
              <a:rPr lang="en-US" dirty="0">
                <a:solidFill>
                  <a:srgbClr val="24B5A1"/>
                </a:solidFill>
                <a:latin typeface="Calibri" panose="020F0502020204030204" pitchFamily="34" charset="0"/>
              </a:rPr>
              <a:t>  </a:t>
            </a:r>
            <a:r>
              <a:rPr lang="en-US" dirty="0"/>
              <a:t> Extending an existing class </a:t>
            </a:r>
            <a:endParaRPr lang="en-US" dirty="0">
              <a:solidFill>
                <a:srgbClr val="3380E6"/>
              </a:solidFill>
              <a:latin typeface="Calibri" panose="020F0502020204030204" pitchFamily="34" charset="0"/>
            </a:endParaRPr>
          </a:p>
        </p:txBody>
      </p:sp>
      <p:sp>
        <p:nvSpPr>
          <p:cNvPr id="3" name="Rectangle 2">
            <a:extLst>
              <a:ext uri="{FF2B5EF4-FFF2-40B4-BE49-F238E27FC236}">
                <a16:creationId xmlns:a16="http://schemas.microsoft.com/office/drawing/2014/main" id="{B59D30A4-8DBA-4EDF-8586-6B410F534C26}"/>
              </a:ext>
            </a:extLst>
          </p:cNvPr>
          <p:cNvSpPr/>
          <p:nvPr/>
        </p:nvSpPr>
        <p:spPr>
          <a:xfrm>
            <a:off x="284602" y="650779"/>
            <a:ext cx="11622795" cy="6047809"/>
          </a:xfrm>
          <a:prstGeom prst="rect">
            <a:avLst/>
          </a:prstGeom>
        </p:spPr>
        <p:txBody>
          <a:bodyPr wrap="square">
            <a:spAutoFit/>
          </a:bodyPr>
          <a:lstStyle/>
          <a:p>
            <a:pPr marL="285750" indent="-285750">
              <a:spcBef>
                <a:spcPts val="1200"/>
              </a:spcBef>
              <a:spcAft>
                <a:spcPts val="600"/>
              </a:spcAft>
              <a:buFont typeface="Arial" panose="020B0604020202020204" pitchFamily="34" charset="0"/>
              <a:buChar char="•"/>
            </a:pPr>
            <a:r>
              <a:rPr lang="en-US" sz="2600" dirty="0">
                <a:solidFill>
                  <a:srgbClr val="221E1F"/>
                </a:solidFill>
                <a:latin typeface="Adobe Caslon Pro"/>
              </a:rPr>
              <a:t>Methods and variables created in a super class can generally be treated as if they existed in the sub class provided they have not been declared with the </a:t>
            </a:r>
            <a:r>
              <a:rPr lang="en-US" sz="2600" b="1" dirty="0">
                <a:solidFill>
                  <a:srgbClr val="221E1F"/>
                </a:solidFill>
                <a:latin typeface="Humnst777 BT"/>
              </a:rPr>
              <a:t>private </a:t>
            </a:r>
            <a:r>
              <a:rPr lang="en-US" sz="2600" dirty="0">
                <a:solidFill>
                  <a:srgbClr val="221E1F"/>
                </a:solidFill>
                <a:latin typeface="Adobe Caslon Pro"/>
              </a:rPr>
              <a:t>keyword, which denies access from outside the original class. </a:t>
            </a:r>
          </a:p>
          <a:p>
            <a:pPr marL="285750" indent="-285750">
              <a:spcBef>
                <a:spcPts val="1200"/>
              </a:spcBef>
              <a:spcAft>
                <a:spcPts val="600"/>
              </a:spcAft>
              <a:buFont typeface="Arial" panose="020B0604020202020204" pitchFamily="34" charset="0"/>
              <a:buChar char="•"/>
            </a:pPr>
            <a:r>
              <a:rPr lang="en-US" sz="2600" dirty="0">
                <a:solidFill>
                  <a:srgbClr val="221E1F"/>
                </a:solidFill>
                <a:latin typeface="Adobe Caslon Pro"/>
              </a:rPr>
              <a:t>A method in a sub class will override a method of the same name that exists in its super class unless their arguments differ. </a:t>
            </a:r>
          </a:p>
          <a:p>
            <a:pPr marL="285750" indent="-285750">
              <a:spcBef>
                <a:spcPts val="1200"/>
              </a:spcBef>
              <a:spcAft>
                <a:spcPts val="600"/>
              </a:spcAft>
              <a:buFont typeface="Arial" panose="020B0604020202020204" pitchFamily="34" charset="0"/>
              <a:buChar char="•"/>
            </a:pPr>
            <a:r>
              <a:rPr lang="en-US" sz="2600" dirty="0">
                <a:solidFill>
                  <a:srgbClr val="221E1F"/>
                </a:solidFill>
                <a:latin typeface="Adobe Caslon Pro"/>
              </a:rPr>
              <a:t>The method in the super class may be explicitly addressed using its class name and dot notation. </a:t>
            </a:r>
          </a:p>
          <a:p>
            <a:pPr marL="742950" lvl="1" indent="-285750">
              <a:spcBef>
                <a:spcPts val="1200"/>
              </a:spcBef>
              <a:spcAft>
                <a:spcPts val="600"/>
              </a:spcAft>
              <a:buFont typeface="Arial" panose="020B0604020202020204" pitchFamily="34" charset="0"/>
              <a:buChar char="•"/>
            </a:pPr>
            <a:r>
              <a:rPr lang="en-US" sz="2600" dirty="0">
                <a:solidFill>
                  <a:srgbClr val="221E1F"/>
                </a:solidFill>
                <a:latin typeface="Adobe Caslon Pro"/>
              </a:rPr>
              <a:t>For example, </a:t>
            </a:r>
            <a:r>
              <a:rPr lang="en-US" sz="2600" b="1" dirty="0" err="1">
                <a:solidFill>
                  <a:srgbClr val="221E1F"/>
                </a:solidFill>
                <a:latin typeface="Humnst777 BT"/>
              </a:rPr>
              <a:t>SuperClass.run</a:t>
            </a:r>
            <a:r>
              <a:rPr lang="en-US" sz="2600" b="1" dirty="0">
                <a:solidFill>
                  <a:srgbClr val="221E1F"/>
                </a:solidFill>
                <a:latin typeface="Humnst777 BT"/>
              </a:rPr>
              <a:t>()</a:t>
            </a:r>
            <a:r>
              <a:rPr lang="en-US" sz="2600" dirty="0">
                <a:solidFill>
                  <a:srgbClr val="221E1F"/>
                </a:solidFill>
                <a:latin typeface="Adobe Caslon Pro"/>
              </a:rPr>
              <a:t>. </a:t>
            </a:r>
          </a:p>
          <a:p>
            <a:pPr marL="285750" indent="-285750">
              <a:spcBef>
                <a:spcPts val="1200"/>
              </a:spcBef>
              <a:spcAft>
                <a:spcPts val="600"/>
              </a:spcAft>
              <a:buFont typeface="Arial" panose="020B0604020202020204" pitchFamily="34" charset="0"/>
              <a:buChar char="•"/>
            </a:pPr>
            <a:r>
              <a:rPr lang="en-US" sz="2600" dirty="0">
                <a:solidFill>
                  <a:srgbClr val="221E1F"/>
                </a:solidFill>
                <a:latin typeface="Adobe Caslon Pro"/>
              </a:rPr>
              <a:t>It should be noted that a </a:t>
            </a:r>
            <a:r>
              <a:rPr lang="en-US" sz="2600" b="1" dirty="0">
                <a:solidFill>
                  <a:srgbClr val="221E1F"/>
                </a:solidFill>
                <a:latin typeface="Humnst777 BT"/>
              </a:rPr>
              <a:t>try catch </a:t>
            </a:r>
            <a:r>
              <a:rPr lang="en-US" sz="2600" dirty="0">
                <a:solidFill>
                  <a:srgbClr val="221E1F"/>
                </a:solidFill>
                <a:latin typeface="Adobe Caslon Pro"/>
              </a:rPr>
              <a:t>statement in a method within a super class does not catch exceptions that occur in a sub class </a:t>
            </a:r>
          </a:p>
          <a:p>
            <a:pPr lvl="1">
              <a:spcBef>
                <a:spcPts val="1200"/>
              </a:spcBef>
              <a:spcAft>
                <a:spcPts val="600"/>
              </a:spcAft>
            </a:pPr>
            <a:r>
              <a:rPr lang="en-US" sz="2600" dirty="0">
                <a:solidFill>
                  <a:srgbClr val="221E1F"/>
                </a:solidFill>
                <a:latin typeface="Adobe Caslon Pro"/>
              </a:rPr>
              <a:t>– the calling statement must be enclosed within its own </a:t>
            </a:r>
            <a:r>
              <a:rPr lang="en-US" sz="2600" b="1" dirty="0">
                <a:solidFill>
                  <a:srgbClr val="221E1F"/>
                </a:solidFill>
                <a:latin typeface="Humnst777 BT"/>
              </a:rPr>
              <a:t>try catch </a:t>
            </a:r>
            <a:r>
              <a:rPr lang="en-US" sz="2600" dirty="0">
                <a:solidFill>
                  <a:srgbClr val="221E1F"/>
                </a:solidFill>
                <a:latin typeface="Adobe Caslon Pro"/>
              </a:rPr>
              <a:t>statement to catch those exceptions. </a:t>
            </a:r>
            <a:endParaRPr lang="en-US" sz="2600" dirty="0"/>
          </a:p>
        </p:txBody>
      </p:sp>
    </p:spTree>
    <p:extLst>
      <p:ext uri="{BB962C8B-B14F-4D97-AF65-F5344CB8AC3E}">
        <p14:creationId xmlns:p14="http://schemas.microsoft.com/office/powerpoint/2010/main" val="21449485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01A67-A6D7-400C-B36B-2A9346A532CB}"/>
              </a:ext>
            </a:extLst>
          </p:cNvPr>
          <p:cNvSpPr>
            <a:spLocks noGrp="1"/>
          </p:cNvSpPr>
          <p:nvPr>
            <p:ph type="title"/>
          </p:nvPr>
        </p:nvSpPr>
        <p:spPr>
          <a:xfrm>
            <a:off x="455363" y="0"/>
            <a:ext cx="10972800" cy="650779"/>
          </a:xfrm>
        </p:spPr>
        <p:txBody>
          <a:bodyPr>
            <a:normAutofit/>
          </a:bodyPr>
          <a:lstStyle/>
          <a:p>
            <a:pPr algn="ctr" fontAlgn="auto">
              <a:spcAft>
                <a:spcPts val="0"/>
              </a:spcAft>
              <a:defRPr/>
            </a:pPr>
            <a:r>
              <a:rPr lang="en-US" dirty="0">
                <a:solidFill>
                  <a:srgbClr val="24B5A1"/>
                </a:solidFill>
                <a:latin typeface="Calibri" panose="020F0502020204030204" pitchFamily="34" charset="0"/>
              </a:rPr>
              <a:t>  </a:t>
            </a:r>
            <a:r>
              <a:rPr lang="en-US" dirty="0"/>
              <a:t> Extending an existing class: </a:t>
            </a:r>
            <a:r>
              <a:rPr lang="en-US" dirty="0">
                <a:effectLst/>
                <a:highlight>
                  <a:srgbClr val="FFFF00"/>
                </a:highlight>
              </a:rPr>
              <a:t>Example 4</a:t>
            </a:r>
            <a:r>
              <a:rPr lang="en-US" dirty="0">
                <a:highlight>
                  <a:srgbClr val="FFFF00"/>
                </a:highlight>
              </a:rPr>
              <a:t> </a:t>
            </a:r>
            <a:endParaRPr lang="en-US" dirty="0">
              <a:solidFill>
                <a:srgbClr val="3380E6"/>
              </a:solidFill>
              <a:highlight>
                <a:srgbClr val="FFFF00"/>
              </a:highlight>
              <a:latin typeface="Calibri" panose="020F0502020204030204" pitchFamily="34" charset="0"/>
            </a:endParaRPr>
          </a:p>
        </p:txBody>
      </p:sp>
      <p:pic>
        <p:nvPicPr>
          <p:cNvPr id="5" name="Picture 4">
            <a:extLst>
              <a:ext uri="{FF2B5EF4-FFF2-40B4-BE49-F238E27FC236}">
                <a16:creationId xmlns:a16="http://schemas.microsoft.com/office/drawing/2014/main" id="{0439BD0F-EF2E-43B5-8154-9A5CB48E9927}"/>
              </a:ext>
            </a:extLst>
          </p:cNvPr>
          <p:cNvPicPr>
            <a:picLocks noChangeAspect="1"/>
          </p:cNvPicPr>
          <p:nvPr/>
        </p:nvPicPr>
        <p:blipFill>
          <a:blip r:embed="rId3"/>
          <a:stretch>
            <a:fillRect/>
          </a:stretch>
        </p:blipFill>
        <p:spPr>
          <a:xfrm>
            <a:off x="182264" y="786470"/>
            <a:ext cx="5791200" cy="5228740"/>
          </a:xfrm>
          <a:prstGeom prst="rect">
            <a:avLst/>
          </a:prstGeom>
        </p:spPr>
      </p:pic>
      <p:pic>
        <p:nvPicPr>
          <p:cNvPr id="6" name="Picture 5">
            <a:extLst>
              <a:ext uri="{FF2B5EF4-FFF2-40B4-BE49-F238E27FC236}">
                <a16:creationId xmlns:a16="http://schemas.microsoft.com/office/drawing/2014/main" id="{BF2D4E18-1B71-45F9-8540-0049CCF0B7DF}"/>
              </a:ext>
            </a:extLst>
          </p:cNvPr>
          <p:cNvPicPr>
            <a:picLocks noChangeAspect="1"/>
          </p:cNvPicPr>
          <p:nvPr/>
        </p:nvPicPr>
        <p:blipFill>
          <a:blip r:embed="rId4"/>
          <a:stretch>
            <a:fillRect/>
          </a:stretch>
        </p:blipFill>
        <p:spPr>
          <a:xfrm>
            <a:off x="6096000" y="786470"/>
            <a:ext cx="5791200" cy="5845683"/>
          </a:xfrm>
          <a:prstGeom prst="rect">
            <a:avLst/>
          </a:prstGeom>
        </p:spPr>
      </p:pic>
    </p:spTree>
    <p:extLst>
      <p:ext uri="{BB962C8B-B14F-4D97-AF65-F5344CB8AC3E}">
        <p14:creationId xmlns:p14="http://schemas.microsoft.com/office/powerpoint/2010/main" val="41921949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01A67-A6D7-400C-B36B-2A9346A532CB}"/>
              </a:ext>
            </a:extLst>
          </p:cNvPr>
          <p:cNvSpPr>
            <a:spLocks noGrp="1"/>
          </p:cNvSpPr>
          <p:nvPr>
            <p:ph type="title"/>
          </p:nvPr>
        </p:nvSpPr>
        <p:spPr>
          <a:xfrm>
            <a:off x="455363" y="0"/>
            <a:ext cx="10972800" cy="650779"/>
          </a:xfrm>
        </p:spPr>
        <p:txBody>
          <a:bodyPr/>
          <a:lstStyle/>
          <a:p>
            <a:pPr algn="ctr" fontAlgn="auto">
              <a:spcAft>
                <a:spcPts val="0"/>
              </a:spcAft>
              <a:defRPr/>
            </a:pPr>
            <a:r>
              <a:rPr lang="en-US" dirty="0">
                <a:solidFill>
                  <a:srgbClr val="24B5A1"/>
                </a:solidFill>
                <a:latin typeface="Calibri" panose="020F0502020204030204" pitchFamily="34" charset="0"/>
              </a:rPr>
              <a:t>  </a:t>
            </a:r>
            <a:r>
              <a:rPr lang="en-US" dirty="0"/>
              <a:t> Extending an existing class </a:t>
            </a:r>
            <a:endParaRPr lang="en-US" dirty="0">
              <a:solidFill>
                <a:srgbClr val="3380E6"/>
              </a:solidFill>
              <a:latin typeface="Calibri" panose="020F0502020204030204" pitchFamily="34" charset="0"/>
            </a:endParaRPr>
          </a:p>
        </p:txBody>
      </p:sp>
      <p:pic>
        <p:nvPicPr>
          <p:cNvPr id="3" name="Picture 2">
            <a:extLst>
              <a:ext uri="{FF2B5EF4-FFF2-40B4-BE49-F238E27FC236}">
                <a16:creationId xmlns:a16="http://schemas.microsoft.com/office/drawing/2014/main" id="{872F3233-A232-49B1-BB32-6600A97C3415}"/>
              </a:ext>
            </a:extLst>
          </p:cNvPr>
          <p:cNvPicPr>
            <a:picLocks noChangeAspect="1"/>
          </p:cNvPicPr>
          <p:nvPr/>
        </p:nvPicPr>
        <p:blipFill>
          <a:blip r:embed="rId3"/>
          <a:stretch>
            <a:fillRect/>
          </a:stretch>
        </p:blipFill>
        <p:spPr>
          <a:xfrm>
            <a:off x="2434728" y="1861852"/>
            <a:ext cx="8009262" cy="2695720"/>
          </a:xfrm>
          <a:prstGeom prst="rect">
            <a:avLst/>
          </a:prstGeom>
        </p:spPr>
      </p:pic>
    </p:spTree>
    <p:extLst>
      <p:ext uri="{BB962C8B-B14F-4D97-AF65-F5344CB8AC3E}">
        <p14:creationId xmlns:p14="http://schemas.microsoft.com/office/powerpoint/2010/main" val="39955109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01A67-A6D7-400C-B36B-2A9346A532CB}"/>
              </a:ext>
            </a:extLst>
          </p:cNvPr>
          <p:cNvSpPr>
            <a:spLocks noGrp="1"/>
          </p:cNvSpPr>
          <p:nvPr>
            <p:ph type="title"/>
          </p:nvPr>
        </p:nvSpPr>
        <p:spPr>
          <a:xfrm>
            <a:off x="455363" y="0"/>
            <a:ext cx="10972800" cy="650779"/>
          </a:xfrm>
        </p:spPr>
        <p:txBody>
          <a:bodyPr/>
          <a:lstStyle/>
          <a:p>
            <a:pPr algn="ctr" fontAlgn="auto">
              <a:spcAft>
                <a:spcPts val="0"/>
              </a:spcAft>
              <a:defRPr/>
            </a:pPr>
            <a:r>
              <a:rPr lang="en-US" dirty="0">
                <a:solidFill>
                  <a:srgbClr val="24B5A1"/>
                </a:solidFill>
                <a:latin typeface="Calibri" panose="020F0502020204030204" pitchFamily="34" charset="0"/>
              </a:rPr>
              <a:t>  </a:t>
            </a:r>
            <a:r>
              <a:rPr lang="en-US" dirty="0"/>
              <a:t>Creating an object class </a:t>
            </a:r>
            <a:endParaRPr lang="en-US" dirty="0">
              <a:solidFill>
                <a:srgbClr val="3380E6"/>
              </a:solidFill>
              <a:latin typeface="Calibri" panose="020F0502020204030204" pitchFamily="34" charset="0"/>
            </a:endParaRPr>
          </a:p>
        </p:txBody>
      </p:sp>
      <p:sp>
        <p:nvSpPr>
          <p:cNvPr id="4" name="Rectangle 3">
            <a:extLst>
              <a:ext uri="{FF2B5EF4-FFF2-40B4-BE49-F238E27FC236}">
                <a16:creationId xmlns:a16="http://schemas.microsoft.com/office/drawing/2014/main" id="{29152106-DD11-4A8D-9863-466DAF727806}"/>
              </a:ext>
            </a:extLst>
          </p:cNvPr>
          <p:cNvSpPr/>
          <p:nvPr/>
        </p:nvSpPr>
        <p:spPr>
          <a:xfrm>
            <a:off x="119348" y="650779"/>
            <a:ext cx="8220421" cy="6217087"/>
          </a:xfrm>
          <a:prstGeom prst="rect">
            <a:avLst/>
          </a:prstGeom>
        </p:spPr>
        <p:txBody>
          <a:bodyPr wrap="square">
            <a:spAutoFit/>
          </a:bodyPr>
          <a:lstStyle/>
          <a:p>
            <a:pPr marL="457200" indent="-457200">
              <a:spcBef>
                <a:spcPts val="1200"/>
              </a:spcBef>
              <a:spcAft>
                <a:spcPts val="600"/>
              </a:spcAft>
              <a:buFont typeface="Arial" panose="020B0604020202020204" pitchFamily="34" charset="0"/>
              <a:buChar char="•"/>
            </a:pPr>
            <a:r>
              <a:rPr lang="en-US" sz="2600" dirty="0">
                <a:solidFill>
                  <a:srgbClr val="221E1F"/>
                </a:solidFill>
                <a:latin typeface="Adobe Caslon Pro"/>
              </a:rPr>
              <a:t>Real-world objects are all around us, and they each have attributes and behaviors that we can describe: </a:t>
            </a:r>
          </a:p>
          <a:p>
            <a:pPr marL="914400" lvl="1" indent="-457200">
              <a:spcBef>
                <a:spcPts val="1200"/>
              </a:spcBef>
              <a:spcAft>
                <a:spcPts val="600"/>
              </a:spcAft>
              <a:buFont typeface="Arial" panose="020B0604020202020204" pitchFamily="34" charset="0"/>
              <a:buChar char="•"/>
            </a:pPr>
            <a:r>
              <a:rPr lang="en-US" sz="2600" dirty="0">
                <a:solidFill>
                  <a:srgbClr val="0053A4"/>
                </a:solidFill>
                <a:latin typeface="Humnst777 BT"/>
              </a:rPr>
              <a:t> </a:t>
            </a:r>
            <a:r>
              <a:rPr lang="en-US" sz="2600" dirty="0">
                <a:solidFill>
                  <a:srgbClr val="221E1F"/>
                </a:solidFill>
                <a:latin typeface="Adobe Caslon Pro"/>
              </a:rPr>
              <a:t>Attributes describe the features that an object has.</a:t>
            </a:r>
          </a:p>
          <a:p>
            <a:pPr marL="914400" lvl="1" indent="-457200">
              <a:spcBef>
                <a:spcPts val="1200"/>
              </a:spcBef>
              <a:spcAft>
                <a:spcPts val="600"/>
              </a:spcAft>
              <a:buFont typeface="Arial" panose="020B0604020202020204" pitchFamily="34" charset="0"/>
              <a:buChar char="•"/>
            </a:pPr>
            <a:r>
              <a:rPr lang="en-US" sz="2600" dirty="0">
                <a:solidFill>
                  <a:srgbClr val="0053A4"/>
                </a:solidFill>
                <a:latin typeface="Humnst777 BT"/>
              </a:rPr>
              <a:t> </a:t>
            </a:r>
            <a:r>
              <a:rPr lang="en-US" sz="2600" dirty="0">
                <a:solidFill>
                  <a:srgbClr val="221E1F"/>
                </a:solidFill>
                <a:latin typeface="Adobe Caslon Pro"/>
              </a:rPr>
              <a:t>Behaviors describe actions that an object can perform.</a:t>
            </a:r>
          </a:p>
          <a:p>
            <a:pPr marL="457200" indent="-457200">
              <a:spcBef>
                <a:spcPts val="1200"/>
              </a:spcBef>
              <a:spcAft>
                <a:spcPts val="600"/>
              </a:spcAft>
              <a:buFont typeface="Arial" panose="020B0604020202020204" pitchFamily="34" charset="0"/>
              <a:buChar char="•"/>
            </a:pPr>
            <a:r>
              <a:rPr lang="en-US" sz="2600" dirty="0">
                <a:solidFill>
                  <a:srgbClr val="221E1F"/>
                </a:solidFill>
                <a:latin typeface="Adobe Caslon Pro"/>
              </a:rPr>
              <a:t>For example, a car might be described with attributes of “red” and “coupe”, along with an “accelerates” behavior. </a:t>
            </a:r>
          </a:p>
          <a:p>
            <a:pPr marL="457200" indent="-457200">
              <a:spcBef>
                <a:spcPts val="1200"/>
              </a:spcBef>
              <a:spcAft>
                <a:spcPts val="600"/>
              </a:spcAft>
              <a:buFont typeface="Arial" panose="020B0604020202020204" pitchFamily="34" charset="0"/>
              <a:buChar char="•"/>
            </a:pPr>
            <a:r>
              <a:rPr lang="en-US" sz="2600" dirty="0">
                <a:solidFill>
                  <a:srgbClr val="221E1F"/>
                </a:solidFill>
                <a:latin typeface="Adobe Caslon Pro"/>
              </a:rPr>
              <a:t>These features could be represented in Java programming with a </a:t>
            </a:r>
            <a:r>
              <a:rPr lang="en-US" sz="2600" b="1" dirty="0">
                <a:solidFill>
                  <a:srgbClr val="221E1F"/>
                </a:solidFill>
                <a:latin typeface="Humnst777 BT"/>
              </a:rPr>
              <a:t>Car </a:t>
            </a:r>
            <a:r>
              <a:rPr lang="en-US" sz="2600" dirty="0">
                <a:solidFill>
                  <a:srgbClr val="221E1F"/>
                </a:solidFill>
                <a:latin typeface="Adobe Caslon Pro"/>
              </a:rPr>
              <a:t>class containing variable properties of </a:t>
            </a:r>
            <a:r>
              <a:rPr lang="en-US" sz="2600" b="1" dirty="0">
                <a:solidFill>
                  <a:srgbClr val="221E1F"/>
                </a:solidFill>
                <a:latin typeface="Humnst777 BT"/>
              </a:rPr>
              <a:t>color </a:t>
            </a:r>
            <a:r>
              <a:rPr lang="en-US" sz="2600" dirty="0">
                <a:solidFill>
                  <a:srgbClr val="221E1F"/>
                </a:solidFill>
                <a:latin typeface="Adobe Caslon Pro"/>
              </a:rPr>
              <a:t>and </a:t>
            </a:r>
            <a:r>
              <a:rPr lang="en-US" sz="2600" b="1" dirty="0" err="1">
                <a:solidFill>
                  <a:srgbClr val="221E1F"/>
                </a:solidFill>
                <a:latin typeface="Humnst777 BT"/>
              </a:rPr>
              <a:t>bodyType</a:t>
            </a:r>
            <a:r>
              <a:rPr lang="en-US" sz="2600" dirty="0">
                <a:solidFill>
                  <a:srgbClr val="221E1F"/>
                </a:solidFill>
                <a:latin typeface="Adobe Caslon Pro"/>
              </a:rPr>
              <a:t>, along with an </a:t>
            </a:r>
            <a:r>
              <a:rPr lang="en-US" sz="2600" b="1" dirty="0">
                <a:solidFill>
                  <a:srgbClr val="221E1F"/>
                </a:solidFill>
                <a:latin typeface="Humnst777 BT"/>
              </a:rPr>
              <a:t>accelerate() </a:t>
            </a:r>
            <a:r>
              <a:rPr lang="en-US" sz="2600" dirty="0">
                <a:solidFill>
                  <a:srgbClr val="221E1F"/>
                </a:solidFill>
                <a:latin typeface="Adobe Caslon Pro"/>
              </a:rPr>
              <a:t>method. </a:t>
            </a:r>
            <a:endParaRPr lang="en-US" sz="2600" dirty="0"/>
          </a:p>
        </p:txBody>
      </p:sp>
      <p:pic>
        <p:nvPicPr>
          <p:cNvPr id="5" name="Picture 4">
            <a:extLst>
              <a:ext uri="{FF2B5EF4-FFF2-40B4-BE49-F238E27FC236}">
                <a16:creationId xmlns:a16="http://schemas.microsoft.com/office/drawing/2014/main" id="{92D3FEBB-E2C2-4EB6-871D-F8D67C4675E3}"/>
              </a:ext>
            </a:extLst>
          </p:cNvPr>
          <p:cNvPicPr>
            <a:picLocks noChangeAspect="1"/>
          </p:cNvPicPr>
          <p:nvPr/>
        </p:nvPicPr>
        <p:blipFill>
          <a:blip r:embed="rId3"/>
          <a:stretch>
            <a:fillRect/>
          </a:stretch>
        </p:blipFill>
        <p:spPr>
          <a:xfrm>
            <a:off x="7877061" y="2113914"/>
            <a:ext cx="4179068" cy="2766558"/>
          </a:xfrm>
          <a:prstGeom prst="rect">
            <a:avLst/>
          </a:prstGeom>
        </p:spPr>
      </p:pic>
    </p:spTree>
    <p:extLst>
      <p:ext uri="{BB962C8B-B14F-4D97-AF65-F5344CB8AC3E}">
        <p14:creationId xmlns:p14="http://schemas.microsoft.com/office/powerpoint/2010/main" val="33841265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01A67-A6D7-400C-B36B-2A9346A532CB}"/>
              </a:ext>
            </a:extLst>
          </p:cNvPr>
          <p:cNvSpPr>
            <a:spLocks noGrp="1"/>
          </p:cNvSpPr>
          <p:nvPr>
            <p:ph type="title"/>
          </p:nvPr>
        </p:nvSpPr>
        <p:spPr>
          <a:xfrm>
            <a:off x="455363" y="0"/>
            <a:ext cx="10972800" cy="650779"/>
          </a:xfrm>
        </p:spPr>
        <p:txBody>
          <a:bodyPr/>
          <a:lstStyle/>
          <a:p>
            <a:pPr algn="ctr" fontAlgn="auto">
              <a:spcAft>
                <a:spcPts val="0"/>
              </a:spcAft>
              <a:defRPr/>
            </a:pPr>
            <a:r>
              <a:rPr lang="en-US" dirty="0">
                <a:solidFill>
                  <a:srgbClr val="24B5A1"/>
                </a:solidFill>
                <a:latin typeface="Calibri" panose="020F0502020204030204" pitchFamily="34" charset="0"/>
              </a:rPr>
              <a:t>  </a:t>
            </a:r>
            <a:r>
              <a:rPr lang="en-US" dirty="0"/>
              <a:t>Creating an object class </a:t>
            </a:r>
            <a:endParaRPr lang="en-US" dirty="0">
              <a:solidFill>
                <a:srgbClr val="3380E6"/>
              </a:solidFill>
              <a:latin typeface="Calibri" panose="020F0502020204030204" pitchFamily="34" charset="0"/>
            </a:endParaRPr>
          </a:p>
        </p:txBody>
      </p:sp>
      <p:sp>
        <p:nvSpPr>
          <p:cNvPr id="3" name="Rectangle 2">
            <a:extLst>
              <a:ext uri="{FF2B5EF4-FFF2-40B4-BE49-F238E27FC236}">
                <a16:creationId xmlns:a16="http://schemas.microsoft.com/office/drawing/2014/main" id="{9D3C3899-ED6D-4313-AC9A-46F0A3C29860}"/>
              </a:ext>
            </a:extLst>
          </p:cNvPr>
          <p:cNvSpPr/>
          <p:nvPr/>
        </p:nvSpPr>
        <p:spPr>
          <a:xfrm>
            <a:off x="455363" y="650779"/>
            <a:ext cx="11354718" cy="5755422"/>
          </a:xfrm>
          <a:prstGeom prst="rect">
            <a:avLst/>
          </a:prstGeom>
        </p:spPr>
        <p:txBody>
          <a:bodyPr wrap="square">
            <a:spAutoFit/>
          </a:bodyPr>
          <a:lstStyle/>
          <a:p>
            <a:pPr marL="457200" indent="-457200">
              <a:spcBef>
                <a:spcPts val="1200"/>
              </a:spcBef>
              <a:spcAft>
                <a:spcPts val="600"/>
              </a:spcAft>
              <a:buFont typeface="Arial" panose="020B0604020202020204" pitchFamily="34" charset="0"/>
              <a:buChar char="•"/>
            </a:pPr>
            <a:r>
              <a:rPr lang="en-US" sz="2800" dirty="0">
                <a:solidFill>
                  <a:srgbClr val="221E1F"/>
                </a:solidFill>
                <a:latin typeface="Adobe Caslon Pro"/>
              </a:rPr>
              <a:t>Java is said to be an Object Oriented Programming (OOP) language because it makes extensive use of object attributes and behaviors to perform program tasks. </a:t>
            </a:r>
          </a:p>
          <a:p>
            <a:pPr marL="457200" indent="-457200">
              <a:spcBef>
                <a:spcPts val="1200"/>
              </a:spcBef>
              <a:spcAft>
                <a:spcPts val="600"/>
              </a:spcAft>
              <a:buFont typeface="Arial" panose="020B0604020202020204" pitchFamily="34" charset="0"/>
              <a:buChar char="•"/>
            </a:pPr>
            <a:r>
              <a:rPr lang="en-US" sz="2800" dirty="0">
                <a:solidFill>
                  <a:srgbClr val="221E1F"/>
                </a:solidFill>
                <a:latin typeface="Adobe Caslon Pro"/>
              </a:rPr>
              <a:t>Objects are created in Java by defining a class as a template from which different copies, or “instances”, can be made. </a:t>
            </a:r>
          </a:p>
          <a:p>
            <a:pPr marL="457200" indent="-457200">
              <a:spcBef>
                <a:spcPts val="1200"/>
              </a:spcBef>
              <a:spcAft>
                <a:spcPts val="600"/>
              </a:spcAft>
              <a:buFont typeface="Arial" panose="020B0604020202020204" pitchFamily="34" charset="0"/>
              <a:buChar char="•"/>
            </a:pPr>
            <a:r>
              <a:rPr lang="en-US" sz="2800" dirty="0">
                <a:solidFill>
                  <a:srgbClr val="221E1F"/>
                </a:solidFill>
                <a:latin typeface="Adobe Caslon Pro"/>
              </a:rPr>
              <a:t>Each instance of the class can be customized by assigning attribute values and behaviors to describe that object. </a:t>
            </a:r>
          </a:p>
          <a:p>
            <a:pPr marL="457200" indent="-457200">
              <a:spcBef>
                <a:spcPts val="1200"/>
              </a:spcBef>
              <a:spcAft>
                <a:spcPts val="600"/>
              </a:spcAft>
              <a:buFont typeface="Arial" panose="020B0604020202020204" pitchFamily="34" charset="0"/>
              <a:buChar char="•"/>
            </a:pPr>
            <a:r>
              <a:rPr lang="en-US" sz="2800" dirty="0">
                <a:solidFill>
                  <a:srgbClr val="221E1F"/>
                </a:solidFill>
                <a:latin typeface="Adobe Caslon Pro"/>
              </a:rPr>
              <a:t>The </a:t>
            </a:r>
            <a:r>
              <a:rPr lang="en-US" sz="2800" b="1" dirty="0">
                <a:solidFill>
                  <a:srgbClr val="221E1F"/>
                </a:solidFill>
                <a:latin typeface="Humnst777 BT"/>
              </a:rPr>
              <a:t>Car </a:t>
            </a:r>
            <a:r>
              <a:rPr lang="en-US" sz="2800" dirty="0">
                <a:solidFill>
                  <a:srgbClr val="221E1F"/>
                </a:solidFill>
                <a:latin typeface="Adobe Caslon Pro"/>
              </a:rPr>
              <a:t>class is created as a class template in the steps described below – with the default attributes and behavior outlined above. </a:t>
            </a:r>
          </a:p>
          <a:p>
            <a:pPr marL="457200" indent="-457200">
              <a:spcBef>
                <a:spcPts val="1200"/>
              </a:spcBef>
              <a:spcAft>
                <a:spcPts val="600"/>
              </a:spcAft>
              <a:buFont typeface="Arial" panose="020B0604020202020204" pitchFamily="34" charset="0"/>
              <a:buChar char="•"/>
            </a:pPr>
            <a:r>
              <a:rPr lang="en-US" sz="2800" dirty="0">
                <a:solidFill>
                  <a:srgbClr val="221E1F"/>
                </a:solidFill>
                <a:latin typeface="Adobe Caslon Pro"/>
              </a:rPr>
              <a:t>An instance of the </a:t>
            </a:r>
            <a:r>
              <a:rPr lang="en-US" sz="2800" b="1" dirty="0">
                <a:solidFill>
                  <a:srgbClr val="221E1F"/>
                </a:solidFill>
                <a:latin typeface="Humnst777 BT"/>
              </a:rPr>
              <a:t>Car </a:t>
            </a:r>
            <a:r>
              <a:rPr lang="en-US" sz="2800" dirty="0">
                <a:solidFill>
                  <a:srgbClr val="221E1F"/>
                </a:solidFill>
                <a:latin typeface="Adobe Caslon Pro"/>
              </a:rPr>
              <a:t>class is created in the steps described on page later, inheriting the same default attributes and behavior.</a:t>
            </a:r>
            <a:endParaRPr lang="en-US" sz="2800" dirty="0"/>
          </a:p>
        </p:txBody>
      </p:sp>
    </p:spTree>
    <p:extLst>
      <p:ext uri="{BB962C8B-B14F-4D97-AF65-F5344CB8AC3E}">
        <p14:creationId xmlns:p14="http://schemas.microsoft.com/office/powerpoint/2010/main" val="22293496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01A67-A6D7-400C-B36B-2A9346A532CB}"/>
              </a:ext>
            </a:extLst>
          </p:cNvPr>
          <p:cNvSpPr>
            <a:spLocks noGrp="1"/>
          </p:cNvSpPr>
          <p:nvPr>
            <p:ph type="title"/>
          </p:nvPr>
        </p:nvSpPr>
        <p:spPr>
          <a:xfrm>
            <a:off x="455363" y="0"/>
            <a:ext cx="10972800" cy="650779"/>
          </a:xfrm>
        </p:spPr>
        <p:txBody>
          <a:bodyPr>
            <a:normAutofit/>
          </a:bodyPr>
          <a:lstStyle/>
          <a:p>
            <a:pPr algn="ctr" fontAlgn="auto">
              <a:spcAft>
                <a:spcPts val="0"/>
              </a:spcAft>
              <a:defRPr/>
            </a:pPr>
            <a:r>
              <a:rPr lang="en-US" dirty="0">
                <a:solidFill>
                  <a:srgbClr val="24B5A1"/>
                </a:solidFill>
                <a:latin typeface="Calibri" panose="020F0502020204030204" pitchFamily="34" charset="0"/>
              </a:rPr>
              <a:t>  </a:t>
            </a:r>
            <a:r>
              <a:rPr lang="en-US" dirty="0"/>
              <a:t>Creating an object class : </a:t>
            </a:r>
            <a:r>
              <a:rPr lang="en-US" dirty="0">
                <a:effectLst/>
                <a:highlight>
                  <a:srgbClr val="FFFF00"/>
                </a:highlight>
              </a:rPr>
              <a:t>Example 5 </a:t>
            </a:r>
            <a:endParaRPr lang="en-US" dirty="0">
              <a:solidFill>
                <a:srgbClr val="3380E6"/>
              </a:solidFill>
              <a:highlight>
                <a:srgbClr val="FFFF00"/>
              </a:highlight>
              <a:latin typeface="Calibri" panose="020F0502020204030204" pitchFamily="34" charset="0"/>
            </a:endParaRPr>
          </a:p>
        </p:txBody>
      </p:sp>
      <p:pic>
        <p:nvPicPr>
          <p:cNvPr id="5" name="Picture 4">
            <a:extLst>
              <a:ext uri="{FF2B5EF4-FFF2-40B4-BE49-F238E27FC236}">
                <a16:creationId xmlns:a16="http://schemas.microsoft.com/office/drawing/2014/main" id="{43D95ACA-5CD8-4B28-9F0C-AD001F16EDD0}"/>
              </a:ext>
            </a:extLst>
          </p:cNvPr>
          <p:cNvPicPr>
            <a:picLocks noChangeAspect="1"/>
          </p:cNvPicPr>
          <p:nvPr/>
        </p:nvPicPr>
        <p:blipFill>
          <a:blip r:embed="rId3"/>
          <a:stretch>
            <a:fillRect/>
          </a:stretch>
        </p:blipFill>
        <p:spPr>
          <a:xfrm>
            <a:off x="220337" y="650779"/>
            <a:ext cx="6709272" cy="6207221"/>
          </a:xfrm>
          <a:prstGeom prst="rect">
            <a:avLst/>
          </a:prstGeom>
        </p:spPr>
      </p:pic>
      <p:sp>
        <p:nvSpPr>
          <p:cNvPr id="6" name="Rectangle 5">
            <a:extLst>
              <a:ext uri="{FF2B5EF4-FFF2-40B4-BE49-F238E27FC236}">
                <a16:creationId xmlns:a16="http://schemas.microsoft.com/office/drawing/2014/main" id="{A64F6D92-33A2-44F2-95C2-21D15695BE0E}"/>
              </a:ext>
            </a:extLst>
          </p:cNvPr>
          <p:cNvSpPr/>
          <p:nvPr/>
        </p:nvSpPr>
        <p:spPr>
          <a:xfrm>
            <a:off x="7227064" y="814327"/>
            <a:ext cx="5262390" cy="1815882"/>
          </a:xfrm>
          <a:prstGeom prst="rect">
            <a:avLst/>
          </a:prstGeom>
        </p:spPr>
        <p:txBody>
          <a:bodyPr wrap="square">
            <a:spAutoFit/>
          </a:bodyPr>
          <a:lstStyle/>
          <a:p>
            <a:r>
              <a:rPr lang="en-US" sz="2800" dirty="0">
                <a:solidFill>
                  <a:srgbClr val="6C6E70"/>
                </a:solidFill>
                <a:latin typeface="Humnst777 Lt BT"/>
              </a:rPr>
              <a:t>The </a:t>
            </a:r>
            <a:r>
              <a:rPr lang="en-US" sz="2800" b="1" dirty="0">
                <a:solidFill>
                  <a:srgbClr val="6C6E70"/>
                </a:solidFill>
                <a:latin typeface="Humnst777 BT"/>
              </a:rPr>
              <a:t>static </a:t>
            </a:r>
            <a:r>
              <a:rPr lang="en-US" sz="2800" dirty="0">
                <a:solidFill>
                  <a:srgbClr val="6C6E70"/>
                </a:solidFill>
                <a:latin typeface="Humnst777 Lt BT"/>
              </a:rPr>
              <a:t>keyword declares class variables and class methods – in this case, as members of the </a:t>
            </a:r>
            <a:r>
              <a:rPr lang="en-US" sz="2800" b="1" dirty="0">
                <a:solidFill>
                  <a:srgbClr val="6C6E70"/>
                </a:solidFill>
                <a:latin typeface="Humnst777 BT"/>
              </a:rPr>
              <a:t>Car </a:t>
            </a:r>
            <a:r>
              <a:rPr lang="en-US" sz="2800" dirty="0">
                <a:solidFill>
                  <a:srgbClr val="6C6E70"/>
                </a:solidFill>
                <a:latin typeface="Humnst777 Lt BT"/>
              </a:rPr>
              <a:t>class.</a:t>
            </a:r>
            <a:endParaRPr lang="en-US" sz="2800" dirty="0"/>
          </a:p>
        </p:txBody>
      </p:sp>
      <p:pic>
        <p:nvPicPr>
          <p:cNvPr id="7" name="Picture 6">
            <a:extLst>
              <a:ext uri="{FF2B5EF4-FFF2-40B4-BE49-F238E27FC236}">
                <a16:creationId xmlns:a16="http://schemas.microsoft.com/office/drawing/2014/main" id="{0700A4E2-97DB-4E32-B735-DA46A02E8AAE}"/>
              </a:ext>
            </a:extLst>
          </p:cNvPr>
          <p:cNvPicPr>
            <a:picLocks noChangeAspect="1"/>
          </p:cNvPicPr>
          <p:nvPr/>
        </p:nvPicPr>
        <p:blipFill>
          <a:blip r:embed="rId4"/>
          <a:stretch>
            <a:fillRect/>
          </a:stretch>
        </p:blipFill>
        <p:spPr>
          <a:xfrm>
            <a:off x="7158142" y="3674189"/>
            <a:ext cx="4971429" cy="1933333"/>
          </a:xfrm>
          <a:prstGeom prst="rect">
            <a:avLst/>
          </a:prstGeom>
        </p:spPr>
      </p:pic>
    </p:spTree>
    <p:extLst>
      <p:ext uri="{BB962C8B-B14F-4D97-AF65-F5344CB8AC3E}">
        <p14:creationId xmlns:p14="http://schemas.microsoft.com/office/powerpoint/2010/main" val="25679660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90B8B9-561E-43D0-96F7-2D8280326E2D}"/>
              </a:ext>
            </a:extLst>
          </p:cNvPr>
          <p:cNvSpPr>
            <a:spLocks noGrp="1"/>
          </p:cNvSpPr>
          <p:nvPr>
            <p:ph type="title"/>
          </p:nvPr>
        </p:nvSpPr>
        <p:spPr/>
        <p:txBody>
          <a:bodyPr>
            <a:normAutofit fontScale="90000"/>
          </a:bodyPr>
          <a:lstStyle/>
          <a:p>
            <a:pPr>
              <a:defRPr/>
            </a:pPr>
            <a:r>
              <a:rPr lang="en-US" dirty="0">
                <a:solidFill>
                  <a:srgbClr val="3380E6"/>
                </a:solidFill>
                <a:latin typeface="Calibri" panose="020F0502020204030204" pitchFamily="34" charset="0"/>
              </a:rPr>
              <a:t>7.4  </a:t>
            </a:r>
            <a:r>
              <a:rPr lang="en-US" dirty="0">
                <a:solidFill>
                  <a:srgbClr val="3380E6"/>
                </a:solidFill>
                <a:latin typeface="Consolas" panose="020B0609020204030204" pitchFamily="49" charset="0"/>
              </a:rPr>
              <a:t>Account</a:t>
            </a:r>
            <a:r>
              <a:rPr lang="en-US" dirty="0">
                <a:solidFill>
                  <a:srgbClr val="3380E6"/>
                </a:solidFill>
                <a:latin typeface="Calibri" panose="020F0502020204030204" pitchFamily="34" charset="0"/>
              </a:rPr>
              <a:t> Class: Initializing Objects with Constructors</a:t>
            </a:r>
          </a:p>
        </p:txBody>
      </p:sp>
      <p:sp>
        <p:nvSpPr>
          <p:cNvPr id="53251" name="Text Placeholder 2">
            <a:extLst>
              <a:ext uri="{FF2B5EF4-FFF2-40B4-BE49-F238E27FC236}">
                <a16:creationId xmlns:a16="http://schemas.microsoft.com/office/drawing/2014/main" id="{342E69B8-3BC7-462D-9150-368833CBB2FC}"/>
              </a:ext>
            </a:extLst>
          </p:cNvPr>
          <p:cNvSpPr>
            <a:spLocks noGrp="1"/>
          </p:cNvSpPr>
          <p:nvPr>
            <p:ph type="body" idx="1"/>
          </p:nvPr>
        </p:nvSpPr>
        <p:spPr/>
        <p:txBody>
          <a:bodyPr/>
          <a:lstStyle/>
          <a:p>
            <a:pPr marL="457200" indent="-457200"/>
            <a:r>
              <a:rPr lang="en-US" altLang="en-US" dirty="0">
                <a:solidFill>
                  <a:srgbClr val="000000"/>
                </a:solidFill>
                <a:latin typeface="Cambria" panose="02040503050406030204" pitchFamily="18" charset="0"/>
              </a:rPr>
              <a:t>Each class you declare can optionally provide a constructor with parameters that can be used to initialize an object of a class when the object is created. </a:t>
            </a:r>
          </a:p>
          <a:p>
            <a:pPr marL="457200" indent="-457200"/>
            <a:r>
              <a:rPr lang="en-US" altLang="en-US" dirty="0">
                <a:solidFill>
                  <a:srgbClr val="000000"/>
                </a:solidFill>
                <a:latin typeface="Cambria" panose="02040503050406030204" pitchFamily="18" charset="0"/>
              </a:rPr>
              <a:t>Java </a:t>
            </a:r>
            <a:r>
              <a:rPr lang="en-US" altLang="en-US" i="1" dirty="0">
                <a:solidFill>
                  <a:srgbClr val="000000"/>
                </a:solidFill>
                <a:latin typeface="Cambria" panose="02040503050406030204" pitchFamily="18" charset="0"/>
              </a:rPr>
              <a:t>requires</a:t>
            </a:r>
            <a:r>
              <a:rPr lang="en-US" altLang="en-US" dirty="0">
                <a:solidFill>
                  <a:srgbClr val="000000"/>
                </a:solidFill>
                <a:latin typeface="Cambria" panose="02040503050406030204" pitchFamily="18" charset="0"/>
              </a:rPr>
              <a:t> a constructor call for </a:t>
            </a:r>
            <a:r>
              <a:rPr lang="en-US" altLang="en-US" i="1" dirty="0">
                <a:solidFill>
                  <a:srgbClr val="000000"/>
                </a:solidFill>
                <a:latin typeface="Cambria" panose="02040503050406030204" pitchFamily="18" charset="0"/>
              </a:rPr>
              <a:t>every</a:t>
            </a:r>
            <a:r>
              <a:rPr lang="en-US" altLang="en-US" dirty="0">
                <a:solidFill>
                  <a:srgbClr val="000000"/>
                </a:solidFill>
                <a:latin typeface="Cambria" panose="02040503050406030204" pitchFamily="18" charset="0"/>
              </a:rPr>
              <a:t> object that’s created. </a:t>
            </a:r>
          </a:p>
        </p:txBody>
      </p:sp>
      <p:sp>
        <p:nvSpPr>
          <p:cNvPr id="4" name="Footer Placeholder 3">
            <a:extLst>
              <a:ext uri="{FF2B5EF4-FFF2-40B4-BE49-F238E27FC236}">
                <a16:creationId xmlns:a16="http://schemas.microsoft.com/office/drawing/2014/main" id="{84B7ECA7-31CD-406A-A22D-BC1C3ED331C7}"/>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Calibri" panose="020F0502020204030204" pitchFamily="34" charset="0"/>
                <a:ea typeface="+mn-ea"/>
                <a:cs typeface="+mn-cs"/>
              </a:rPr>
              <a:t>© Copyright 1992-2018 by Pearson Education, Inc. All Rights Reserved.</a:t>
            </a:r>
          </a:p>
        </p:txBody>
      </p:sp>
    </p:spTree>
    <p:extLst>
      <p:ext uri="{BB962C8B-B14F-4D97-AF65-F5344CB8AC3E}">
        <p14:creationId xmlns:p14="http://schemas.microsoft.com/office/powerpoint/2010/main" val="19580226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90B8B9-561E-43D0-96F7-2D8280326E2D}"/>
              </a:ext>
            </a:extLst>
          </p:cNvPr>
          <p:cNvSpPr>
            <a:spLocks noGrp="1"/>
          </p:cNvSpPr>
          <p:nvPr>
            <p:ph type="title"/>
          </p:nvPr>
        </p:nvSpPr>
        <p:spPr>
          <a:xfrm>
            <a:off x="554515" y="84136"/>
            <a:ext cx="11971663" cy="342307"/>
          </a:xfrm>
        </p:spPr>
        <p:txBody>
          <a:bodyPr>
            <a:normAutofit fontScale="90000"/>
          </a:bodyPr>
          <a:lstStyle/>
          <a:p>
            <a:pPr>
              <a:defRPr/>
            </a:pPr>
            <a:r>
              <a:rPr lang="en-US" dirty="0">
                <a:solidFill>
                  <a:srgbClr val="3380E6"/>
                </a:solidFill>
                <a:latin typeface="Calibri" panose="020F0502020204030204" pitchFamily="34" charset="0"/>
              </a:rPr>
              <a:t>7.4  </a:t>
            </a:r>
            <a:r>
              <a:rPr lang="en-US" dirty="0">
                <a:solidFill>
                  <a:srgbClr val="3380E6"/>
                </a:solidFill>
                <a:latin typeface="Consolas" panose="020B0609020204030204" pitchFamily="49" charset="0"/>
              </a:rPr>
              <a:t>Account</a:t>
            </a:r>
            <a:r>
              <a:rPr lang="en-US" dirty="0">
                <a:solidFill>
                  <a:srgbClr val="3380E6"/>
                </a:solidFill>
                <a:latin typeface="Calibri" panose="020F0502020204030204" pitchFamily="34" charset="0"/>
              </a:rPr>
              <a:t> Class: Initializing Objects with Constructors</a:t>
            </a:r>
          </a:p>
        </p:txBody>
      </p:sp>
      <p:sp>
        <p:nvSpPr>
          <p:cNvPr id="4" name="Footer Placeholder 3">
            <a:extLst>
              <a:ext uri="{FF2B5EF4-FFF2-40B4-BE49-F238E27FC236}">
                <a16:creationId xmlns:a16="http://schemas.microsoft.com/office/drawing/2014/main" id="{84B7ECA7-31CD-406A-A22D-BC1C3ED331C7}"/>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Calibri" panose="020F0502020204030204" pitchFamily="34" charset="0"/>
                <a:ea typeface="+mn-ea"/>
                <a:cs typeface="+mn-cs"/>
              </a:rPr>
              <a:t>© Copyright 1992-2018 by Pearson Education, Inc. All Rights Reserved.</a:t>
            </a:r>
          </a:p>
        </p:txBody>
      </p:sp>
      <p:pic>
        <p:nvPicPr>
          <p:cNvPr id="3" name="Online Media 2" title="7.5 Constructor Example in Java">
            <a:hlinkClick r:id="" action="ppaction://media"/>
            <a:extLst>
              <a:ext uri="{FF2B5EF4-FFF2-40B4-BE49-F238E27FC236}">
                <a16:creationId xmlns:a16="http://schemas.microsoft.com/office/drawing/2014/main" id="{1B89026E-FD69-48D7-AC82-EA068C37D87A}"/>
              </a:ext>
            </a:extLst>
          </p:cNvPr>
          <p:cNvPicPr>
            <a:picLocks noRot="1" noChangeAspect="1"/>
          </p:cNvPicPr>
          <p:nvPr>
            <a:videoFile r:link="rId1"/>
          </p:nvPr>
        </p:nvPicPr>
        <p:blipFill>
          <a:blip r:embed="rId3"/>
          <a:stretch>
            <a:fillRect/>
          </a:stretch>
        </p:blipFill>
        <p:spPr>
          <a:xfrm>
            <a:off x="-25662" y="539827"/>
            <a:ext cx="12243324" cy="6340207"/>
          </a:xfrm>
          <a:prstGeom prst="rect">
            <a:avLst/>
          </a:prstGeom>
        </p:spPr>
      </p:pic>
    </p:spTree>
    <p:extLst>
      <p:ext uri="{BB962C8B-B14F-4D97-AF65-F5344CB8AC3E}">
        <p14:creationId xmlns:p14="http://schemas.microsoft.com/office/powerpoint/2010/main" val="3191485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01A67-A6D7-400C-B36B-2A9346A532CB}"/>
              </a:ext>
            </a:extLst>
          </p:cNvPr>
          <p:cNvSpPr>
            <a:spLocks noGrp="1"/>
          </p:cNvSpPr>
          <p:nvPr>
            <p:ph type="title"/>
          </p:nvPr>
        </p:nvSpPr>
        <p:spPr>
          <a:xfrm>
            <a:off x="455363" y="0"/>
            <a:ext cx="10972800" cy="650779"/>
          </a:xfrm>
        </p:spPr>
        <p:txBody>
          <a:bodyPr/>
          <a:lstStyle/>
          <a:p>
            <a:pPr algn="ctr" fontAlgn="auto">
              <a:spcAft>
                <a:spcPts val="0"/>
              </a:spcAft>
              <a:defRPr/>
            </a:pPr>
            <a:r>
              <a:rPr lang="en-US" dirty="0">
                <a:solidFill>
                  <a:srgbClr val="24B5A1"/>
                </a:solidFill>
                <a:latin typeface="Calibri" panose="020F0502020204030204" pitchFamily="34" charset="0"/>
              </a:rPr>
              <a:t>  </a:t>
            </a:r>
            <a:r>
              <a:rPr lang="en-US" dirty="0"/>
              <a:t>Producing an object instance </a:t>
            </a:r>
            <a:endParaRPr lang="en-US" dirty="0">
              <a:solidFill>
                <a:srgbClr val="3380E6"/>
              </a:solidFill>
              <a:latin typeface="Calibri" panose="020F0502020204030204" pitchFamily="34" charset="0"/>
            </a:endParaRPr>
          </a:p>
        </p:txBody>
      </p:sp>
      <p:sp>
        <p:nvSpPr>
          <p:cNvPr id="3" name="Rectangle 2">
            <a:extLst>
              <a:ext uri="{FF2B5EF4-FFF2-40B4-BE49-F238E27FC236}">
                <a16:creationId xmlns:a16="http://schemas.microsoft.com/office/drawing/2014/main" id="{D4C40826-7104-4082-8BD9-49C83D8F032E}"/>
              </a:ext>
            </a:extLst>
          </p:cNvPr>
          <p:cNvSpPr/>
          <p:nvPr/>
        </p:nvSpPr>
        <p:spPr>
          <a:xfrm>
            <a:off x="455363" y="752933"/>
            <a:ext cx="11127036" cy="5755422"/>
          </a:xfrm>
          <a:prstGeom prst="rect">
            <a:avLst/>
          </a:prstGeom>
        </p:spPr>
        <p:txBody>
          <a:bodyPr wrap="square">
            <a:spAutoFit/>
          </a:bodyPr>
          <a:lstStyle/>
          <a:p>
            <a:pPr marL="457200" indent="-457200">
              <a:spcBef>
                <a:spcPts val="1200"/>
              </a:spcBef>
              <a:spcAft>
                <a:spcPts val="600"/>
              </a:spcAft>
              <a:buFont typeface="Arial" panose="020B0604020202020204" pitchFamily="34" charset="0"/>
              <a:buChar char="•"/>
            </a:pPr>
            <a:r>
              <a:rPr lang="en-US" sz="2800" dirty="0">
                <a:solidFill>
                  <a:srgbClr val="221E1F"/>
                </a:solidFill>
                <a:latin typeface="Adobe Caslon Pro"/>
              </a:rPr>
              <a:t>Each class has a built-in “constructor” method that can be used to create a new instance of that class. </a:t>
            </a:r>
          </a:p>
          <a:p>
            <a:pPr marL="457200" indent="-457200">
              <a:spcBef>
                <a:spcPts val="1200"/>
              </a:spcBef>
              <a:spcAft>
                <a:spcPts val="600"/>
              </a:spcAft>
              <a:buFont typeface="Arial" panose="020B0604020202020204" pitchFamily="34" charset="0"/>
              <a:buChar char="•"/>
            </a:pPr>
            <a:r>
              <a:rPr lang="en-US" sz="2800" dirty="0">
                <a:solidFill>
                  <a:srgbClr val="221E1F"/>
                </a:solidFill>
                <a:latin typeface="Adobe Caslon Pro"/>
              </a:rPr>
              <a:t>The constructor method has the same name as the class, and is invoked with the </a:t>
            </a:r>
            <a:r>
              <a:rPr lang="en-US" sz="2800" b="1" dirty="0">
                <a:solidFill>
                  <a:srgbClr val="221E1F"/>
                </a:solidFill>
                <a:latin typeface="Humnst777 BT"/>
              </a:rPr>
              <a:t>new </a:t>
            </a:r>
            <a:r>
              <a:rPr lang="en-US" sz="2800" dirty="0">
                <a:solidFill>
                  <a:srgbClr val="221E1F"/>
                </a:solidFill>
                <a:latin typeface="Adobe Caslon Pro"/>
              </a:rPr>
              <a:t>keyword. </a:t>
            </a:r>
          </a:p>
          <a:p>
            <a:pPr marL="457200" indent="-457200">
              <a:spcBef>
                <a:spcPts val="1200"/>
              </a:spcBef>
              <a:spcAft>
                <a:spcPts val="600"/>
              </a:spcAft>
              <a:buFont typeface="Arial" panose="020B0604020202020204" pitchFamily="34" charset="0"/>
              <a:buChar char="•"/>
            </a:pPr>
            <a:r>
              <a:rPr lang="en-US" sz="2800" dirty="0">
                <a:solidFill>
                  <a:srgbClr val="221E1F"/>
                </a:solidFill>
                <a:latin typeface="Adobe Caslon Pro"/>
              </a:rPr>
              <a:t>Each instance of a class inherits the object’s attributes and behaviors. </a:t>
            </a:r>
          </a:p>
          <a:p>
            <a:pPr marL="457200" indent="-457200">
              <a:spcBef>
                <a:spcPts val="1200"/>
              </a:spcBef>
              <a:spcAft>
                <a:spcPts val="600"/>
              </a:spcAft>
              <a:buFont typeface="Arial" panose="020B0604020202020204" pitchFamily="34" charset="0"/>
              <a:buChar char="•"/>
            </a:pPr>
            <a:r>
              <a:rPr lang="en-US" sz="2800" dirty="0">
                <a:solidFill>
                  <a:srgbClr val="221E1F"/>
                </a:solidFill>
                <a:latin typeface="Adobe Caslon Pro"/>
              </a:rPr>
              <a:t>The principle of inheritance is used throughout Java so that programs can use ready-made properties. </a:t>
            </a:r>
          </a:p>
          <a:p>
            <a:pPr marL="457200" indent="-457200">
              <a:spcBef>
                <a:spcPts val="1200"/>
              </a:spcBef>
              <a:spcAft>
                <a:spcPts val="600"/>
              </a:spcAft>
              <a:buFont typeface="Arial" panose="020B0604020202020204" pitchFamily="34" charset="0"/>
              <a:buChar char="•"/>
            </a:pPr>
            <a:r>
              <a:rPr lang="en-US" sz="2800" dirty="0">
                <a:solidFill>
                  <a:srgbClr val="221E1F"/>
                </a:solidFill>
                <a:latin typeface="Adobe Caslon Pro"/>
              </a:rPr>
              <a:t>To be more flexible, object class templates can be defined in a file other than that containing the program. This means they can be readily used by multiple programs. </a:t>
            </a:r>
            <a:endParaRPr lang="en-US" sz="2800" dirty="0"/>
          </a:p>
        </p:txBody>
      </p:sp>
    </p:spTree>
    <p:extLst>
      <p:ext uri="{BB962C8B-B14F-4D97-AF65-F5344CB8AC3E}">
        <p14:creationId xmlns:p14="http://schemas.microsoft.com/office/powerpoint/2010/main" val="215058335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01A67-A6D7-400C-B36B-2A9346A532CB}"/>
              </a:ext>
            </a:extLst>
          </p:cNvPr>
          <p:cNvSpPr>
            <a:spLocks noGrp="1"/>
          </p:cNvSpPr>
          <p:nvPr>
            <p:ph type="title"/>
          </p:nvPr>
        </p:nvSpPr>
        <p:spPr>
          <a:xfrm>
            <a:off x="455363" y="0"/>
            <a:ext cx="10972800" cy="650779"/>
          </a:xfrm>
        </p:spPr>
        <p:txBody>
          <a:bodyPr>
            <a:normAutofit/>
          </a:bodyPr>
          <a:lstStyle/>
          <a:p>
            <a:pPr algn="ctr" fontAlgn="auto">
              <a:spcAft>
                <a:spcPts val="0"/>
              </a:spcAft>
              <a:defRPr/>
            </a:pPr>
            <a:r>
              <a:rPr lang="en-US" dirty="0">
                <a:solidFill>
                  <a:srgbClr val="24B5A1"/>
                </a:solidFill>
                <a:latin typeface="Calibri" panose="020F0502020204030204" pitchFamily="34" charset="0"/>
              </a:rPr>
              <a:t>  </a:t>
            </a:r>
            <a:r>
              <a:rPr lang="en-US" dirty="0"/>
              <a:t>Producing an object instance : </a:t>
            </a:r>
            <a:r>
              <a:rPr lang="en-US" dirty="0">
                <a:effectLst/>
                <a:highlight>
                  <a:srgbClr val="FFFF00"/>
                </a:highlight>
              </a:rPr>
              <a:t>Example 6</a:t>
            </a:r>
            <a:endParaRPr lang="en-US" dirty="0">
              <a:solidFill>
                <a:srgbClr val="3380E6"/>
              </a:solidFill>
              <a:highlight>
                <a:srgbClr val="FFFF00"/>
              </a:highlight>
              <a:latin typeface="Calibri" panose="020F0502020204030204" pitchFamily="34" charset="0"/>
            </a:endParaRPr>
          </a:p>
        </p:txBody>
      </p:sp>
      <p:pic>
        <p:nvPicPr>
          <p:cNvPr id="4" name="Picture 3">
            <a:extLst>
              <a:ext uri="{FF2B5EF4-FFF2-40B4-BE49-F238E27FC236}">
                <a16:creationId xmlns:a16="http://schemas.microsoft.com/office/drawing/2014/main" id="{02F274DB-59B7-4AC9-BA36-BA47A38E9328}"/>
              </a:ext>
            </a:extLst>
          </p:cNvPr>
          <p:cNvPicPr>
            <a:picLocks noChangeAspect="1"/>
          </p:cNvPicPr>
          <p:nvPr/>
        </p:nvPicPr>
        <p:blipFill>
          <a:blip r:embed="rId3"/>
          <a:stretch>
            <a:fillRect/>
          </a:stretch>
        </p:blipFill>
        <p:spPr>
          <a:xfrm>
            <a:off x="304660" y="650779"/>
            <a:ext cx="5886820" cy="6355949"/>
          </a:xfrm>
          <a:prstGeom prst="rect">
            <a:avLst/>
          </a:prstGeom>
        </p:spPr>
      </p:pic>
      <p:pic>
        <p:nvPicPr>
          <p:cNvPr id="5" name="Picture 4">
            <a:extLst>
              <a:ext uri="{FF2B5EF4-FFF2-40B4-BE49-F238E27FC236}">
                <a16:creationId xmlns:a16="http://schemas.microsoft.com/office/drawing/2014/main" id="{F65C3FC8-0820-4D51-9F5B-A318C123B0DE}"/>
              </a:ext>
            </a:extLst>
          </p:cNvPr>
          <p:cNvPicPr>
            <a:picLocks noChangeAspect="1"/>
          </p:cNvPicPr>
          <p:nvPr/>
        </p:nvPicPr>
        <p:blipFill>
          <a:blip r:embed="rId4"/>
          <a:stretch>
            <a:fillRect/>
          </a:stretch>
        </p:blipFill>
        <p:spPr>
          <a:xfrm>
            <a:off x="5993176" y="824238"/>
            <a:ext cx="5886820" cy="5653680"/>
          </a:xfrm>
          <a:prstGeom prst="rect">
            <a:avLst/>
          </a:prstGeom>
        </p:spPr>
      </p:pic>
    </p:spTree>
    <p:extLst>
      <p:ext uri="{BB962C8B-B14F-4D97-AF65-F5344CB8AC3E}">
        <p14:creationId xmlns:p14="http://schemas.microsoft.com/office/powerpoint/2010/main" val="9411762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01A67-A6D7-400C-B36B-2A9346A532CB}"/>
              </a:ext>
            </a:extLst>
          </p:cNvPr>
          <p:cNvSpPr>
            <a:spLocks noGrp="1"/>
          </p:cNvSpPr>
          <p:nvPr>
            <p:ph type="title"/>
          </p:nvPr>
        </p:nvSpPr>
        <p:spPr>
          <a:xfrm>
            <a:off x="455363" y="0"/>
            <a:ext cx="10972800" cy="650779"/>
          </a:xfrm>
        </p:spPr>
        <p:txBody>
          <a:bodyPr/>
          <a:lstStyle/>
          <a:p>
            <a:pPr algn="ctr" fontAlgn="auto">
              <a:spcAft>
                <a:spcPts val="0"/>
              </a:spcAft>
              <a:defRPr/>
            </a:pPr>
            <a:r>
              <a:rPr lang="en-US" dirty="0">
                <a:solidFill>
                  <a:srgbClr val="24B5A1"/>
                </a:solidFill>
                <a:latin typeface="Calibri" panose="020F0502020204030204" pitchFamily="34" charset="0"/>
              </a:rPr>
              <a:t>  </a:t>
            </a:r>
            <a:r>
              <a:rPr lang="en-US" dirty="0"/>
              <a:t>Producing an object instance </a:t>
            </a:r>
            <a:endParaRPr lang="en-US" dirty="0">
              <a:solidFill>
                <a:srgbClr val="3380E6"/>
              </a:solidFill>
              <a:latin typeface="Calibri" panose="020F0502020204030204" pitchFamily="34" charset="0"/>
            </a:endParaRPr>
          </a:p>
        </p:txBody>
      </p:sp>
      <p:sp>
        <p:nvSpPr>
          <p:cNvPr id="3" name="Rectangle 2">
            <a:extLst>
              <a:ext uri="{FF2B5EF4-FFF2-40B4-BE49-F238E27FC236}">
                <a16:creationId xmlns:a16="http://schemas.microsoft.com/office/drawing/2014/main" id="{C8A17FA0-E440-4795-A0A8-DC7385FA2F2D}"/>
              </a:ext>
            </a:extLst>
          </p:cNvPr>
          <p:cNvSpPr/>
          <p:nvPr/>
        </p:nvSpPr>
        <p:spPr>
          <a:xfrm>
            <a:off x="216664" y="650779"/>
            <a:ext cx="11670535" cy="6217087"/>
          </a:xfrm>
          <a:prstGeom prst="rect">
            <a:avLst/>
          </a:prstGeom>
        </p:spPr>
        <p:txBody>
          <a:bodyPr wrap="square">
            <a:spAutoFit/>
          </a:bodyPr>
          <a:lstStyle/>
          <a:p>
            <a:pPr marL="457200" indent="-457200">
              <a:spcBef>
                <a:spcPts val="800"/>
              </a:spcBef>
              <a:spcAft>
                <a:spcPts val="600"/>
              </a:spcAft>
              <a:buFont typeface="Arial" panose="020B0604020202020204" pitchFamily="34" charset="0"/>
              <a:buChar char="•"/>
            </a:pPr>
            <a:r>
              <a:rPr lang="en-US" sz="2600" dirty="0">
                <a:solidFill>
                  <a:srgbClr val="221E1F"/>
                </a:solidFill>
                <a:latin typeface="Adobe Caslon Pro"/>
              </a:rPr>
              <a:t>A virtual class is created for the new </a:t>
            </a:r>
            <a:r>
              <a:rPr lang="en-US" sz="2600" b="1" dirty="0">
                <a:solidFill>
                  <a:srgbClr val="221E1F"/>
                </a:solidFill>
                <a:latin typeface="Humnst777 BT"/>
              </a:rPr>
              <a:t>Porsche </a:t>
            </a:r>
            <a:r>
              <a:rPr lang="en-US" sz="2600" dirty="0">
                <a:solidFill>
                  <a:srgbClr val="221E1F"/>
                </a:solidFill>
                <a:latin typeface="Adobe Caslon Pro"/>
              </a:rPr>
              <a:t>object that replicates the original </a:t>
            </a:r>
            <a:r>
              <a:rPr lang="en-US" sz="2600" b="1" dirty="0">
                <a:solidFill>
                  <a:srgbClr val="221E1F"/>
                </a:solidFill>
                <a:latin typeface="Humnst777 BT"/>
              </a:rPr>
              <a:t>Car </a:t>
            </a:r>
            <a:r>
              <a:rPr lang="en-US" sz="2600" dirty="0">
                <a:solidFill>
                  <a:srgbClr val="221E1F"/>
                </a:solidFill>
                <a:latin typeface="Adobe Caslon Pro"/>
              </a:rPr>
              <a:t>class. </a:t>
            </a:r>
          </a:p>
          <a:p>
            <a:pPr marL="457200" indent="-457200">
              <a:spcBef>
                <a:spcPts val="800"/>
              </a:spcBef>
              <a:spcAft>
                <a:spcPts val="600"/>
              </a:spcAft>
              <a:buFont typeface="Arial" panose="020B0604020202020204" pitchFamily="34" charset="0"/>
              <a:buChar char="•"/>
            </a:pPr>
            <a:r>
              <a:rPr lang="en-US" sz="2600" dirty="0">
                <a:solidFill>
                  <a:srgbClr val="221E1F"/>
                </a:solidFill>
                <a:latin typeface="Adobe Caslon Pro"/>
              </a:rPr>
              <a:t>Both these objects contain static “class variables” and a “class method”, which are addressed using the class name and dot notation – as these members are globally accessible, this is not considered good programming practice. </a:t>
            </a:r>
          </a:p>
          <a:p>
            <a:pPr marL="457200" indent="-457200">
              <a:spcBef>
                <a:spcPts val="800"/>
              </a:spcBef>
              <a:spcAft>
                <a:spcPts val="600"/>
              </a:spcAft>
              <a:buFont typeface="Arial" panose="020B0604020202020204" pitchFamily="34" charset="0"/>
              <a:buChar char="•"/>
            </a:pPr>
            <a:r>
              <a:rPr lang="en-US" sz="2600" dirty="0">
                <a:solidFill>
                  <a:srgbClr val="221E1F"/>
                </a:solidFill>
                <a:latin typeface="Adobe Caslon Pro"/>
              </a:rPr>
              <a:t>Whilst this example demonstrates how instances of an object inherit properties of the original class, </a:t>
            </a:r>
          </a:p>
          <a:p>
            <a:pPr marL="457200" indent="-457200">
              <a:spcBef>
                <a:spcPts val="800"/>
              </a:spcBef>
              <a:spcAft>
                <a:spcPts val="600"/>
              </a:spcAft>
              <a:buFont typeface="Arial" panose="020B0604020202020204" pitchFamily="34" charset="0"/>
              <a:buChar char="•"/>
            </a:pPr>
            <a:r>
              <a:rPr lang="en-US" sz="2600" dirty="0">
                <a:solidFill>
                  <a:srgbClr val="221E1F"/>
                </a:solidFill>
                <a:latin typeface="Adobe Caslon Pro"/>
              </a:rPr>
              <a:t>It is improved in the next example below that uses non-static members to create “instance variables” and an “instance method”, which cannot be addressed from outside that class – as these members are not globally accessible, </a:t>
            </a:r>
          </a:p>
          <a:p>
            <a:pPr marL="457200" indent="-457200">
              <a:spcBef>
                <a:spcPts val="800"/>
              </a:spcBef>
              <a:spcAft>
                <a:spcPts val="600"/>
              </a:spcAft>
              <a:buFont typeface="Arial" panose="020B0604020202020204" pitchFamily="34" charset="0"/>
              <a:buChar char="•"/>
            </a:pPr>
            <a:r>
              <a:rPr lang="en-US" sz="2600" dirty="0">
                <a:solidFill>
                  <a:srgbClr val="221E1F"/>
                </a:solidFill>
                <a:latin typeface="Adobe Caslon Pro"/>
              </a:rPr>
              <a:t>this is considered good programming practice. </a:t>
            </a:r>
            <a:endParaRPr lang="en-US" sz="2600" dirty="0"/>
          </a:p>
        </p:txBody>
      </p:sp>
    </p:spTree>
    <p:extLst>
      <p:ext uri="{BB962C8B-B14F-4D97-AF65-F5344CB8AC3E}">
        <p14:creationId xmlns:p14="http://schemas.microsoft.com/office/powerpoint/2010/main" val="370184221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01A67-A6D7-400C-B36B-2A9346A532CB}"/>
              </a:ext>
            </a:extLst>
          </p:cNvPr>
          <p:cNvSpPr>
            <a:spLocks noGrp="1"/>
          </p:cNvSpPr>
          <p:nvPr>
            <p:ph type="title"/>
          </p:nvPr>
        </p:nvSpPr>
        <p:spPr>
          <a:xfrm>
            <a:off x="609600" y="164469"/>
            <a:ext cx="10972800" cy="650779"/>
          </a:xfrm>
        </p:spPr>
        <p:txBody>
          <a:bodyPr/>
          <a:lstStyle/>
          <a:p>
            <a:pPr algn="ctr" fontAlgn="auto">
              <a:spcAft>
                <a:spcPts val="0"/>
              </a:spcAft>
              <a:defRPr/>
            </a:pPr>
            <a:r>
              <a:rPr lang="en-US" dirty="0">
                <a:solidFill>
                  <a:srgbClr val="24B5A1"/>
                </a:solidFill>
                <a:latin typeface="Calibri" panose="020F0502020204030204" pitchFamily="34" charset="0"/>
              </a:rPr>
              <a:t>  </a:t>
            </a:r>
            <a:r>
              <a:rPr lang="en-US" dirty="0"/>
              <a:t> Catching exceptions </a:t>
            </a:r>
            <a:endParaRPr lang="en-US" dirty="0">
              <a:solidFill>
                <a:srgbClr val="3380E6"/>
              </a:solidFill>
              <a:latin typeface="Calibri" panose="020F0502020204030204" pitchFamily="34" charset="0"/>
            </a:endParaRPr>
          </a:p>
        </p:txBody>
      </p:sp>
      <p:sp>
        <p:nvSpPr>
          <p:cNvPr id="4" name="Rectangle 3">
            <a:extLst>
              <a:ext uri="{FF2B5EF4-FFF2-40B4-BE49-F238E27FC236}">
                <a16:creationId xmlns:a16="http://schemas.microsoft.com/office/drawing/2014/main" id="{04601EC2-01F8-4EED-821D-00548524FFA0}"/>
              </a:ext>
            </a:extLst>
          </p:cNvPr>
          <p:cNvSpPr/>
          <p:nvPr/>
        </p:nvSpPr>
        <p:spPr>
          <a:xfrm>
            <a:off x="261257" y="815248"/>
            <a:ext cx="11658994" cy="5632311"/>
          </a:xfrm>
          <a:prstGeom prst="rect">
            <a:avLst/>
          </a:prstGeom>
        </p:spPr>
        <p:txBody>
          <a:bodyPr wrap="square">
            <a:spAutoFit/>
          </a:bodyPr>
          <a:lstStyle/>
          <a:p>
            <a:pPr marL="457200" indent="-457200">
              <a:spcBef>
                <a:spcPts val="1200"/>
              </a:spcBef>
              <a:buFont typeface="Arial" panose="020B0604020202020204" pitchFamily="34" charset="0"/>
              <a:buChar char="•"/>
            </a:pPr>
            <a:r>
              <a:rPr lang="en-US" sz="3200" dirty="0">
                <a:solidFill>
                  <a:srgbClr val="221E1F"/>
                </a:solidFill>
                <a:latin typeface="Adobe Caslon Pro"/>
              </a:rPr>
              <a:t>A program may encounter a runtime problem that causes an “exception” error, which halts its execution. </a:t>
            </a:r>
          </a:p>
          <a:p>
            <a:pPr marL="457200" indent="-457200">
              <a:spcBef>
                <a:spcPts val="1200"/>
              </a:spcBef>
              <a:buFont typeface="Arial" panose="020B0604020202020204" pitchFamily="34" charset="0"/>
              <a:buChar char="•"/>
            </a:pPr>
            <a:r>
              <a:rPr lang="en-US" sz="3200" dirty="0">
                <a:solidFill>
                  <a:srgbClr val="221E1F"/>
                </a:solidFill>
                <a:latin typeface="Adobe Caslon Pro"/>
              </a:rPr>
              <a:t>Often, this will be created by unexpected user input. </a:t>
            </a:r>
          </a:p>
          <a:p>
            <a:pPr marL="457200" indent="-457200">
              <a:spcBef>
                <a:spcPts val="1200"/>
              </a:spcBef>
              <a:buFont typeface="Arial" panose="020B0604020202020204" pitchFamily="34" charset="0"/>
              <a:buChar char="•"/>
            </a:pPr>
            <a:r>
              <a:rPr lang="en-US" sz="3200" dirty="0">
                <a:solidFill>
                  <a:srgbClr val="221E1F"/>
                </a:solidFill>
                <a:latin typeface="Adobe Caslon Pro"/>
              </a:rPr>
              <a:t>A well-written program should, therefore, attempt to anticipate all possible ways the user might cause exceptions at runtime. </a:t>
            </a:r>
          </a:p>
          <a:p>
            <a:pPr marL="457200" indent="-457200">
              <a:spcBef>
                <a:spcPts val="1200"/>
              </a:spcBef>
              <a:buFont typeface="Arial" panose="020B0604020202020204" pitchFamily="34" charset="0"/>
              <a:buChar char="•"/>
            </a:pPr>
            <a:r>
              <a:rPr lang="en-US" sz="3200" dirty="0">
                <a:solidFill>
                  <a:srgbClr val="221E1F"/>
                </a:solidFill>
                <a:latin typeface="Adobe Caslon Pro"/>
              </a:rPr>
              <a:t>Code where exceptions might arise can be identified and enclosed within a </a:t>
            </a:r>
            <a:r>
              <a:rPr lang="en-US" sz="3200" b="1" dirty="0">
                <a:solidFill>
                  <a:srgbClr val="221E1F"/>
                </a:solidFill>
                <a:latin typeface="Humnst777 BT"/>
              </a:rPr>
              <a:t>try catch </a:t>
            </a:r>
            <a:r>
              <a:rPr lang="en-US" sz="3200" dirty="0">
                <a:solidFill>
                  <a:srgbClr val="221E1F"/>
                </a:solidFill>
                <a:latin typeface="Adobe Caslon Pro"/>
              </a:rPr>
              <a:t>statement block. </a:t>
            </a:r>
          </a:p>
          <a:p>
            <a:pPr marL="457200" indent="-457200">
              <a:spcBef>
                <a:spcPts val="1200"/>
              </a:spcBef>
              <a:buFont typeface="Arial" panose="020B0604020202020204" pitchFamily="34" charset="0"/>
              <a:buChar char="•"/>
            </a:pPr>
            <a:r>
              <a:rPr lang="en-US" sz="3200" dirty="0">
                <a:solidFill>
                  <a:srgbClr val="221E1F"/>
                </a:solidFill>
                <a:latin typeface="Adobe Caslon Pro"/>
              </a:rPr>
              <a:t>This allows the program to handle exceptions without halting execution and looks like this: </a:t>
            </a:r>
            <a:endParaRPr lang="en-US" sz="3200" dirty="0"/>
          </a:p>
        </p:txBody>
      </p:sp>
    </p:spTree>
    <p:extLst>
      <p:ext uri="{BB962C8B-B14F-4D97-AF65-F5344CB8AC3E}">
        <p14:creationId xmlns:p14="http://schemas.microsoft.com/office/powerpoint/2010/main" val="341536980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01A67-A6D7-400C-B36B-2A9346A532CB}"/>
              </a:ext>
            </a:extLst>
          </p:cNvPr>
          <p:cNvSpPr>
            <a:spLocks noGrp="1"/>
          </p:cNvSpPr>
          <p:nvPr>
            <p:ph type="title"/>
          </p:nvPr>
        </p:nvSpPr>
        <p:spPr>
          <a:xfrm>
            <a:off x="334179" y="120403"/>
            <a:ext cx="10972800" cy="353324"/>
          </a:xfrm>
        </p:spPr>
        <p:txBody>
          <a:bodyPr>
            <a:normAutofit fontScale="90000"/>
          </a:bodyPr>
          <a:lstStyle/>
          <a:p>
            <a:pPr algn="ctr" fontAlgn="auto">
              <a:spcAft>
                <a:spcPts val="0"/>
              </a:spcAft>
              <a:defRPr/>
            </a:pPr>
            <a:r>
              <a:rPr lang="en-US" dirty="0">
                <a:solidFill>
                  <a:srgbClr val="24B5A1"/>
                </a:solidFill>
                <a:latin typeface="Calibri" panose="020F0502020204030204" pitchFamily="34" charset="0"/>
              </a:rPr>
              <a:t>  </a:t>
            </a:r>
            <a:r>
              <a:rPr lang="en-US" dirty="0"/>
              <a:t> Catching exceptions </a:t>
            </a:r>
            <a:endParaRPr lang="en-US" dirty="0">
              <a:solidFill>
                <a:srgbClr val="3380E6"/>
              </a:solidFill>
              <a:latin typeface="Calibri" panose="020F0502020204030204" pitchFamily="34" charset="0"/>
            </a:endParaRPr>
          </a:p>
        </p:txBody>
      </p:sp>
      <p:pic>
        <p:nvPicPr>
          <p:cNvPr id="5" name="Picture 4">
            <a:extLst>
              <a:ext uri="{FF2B5EF4-FFF2-40B4-BE49-F238E27FC236}">
                <a16:creationId xmlns:a16="http://schemas.microsoft.com/office/drawing/2014/main" id="{99E2BB1A-F4DD-40A4-944C-145575587640}"/>
              </a:ext>
            </a:extLst>
          </p:cNvPr>
          <p:cNvPicPr>
            <a:picLocks noChangeAspect="1"/>
          </p:cNvPicPr>
          <p:nvPr/>
        </p:nvPicPr>
        <p:blipFill>
          <a:blip r:embed="rId3"/>
          <a:stretch>
            <a:fillRect/>
          </a:stretch>
        </p:blipFill>
        <p:spPr>
          <a:xfrm>
            <a:off x="609600" y="1586430"/>
            <a:ext cx="3653928" cy="3294042"/>
          </a:xfrm>
          <a:prstGeom prst="rect">
            <a:avLst/>
          </a:prstGeom>
        </p:spPr>
      </p:pic>
      <p:sp>
        <p:nvSpPr>
          <p:cNvPr id="6" name="Rectangle 5">
            <a:extLst>
              <a:ext uri="{FF2B5EF4-FFF2-40B4-BE49-F238E27FC236}">
                <a16:creationId xmlns:a16="http://schemas.microsoft.com/office/drawing/2014/main" id="{E11C3CE2-CB05-4969-9D5B-E57D6F5A22DE}"/>
              </a:ext>
            </a:extLst>
          </p:cNvPr>
          <p:cNvSpPr/>
          <p:nvPr/>
        </p:nvSpPr>
        <p:spPr>
          <a:xfrm>
            <a:off x="4638101" y="1110183"/>
            <a:ext cx="7194015" cy="4862870"/>
          </a:xfrm>
          <a:prstGeom prst="rect">
            <a:avLst/>
          </a:prstGeom>
        </p:spPr>
        <p:txBody>
          <a:bodyPr wrap="square">
            <a:spAutoFit/>
          </a:bodyPr>
          <a:lstStyle/>
          <a:p>
            <a:pPr marL="457200" indent="-457200">
              <a:spcBef>
                <a:spcPts val="1200"/>
              </a:spcBef>
              <a:spcAft>
                <a:spcPts val="600"/>
              </a:spcAft>
              <a:buFont typeface="Arial" panose="020B0604020202020204" pitchFamily="34" charset="0"/>
              <a:buChar char="•"/>
            </a:pPr>
            <a:r>
              <a:rPr lang="en-US" sz="2800" dirty="0">
                <a:solidFill>
                  <a:srgbClr val="221E1F"/>
                </a:solidFill>
                <a:latin typeface="Adobe Caslon Pro"/>
              </a:rPr>
              <a:t>The parentheses following the </a:t>
            </a:r>
            <a:r>
              <a:rPr lang="en-US" sz="2800" b="1" dirty="0">
                <a:solidFill>
                  <a:srgbClr val="221E1F"/>
                </a:solidFill>
                <a:latin typeface="Humnst777 BT"/>
              </a:rPr>
              <a:t>catch </a:t>
            </a:r>
            <a:r>
              <a:rPr lang="en-US" sz="2800" dirty="0">
                <a:solidFill>
                  <a:srgbClr val="221E1F"/>
                </a:solidFill>
                <a:latin typeface="Adobe Caslon Pro"/>
              </a:rPr>
              <a:t>keyword specify the class of exception to be caught and assign it to the variable “</a:t>
            </a:r>
            <a:r>
              <a:rPr lang="en-US" sz="2800" b="1" dirty="0">
                <a:solidFill>
                  <a:srgbClr val="221E1F"/>
                </a:solidFill>
                <a:latin typeface="Adobe Caslon Pro"/>
              </a:rPr>
              <a:t>e</a:t>
            </a:r>
            <a:r>
              <a:rPr lang="en-US" sz="2800" dirty="0">
                <a:solidFill>
                  <a:srgbClr val="221E1F"/>
                </a:solidFill>
                <a:latin typeface="Adobe Caslon Pro"/>
              </a:rPr>
              <a:t>”. </a:t>
            </a:r>
          </a:p>
          <a:p>
            <a:pPr marL="457200" indent="-457200">
              <a:spcBef>
                <a:spcPts val="1200"/>
              </a:spcBef>
              <a:spcAft>
                <a:spcPts val="600"/>
              </a:spcAft>
              <a:buFont typeface="Arial" panose="020B0604020202020204" pitchFamily="34" charset="0"/>
              <a:buChar char="•"/>
            </a:pPr>
            <a:r>
              <a:rPr lang="en-US" sz="2800" dirty="0">
                <a:solidFill>
                  <a:srgbClr val="221E1F"/>
                </a:solidFill>
                <a:latin typeface="Adobe Caslon Pro"/>
              </a:rPr>
              <a:t>The top-level </a:t>
            </a:r>
            <a:r>
              <a:rPr lang="en-US" sz="2800" b="1" dirty="0">
                <a:solidFill>
                  <a:srgbClr val="221E1F"/>
                </a:solidFill>
                <a:latin typeface="Humnst777 BT"/>
              </a:rPr>
              <a:t>Exception </a:t>
            </a:r>
            <a:r>
              <a:rPr lang="en-US" sz="2800" dirty="0">
                <a:solidFill>
                  <a:srgbClr val="221E1F"/>
                </a:solidFill>
                <a:latin typeface="Adobe Caslon Pro"/>
              </a:rPr>
              <a:t>class catches all exceptions. </a:t>
            </a:r>
          </a:p>
          <a:p>
            <a:pPr marL="457200" indent="-457200">
              <a:spcBef>
                <a:spcPts val="1200"/>
              </a:spcBef>
              <a:spcAft>
                <a:spcPts val="600"/>
              </a:spcAft>
              <a:buFont typeface="Arial" panose="020B0604020202020204" pitchFamily="34" charset="0"/>
              <a:buChar char="•"/>
            </a:pPr>
            <a:r>
              <a:rPr lang="en-US" sz="2800" dirty="0">
                <a:solidFill>
                  <a:srgbClr val="221E1F"/>
                </a:solidFill>
                <a:latin typeface="Adobe Caslon Pro"/>
              </a:rPr>
              <a:t>Responses can be provided for specific exceptions, however, using multiple </a:t>
            </a:r>
            <a:r>
              <a:rPr lang="en-US" sz="2800" b="1" dirty="0">
                <a:solidFill>
                  <a:srgbClr val="221E1F"/>
                </a:solidFill>
                <a:latin typeface="Humnst777 BT"/>
              </a:rPr>
              <a:t>catch </a:t>
            </a:r>
            <a:r>
              <a:rPr lang="en-US" sz="2800" dirty="0">
                <a:solidFill>
                  <a:srgbClr val="221E1F"/>
                </a:solidFill>
                <a:latin typeface="Adobe Caslon Pro"/>
              </a:rPr>
              <a:t>statements to identify different lower-level exception classes. </a:t>
            </a:r>
          </a:p>
        </p:txBody>
      </p:sp>
    </p:spTree>
    <p:extLst>
      <p:ext uri="{BB962C8B-B14F-4D97-AF65-F5344CB8AC3E}">
        <p14:creationId xmlns:p14="http://schemas.microsoft.com/office/powerpoint/2010/main" val="278332835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01A67-A6D7-400C-B36B-2A9346A532CB}"/>
              </a:ext>
            </a:extLst>
          </p:cNvPr>
          <p:cNvSpPr>
            <a:spLocks noGrp="1"/>
          </p:cNvSpPr>
          <p:nvPr>
            <p:ph type="title"/>
          </p:nvPr>
        </p:nvSpPr>
        <p:spPr>
          <a:xfrm>
            <a:off x="334179" y="120403"/>
            <a:ext cx="10972800" cy="353324"/>
          </a:xfrm>
        </p:spPr>
        <p:txBody>
          <a:bodyPr>
            <a:normAutofit fontScale="90000"/>
          </a:bodyPr>
          <a:lstStyle/>
          <a:p>
            <a:pPr algn="ctr" fontAlgn="auto">
              <a:spcAft>
                <a:spcPts val="0"/>
              </a:spcAft>
              <a:defRPr/>
            </a:pPr>
            <a:r>
              <a:rPr lang="en-US" dirty="0">
                <a:solidFill>
                  <a:srgbClr val="24B5A1"/>
                </a:solidFill>
                <a:latin typeface="Calibri" panose="020F0502020204030204" pitchFamily="34" charset="0"/>
              </a:rPr>
              <a:t>  </a:t>
            </a:r>
            <a:r>
              <a:rPr lang="en-US" dirty="0"/>
              <a:t> Catching exceptions </a:t>
            </a:r>
            <a:endParaRPr lang="en-US" dirty="0">
              <a:solidFill>
                <a:srgbClr val="3380E6"/>
              </a:solidFill>
              <a:latin typeface="Calibri" panose="020F0502020204030204" pitchFamily="34" charset="0"/>
            </a:endParaRPr>
          </a:p>
        </p:txBody>
      </p:sp>
      <p:sp>
        <p:nvSpPr>
          <p:cNvPr id="6" name="Rectangle 5">
            <a:extLst>
              <a:ext uri="{FF2B5EF4-FFF2-40B4-BE49-F238E27FC236}">
                <a16:creationId xmlns:a16="http://schemas.microsoft.com/office/drawing/2014/main" id="{E11C3CE2-CB05-4969-9D5B-E57D6F5A22DE}"/>
              </a:ext>
            </a:extLst>
          </p:cNvPr>
          <p:cNvSpPr/>
          <p:nvPr/>
        </p:nvSpPr>
        <p:spPr>
          <a:xfrm>
            <a:off x="132201" y="551288"/>
            <a:ext cx="11710932" cy="6109365"/>
          </a:xfrm>
          <a:prstGeom prst="rect">
            <a:avLst/>
          </a:prstGeom>
        </p:spPr>
        <p:txBody>
          <a:bodyPr wrap="square">
            <a:spAutoFit/>
          </a:bodyPr>
          <a:lstStyle/>
          <a:p>
            <a:pPr marL="457200" indent="-457200">
              <a:spcBef>
                <a:spcPts val="1200"/>
              </a:spcBef>
              <a:spcAft>
                <a:spcPts val="0"/>
              </a:spcAft>
              <a:buFont typeface="Arial" panose="020B0604020202020204" pitchFamily="34" charset="0"/>
              <a:buChar char="•"/>
            </a:pPr>
            <a:r>
              <a:rPr lang="en-US" sz="2700" dirty="0">
                <a:solidFill>
                  <a:srgbClr val="221E1F"/>
                </a:solidFill>
                <a:latin typeface="Adobe Caslon Pro"/>
              </a:rPr>
              <a:t>The most common exceptions are the </a:t>
            </a:r>
            <a:r>
              <a:rPr lang="en-US" sz="2700" b="1" dirty="0" err="1">
                <a:solidFill>
                  <a:srgbClr val="221E1F"/>
                </a:solidFill>
                <a:latin typeface="Humnst777 BT"/>
              </a:rPr>
              <a:t>NumberFormatException</a:t>
            </a:r>
            <a:r>
              <a:rPr lang="en-US" sz="2700" dirty="0">
                <a:solidFill>
                  <a:srgbClr val="221E1F"/>
                </a:solidFill>
                <a:latin typeface="Adobe Caslon Pro"/>
              </a:rPr>
              <a:t>, which arises when the program encounters a value that is not of the expected numeric type, </a:t>
            </a:r>
          </a:p>
          <a:p>
            <a:pPr marL="457200" indent="-457200">
              <a:spcBef>
                <a:spcPts val="1200"/>
              </a:spcBef>
              <a:spcAft>
                <a:spcPts val="0"/>
              </a:spcAft>
              <a:buFont typeface="Arial" panose="020B0604020202020204" pitchFamily="34" charset="0"/>
              <a:buChar char="•"/>
            </a:pPr>
            <a:r>
              <a:rPr lang="en-US" sz="2700" dirty="0">
                <a:solidFill>
                  <a:srgbClr val="221E1F"/>
                </a:solidFill>
                <a:latin typeface="Adobe Caslon Pro"/>
              </a:rPr>
              <a:t>and the </a:t>
            </a:r>
            <a:r>
              <a:rPr lang="en-US" sz="2700" b="1" dirty="0" err="1">
                <a:solidFill>
                  <a:srgbClr val="221E1F"/>
                </a:solidFill>
                <a:latin typeface="Humnst777 BT"/>
              </a:rPr>
              <a:t>ArrayIndexOutOfBoundsException</a:t>
            </a:r>
            <a:r>
              <a:rPr lang="en-US" sz="2700" dirty="0">
                <a:solidFill>
                  <a:srgbClr val="221E1F"/>
                </a:solidFill>
                <a:latin typeface="Adobe Caslon Pro"/>
              </a:rPr>
              <a:t>, which arises when the program attempts to address an array element number that is outside the index size. </a:t>
            </a:r>
          </a:p>
          <a:p>
            <a:pPr marL="457200" indent="-457200">
              <a:spcBef>
                <a:spcPts val="1200"/>
              </a:spcBef>
              <a:spcAft>
                <a:spcPts val="0"/>
              </a:spcAft>
              <a:buFont typeface="Arial" panose="020B0604020202020204" pitchFamily="34" charset="0"/>
              <a:buChar char="•"/>
            </a:pPr>
            <a:r>
              <a:rPr lang="en-US" sz="2700" dirty="0">
                <a:solidFill>
                  <a:srgbClr val="221E1F"/>
                </a:solidFill>
                <a:latin typeface="Adobe Caslon Pro"/>
              </a:rPr>
              <a:t>It is helpful to create a separate response for each of these exceptions to readily notify the user about the nature of the problem. </a:t>
            </a:r>
          </a:p>
          <a:p>
            <a:pPr marL="457200" indent="-457200">
              <a:spcBef>
                <a:spcPts val="1200"/>
              </a:spcBef>
              <a:spcAft>
                <a:spcPts val="0"/>
              </a:spcAft>
              <a:buFont typeface="Arial" panose="020B0604020202020204" pitchFamily="34" charset="0"/>
              <a:buChar char="•"/>
            </a:pPr>
            <a:r>
              <a:rPr lang="en-US" sz="2700" dirty="0">
                <a:solidFill>
                  <a:srgbClr val="221E1F"/>
                </a:solidFill>
                <a:latin typeface="Adobe Caslon Pro"/>
              </a:rPr>
              <a:t>Optionally, a </a:t>
            </a:r>
            <a:r>
              <a:rPr lang="en-US" sz="2700" b="1" dirty="0">
                <a:solidFill>
                  <a:srgbClr val="221E1F"/>
                </a:solidFill>
                <a:latin typeface="Humnst777 BT"/>
              </a:rPr>
              <a:t>try catch </a:t>
            </a:r>
            <a:r>
              <a:rPr lang="en-US" sz="2700" dirty="0">
                <a:solidFill>
                  <a:srgbClr val="221E1F"/>
                </a:solidFill>
                <a:latin typeface="Adobe Caslon Pro"/>
              </a:rPr>
              <a:t>statement block can be extended with a </a:t>
            </a:r>
            <a:r>
              <a:rPr lang="en-US" sz="2700" b="1" dirty="0">
                <a:solidFill>
                  <a:srgbClr val="221E1F"/>
                </a:solidFill>
                <a:latin typeface="Humnst777 BT"/>
              </a:rPr>
              <a:t>finally </a:t>
            </a:r>
            <a:r>
              <a:rPr lang="en-US" sz="2700" dirty="0">
                <a:solidFill>
                  <a:srgbClr val="221E1F"/>
                </a:solidFill>
                <a:latin typeface="Adobe Caslon Pro"/>
              </a:rPr>
              <a:t>statement block, containing code that will always be executed – irrespective of whether the program has encountered exceptions.</a:t>
            </a:r>
          </a:p>
          <a:p>
            <a:pPr marL="457200" indent="-457200">
              <a:spcBef>
                <a:spcPts val="1200"/>
              </a:spcBef>
              <a:spcAft>
                <a:spcPts val="0"/>
              </a:spcAft>
              <a:buFont typeface="Arial" panose="020B0604020202020204" pitchFamily="34" charset="0"/>
              <a:buChar char="•"/>
            </a:pPr>
            <a:r>
              <a:rPr lang="en-US" sz="2700" dirty="0"/>
              <a:t>The </a:t>
            </a:r>
            <a:r>
              <a:rPr lang="en-US" sz="2700" b="1" dirty="0" err="1"/>
              <a:t>e.getMessage</a:t>
            </a:r>
            <a:r>
              <a:rPr lang="en-US" sz="2700" b="1" dirty="0"/>
              <a:t>() </a:t>
            </a:r>
            <a:r>
              <a:rPr lang="en-US" sz="2700" dirty="0"/>
              <a:t>method returns further information about some captured exceptions.</a:t>
            </a:r>
          </a:p>
        </p:txBody>
      </p:sp>
    </p:spTree>
    <p:extLst>
      <p:ext uri="{BB962C8B-B14F-4D97-AF65-F5344CB8AC3E}">
        <p14:creationId xmlns:p14="http://schemas.microsoft.com/office/powerpoint/2010/main" val="13886539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01A67-A6D7-400C-B36B-2A9346A532CB}"/>
              </a:ext>
            </a:extLst>
          </p:cNvPr>
          <p:cNvSpPr>
            <a:spLocks noGrp="1"/>
          </p:cNvSpPr>
          <p:nvPr>
            <p:ph type="title"/>
          </p:nvPr>
        </p:nvSpPr>
        <p:spPr>
          <a:xfrm>
            <a:off x="455363" y="0"/>
            <a:ext cx="10972800" cy="650779"/>
          </a:xfrm>
        </p:spPr>
        <p:txBody>
          <a:bodyPr/>
          <a:lstStyle/>
          <a:p>
            <a:pPr algn="ctr" fontAlgn="auto">
              <a:spcAft>
                <a:spcPts val="0"/>
              </a:spcAft>
              <a:defRPr/>
            </a:pPr>
            <a:r>
              <a:rPr lang="en-US" b="0" dirty="0">
                <a:effectLst/>
              </a:rPr>
              <a:t>Throwing Exceptions</a:t>
            </a:r>
            <a:r>
              <a:rPr lang="en-US" dirty="0">
                <a:solidFill>
                  <a:srgbClr val="24B5A1"/>
                </a:solidFill>
                <a:latin typeface="Calibri" panose="020F0502020204030204" pitchFamily="34" charset="0"/>
              </a:rPr>
              <a:t>  </a:t>
            </a:r>
            <a:endParaRPr lang="en-US" dirty="0">
              <a:solidFill>
                <a:srgbClr val="3380E6"/>
              </a:solidFill>
              <a:latin typeface="Calibri" panose="020F0502020204030204" pitchFamily="34" charset="0"/>
            </a:endParaRPr>
          </a:p>
        </p:txBody>
      </p:sp>
      <p:sp>
        <p:nvSpPr>
          <p:cNvPr id="3" name="Rectangle 2">
            <a:extLst>
              <a:ext uri="{FF2B5EF4-FFF2-40B4-BE49-F238E27FC236}">
                <a16:creationId xmlns:a16="http://schemas.microsoft.com/office/drawing/2014/main" id="{C8A17FA0-E440-4795-A0A8-DC7385FA2F2D}"/>
              </a:ext>
            </a:extLst>
          </p:cNvPr>
          <p:cNvSpPr/>
          <p:nvPr/>
        </p:nvSpPr>
        <p:spPr>
          <a:xfrm>
            <a:off x="216664" y="650779"/>
            <a:ext cx="11670535" cy="5663089"/>
          </a:xfrm>
          <a:prstGeom prst="rect">
            <a:avLst/>
          </a:prstGeom>
        </p:spPr>
        <p:txBody>
          <a:bodyPr wrap="square">
            <a:spAutoFit/>
          </a:bodyPr>
          <a:lstStyle/>
          <a:p>
            <a:pPr marL="457200" indent="-457200">
              <a:spcBef>
                <a:spcPts val="1200"/>
              </a:spcBef>
              <a:spcAft>
                <a:spcPts val="0"/>
              </a:spcAft>
              <a:buFont typeface="Arial" panose="020B0604020202020204" pitchFamily="34" charset="0"/>
              <a:buChar char="•"/>
            </a:pPr>
            <a:r>
              <a:rPr lang="en-US" sz="2800" dirty="0"/>
              <a:t>The throw keyword in Java is used to explicitly throw an exception from a method or any block of code.</a:t>
            </a:r>
          </a:p>
          <a:p>
            <a:pPr marL="457200" indent="-457200">
              <a:spcBef>
                <a:spcPts val="1200"/>
              </a:spcBef>
              <a:spcAft>
                <a:spcPts val="0"/>
              </a:spcAft>
              <a:buFont typeface="Arial" panose="020B0604020202020204" pitchFamily="34" charset="0"/>
              <a:buChar char="•"/>
            </a:pPr>
            <a:r>
              <a:rPr lang="en-US" sz="2800" dirty="0"/>
              <a:t>The throw keyword is mainly used to throw custom exceptions. </a:t>
            </a:r>
          </a:p>
          <a:p>
            <a:pPr lvl="6"/>
            <a:endParaRPr lang="en-US" b="1" dirty="0"/>
          </a:p>
          <a:p>
            <a:pPr lvl="6"/>
            <a:r>
              <a:rPr lang="en-US" b="1" dirty="0"/>
              <a:t>Syntax: </a:t>
            </a:r>
            <a:endParaRPr lang="en-US" dirty="0"/>
          </a:p>
          <a:p>
            <a:pPr lvl="6"/>
            <a:r>
              <a:rPr lang="en-US" b="1" dirty="0"/>
              <a:t>throw </a:t>
            </a:r>
            <a:r>
              <a:rPr lang="en-US" b="1" i="1" dirty="0"/>
              <a:t>Instance</a:t>
            </a:r>
            <a:endParaRPr lang="en-US" dirty="0"/>
          </a:p>
          <a:p>
            <a:pPr lvl="6"/>
            <a:endParaRPr lang="en-US" dirty="0"/>
          </a:p>
          <a:p>
            <a:pPr lvl="6"/>
            <a:r>
              <a:rPr lang="en-US" dirty="0"/>
              <a:t>Example:</a:t>
            </a:r>
          </a:p>
          <a:p>
            <a:pPr lvl="6"/>
            <a:r>
              <a:rPr lang="en-US" b="1" dirty="0">
                <a:solidFill>
                  <a:srgbClr val="00B050"/>
                </a:solidFill>
              </a:rPr>
              <a:t>throw new </a:t>
            </a:r>
            <a:r>
              <a:rPr lang="en-US" b="1" dirty="0" err="1"/>
              <a:t>ArithmeticException</a:t>
            </a:r>
            <a:r>
              <a:rPr lang="en-US" b="1" dirty="0">
                <a:solidFill>
                  <a:srgbClr val="0070C0"/>
                </a:solidFill>
              </a:rPr>
              <a:t>("/ by zero");</a:t>
            </a:r>
            <a:endParaRPr lang="en-US" dirty="0">
              <a:solidFill>
                <a:srgbClr val="0070C0"/>
              </a:solidFill>
            </a:endParaRPr>
          </a:p>
          <a:p>
            <a:pPr marL="457200" indent="-457200">
              <a:spcBef>
                <a:spcPts val="1200"/>
              </a:spcBef>
              <a:spcAft>
                <a:spcPts val="0"/>
              </a:spcAft>
              <a:buFont typeface="Arial" panose="020B0604020202020204" pitchFamily="34" charset="0"/>
              <a:buChar char="•"/>
            </a:pPr>
            <a:r>
              <a:rPr lang="en-US" sz="2800" dirty="0"/>
              <a:t>The </a:t>
            </a:r>
            <a:r>
              <a:rPr lang="en-US" sz="2800" b="1" i="1" dirty="0">
                <a:solidFill>
                  <a:srgbClr val="00B050"/>
                </a:solidFill>
              </a:rPr>
              <a:t>Throwable</a:t>
            </a:r>
            <a:r>
              <a:rPr lang="en-US" sz="2800" dirty="0"/>
              <a:t> class is the superclass of all errors and exceptions in the Java language. </a:t>
            </a:r>
          </a:p>
          <a:p>
            <a:pPr marL="457200" indent="-457200">
              <a:spcBef>
                <a:spcPts val="1200"/>
              </a:spcBef>
              <a:spcAft>
                <a:spcPts val="0"/>
              </a:spcAft>
              <a:buFont typeface="Arial" panose="020B0604020202020204" pitchFamily="34" charset="0"/>
              <a:buChar char="•"/>
            </a:pPr>
            <a:r>
              <a:rPr lang="en-US" sz="2800" dirty="0"/>
              <a:t>Only objects that are instances of this class (or one of its subclasses) are thrown by the Java Virtual Machine or can be thrown by the Java throw statement.</a:t>
            </a:r>
          </a:p>
        </p:txBody>
      </p:sp>
    </p:spTree>
    <p:extLst>
      <p:ext uri="{BB962C8B-B14F-4D97-AF65-F5344CB8AC3E}">
        <p14:creationId xmlns:p14="http://schemas.microsoft.com/office/powerpoint/2010/main" val="349091550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01A67-A6D7-400C-B36B-2A9346A532CB}"/>
              </a:ext>
            </a:extLst>
          </p:cNvPr>
          <p:cNvSpPr>
            <a:spLocks noGrp="1"/>
          </p:cNvSpPr>
          <p:nvPr>
            <p:ph type="title"/>
          </p:nvPr>
        </p:nvSpPr>
        <p:spPr>
          <a:xfrm>
            <a:off x="334179" y="120403"/>
            <a:ext cx="10972800" cy="353324"/>
          </a:xfrm>
        </p:spPr>
        <p:txBody>
          <a:bodyPr>
            <a:normAutofit fontScale="90000"/>
          </a:bodyPr>
          <a:lstStyle/>
          <a:p>
            <a:pPr algn="ctr" fontAlgn="auto">
              <a:spcAft>
                <a:spcPts val="0"/>
              </a:spcAft>
              <a:defRPr/>
            </a:pPr>
            <a:r>
              <a:rPr lang="en-US" dirty="0">
                <a:solidFill>
                  <a:srgbClr val="24B5A1"/>
                </a:solidFill>
                <a:latin typeface="Calibri" panose="020F0502020204030204" pitchFamily="34" charset="0"/>
              </a:rPr>
              <a:t>  </a:t>
            </a:r>
            <a:r>
              <a:rPr lang="en-US" dirty="0"/>
              <a:t> Catching exceptions: </a:t>
            </a:r>
            <a:r>
              <a:rPr lang="en-US" dirty="0">
                <a:effectLst/>
                <a:highlight>
                  <a:srgbClr val="FFFF00"/>
                </a:highlight>
              </a:rPr>
              <a:t>Example 3 </a:t>
            </a:r>
            <a:r>
              <a:rPr lang="en-US" dirty="0">
                <a:highlight>
                  <a:srgbClr val="FFFF00"/>
                </a:highlight>
              </a:rPr>
              <a:t> </a:t>
            </a:r>
            <a:endParaRPr lang="en-US" dirty="0">
              <a:solidFill>
                <a:srgbClr val="3380E6"/>
              </a:solidFill>
              <a:highlight>
                <a:srgbClr val="FFFF00"/>
              </a:highlight>
              <a:latin typeface="Calibri" panose="020F0502020204030204" pitchFamily="34" charset="0"/>
            </a:endParaRPr>
          </a:p>
        </p:txBody>
      </p:sp>
      <p:pic>
        <p:nvPicPr>
          <p:cNvPr id="4" name="Picture 3">
            <a:extLst>
              <a:ext uri="{FF2B5EF4-FFF2-40B4-BE49-F238E27FC236}">
                <a16:creationId xmlns:a16="http://schemas.microsoft.com/office/drawing/2014/main" id="{413487D6-6FD1-4B12-BF49-7073D252F3CB}"/>
              </a:ext>
            </a:extLst>
          </p:cNvPr>
          <p:cNvPicPr>
            <a:picLocks noChangeAspect="1"/>
          </p:cNvPicPr>
          <p:nvPr/>
        </p:nvPicPr>
        <p:blipFill>
          <a:blip r:embed="rId3"/>
          <a:stretch>
            <a:fillRect/>
          </a:stretch>
        </p:blipFill>
        <p:spPr>
          <a:xfrm>
            <a:off x="7535537" y="1654395"/>
            <a:ext cx="4737253" cy="2983705"/>
          </a:xfrm>
          <a:prstGeom prst="rect">
            <a:avLst/>
          </a:prstGeom>
        </p:spPr>
      </p:pic>
      <p:sp>
        <p:nvSpPr>
          <p:cNvPr id="5" name="Rectangle 4">
            <a:extLst>
              <a:ext uri="{FF2B5EF4-FFF2-40B4-BE49-F238E27FC236}">
                <a16:creationId xmlns:a16="http://schemas.microsoft.com/office/drawing/2014/main" id="{9E2305AC-3BF7-4C0B-A8CA-F48DC3DA805A}"/>
              </a:ext>
            </a:extLst>
          </p:cNvPr>
          <p:cNvSpPr/>
          <p:nvPr/>
        </p:nvSpPr>
        <p:spPr>
          <a:xfrm>
            <a:off x="124858" y="151948"/>
            <a:ext cx="7003055" cy="6177140"/>
          </a:xfrm>
          <a:prstGeom prst="rect">
            <a:avLst/>
          </a:prstGeom>
        </p:spPr>
        <p:txBody>
          <a:bodyPr wrap="square">
            <a:spAutoFit/>
          </a:bodyPr>
          <a:lstStyle/>
          <a:p>
            <a:pPr marL="0" marR="0">
              <a:lnSpc>
                <a:spcPct val="107000"/>
              </a:lnSpc>
              <a:spcBef>
                <a:spcPts val="0"/>
              </a:spcBef>
              <a:spcAft>
                <a:spcPts val="800"/>
              </a:spcAft>
            </a:pPr>
            <a:r>
              <a:rPr lang="en-US" sz="1200" b="1" dirty="0">
                <a:latin typeface="Calibri" panose="020F0502020204030204" pitchFamily="34" charset="0"/>
                <a:ea typeface="Calibri" panose="020F0502020204030204" pitchFamily="34" charset="0"/>
                <a:cs typeface="Times New Roman" panose="02020603050405020304" pitchFamily="18" charset="0"/>
              </a:rPr>
              <a:t>// Example 3 </a:t>
            </a:r>
            <a:endParaRPr lang="en-US" sz="1200" dirty="0">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600" dirty="0">
                <a:latin typeface="Calibri" panose="020F0502020204030204" pitchFamily="34" charset="0"/>
                <a:ea typeface="Calibri" panose="020F0502020204030204" pitchFamily="34" charset="0"/>
                <a:cs typeface="Times New Roman" panose="02020603050405020304" pitchFamily="18" charset="0"/>
              </a:rPr>
              <a:t>class Exceptions</a:t>
            </a:r>
          </a:p>
          <a:p>
            <a:pPr marL="0" marR="0">
              <a:lnSpc>
                <a:spcPct val="107000"/>
              </a:lnSpc>
              <a:spcBef>
                <a:spcPts val="0"/>
              </a:spcBef>
              <a:spcAft>
                <a:spcPts val="0"/>
              </a:spcAft>
            </a:pPr>
            <a:r>
              <a:rPr lang="en-US" sz="1600" dirty="0">
                <a:latin typeface="Calibri" panose="020F0502020204030204" pitchFamily="34" charset="0"/>
                <a:ea typeface="Calibri" panose="020F0502020204030204" pitchFamily="34" charset="0"/>
                <a:cs typeface="Times New Roman" panose="02020603050405020304" pitchFamily="18" charset="0"/>
              </a:rPr>
              <a:t>{</a:t>
            </a:r>
          </a:p>
          <a:p>
            <a:pPr marL="0" marR="0">
              <a:lnSpc>
                <a:spcPct val="107000"/>
              </a:lnSpc>
              <a:spcBef>
                <a:spcPts val="0"/>
              </a:spcBef>
              <a:spcAft>
                <a:spcPts val="0"/>
              </a:spcAft>
            </a:pPr>
            <a:r>
              <a:rPr lang="en-US" sz="1600" dirty="0">
                <a:latin typeface="Calibri" panose="020F0502020204030204" pitchFamily="34" charset="0"/>
                <a:ea typeface="Calibri" panose="020F0502020204030204" pitchFamily="34" charset="0"/>
                <a:cs typeface="Times New Roman" panose="02020603050405020304" pitchFamily="18" charset="0"/>
              </a:rPr>
              <a:t>	public static void main( String[] </a:t>
            </a:r>
            <a:r>
              <a:rPr lang="en-US" sz="1600" dirty="0" err="1">
                <a:latin typeface="Calibri" panose="020F0502020204030204" pitchFamily="34" charset="0"/>
                <a:ea typeface="Calibri" panose="020F0502020204030204" pitchFamily="34" charset="0"/>
                <a:cs typeface="Times New Roman" panose="02020603050405020304" pitchFamily="18" charset="0"/>
              </a:rPr>
              <a:t>args</a:t>
            </a:r>
            <a:r>
              <a:rPr lang="en-US" sz="1600" dirty="0">
                <a:latin typeface="Calibri" panose="020F0502020204030204" pitchFamily="34" charset="0"/>
                <a:ea typeface="Calibri" panose="020F0502020204030204" pitchFamily="34" charset="0"/>
                <a:cs typeface="Times New Roman" panose="02020603050405020304" pitchFamily="18" charset="0"/>
              </a:rPr>
              <a:t> )</a:t>
            </a:r>
          </a:p>
          <a:p>
            <a:pPr marL="0" marR="0">
              <a:lnSpc>
                <a:spcPct val="107000"/>
              </a:lnSpc>
              <a:spcBef>
                <a:spcPts val="0"/>
              </a:spcBef>
              <a:spcAft>
                <a:spcPts val="0"/>
              </a:spcAft>
            </a:pPr>
            <a:r>
              <a:rPr lang="en-US" sz="1600" dirty="0">
                <a:latin typeface="Calibri" panose="020F0502020204030204" pitchFamily="34" charset="0"/>
                <a:ea typeface="Calibri" panose="020F0502020204030204" pitchFamily="34" charset="0"/>
                <a:cs typeface="Times New Roman" panose="02020603050405020304" pitchFamily="18" charset="0"/>
              </a:rPr>
              <a:t>	{</a:t>
            </a:r>
          </a:p>
          <a:p>
            <a:pPr marL="0" marR="0">
              <a:lnSpc>
                <a:spcPct val="107000"/>
              </a:lnSpc>
              <a:spcBef>
                <a:spcPts val="0"/>
              </a:spcBef>
              <a:spcAft>
                <a:spcPts val="0"/>
              </a:spcAft>
            </a:pPr>
            <a:r>
              <a:rPr lang="en-US" sz="1600" dirty="0">
                <a:latin typeface="Calibri" panose="020F0502020204030204" pitchFamily="34" charset="0"/>
                <a:ea typeface="Calibri" panose="020F0502020204030204" pitchFamily="34" charset="0"/>
                <a:cs typeface="Times New Roman" panose="02020603050405020304" pitchFamily="18" charset="0"/>
              </a:rPr>
              <a:t>		try</a:t>
            </a:r>
          </a:p>
          <a:p>
            <a:pPr marL="0" marR="0">
              <a:lnSpc>
                <a:spcPct val="107000"/>
              </a:lnSpc>
              <a:spcBef>
                <a:spcPts val="0"/>
              </a:spcBef>
              <a:spcAft>
                <a:spcPts val="0"/>
              </a:spcAft>
            </a:pPr>
            <a:r>
              <a:rPr lang="en-US" sz="1600" dirty="0">
                <a:latin typeface="Calibri" panose="020F0502020204030204" pitchFamily="34" charset="0"/>
                <a:ea typeface="Calibri" panose="020F0502020204030204" pitchFamily="34" charset="0"/>
                <a:cs typeface="Times New Roman" panose="02020603050405020304" pitchFamily="18" charset="0"/>
              </a:rPr>
              <a:t>		{</a:t>
            </a:r>
          </a:p>
          <a:p>
            <a:pPr marL="0" marR="0">
              <a:lnSpc>
                <a:spcPct val="107000"/>
              </a:lnSpc>
              <a:spcBef>
                <a:spcPts val="0"/>
              </a:spcBef>
              <a:spcAft>
                <a:spcPts val="0"/>
              </a:spcAft>
            </a:pPr>
            <a:r>
              <a:rPr lang="en-US" sz="1600" dirty="0">
                <a:latin typeface="Calibri" panose="020F0502020204030204" pitchFamily="34" charset="0"/>
                <a:ea typeface="Calibri" panose="020F0502020204030204" pitchFamily="34" charset="0"/>
                <a:cs typeface="Times New Roman" panose="02020603050405020304" pitchFamily="18" charset="0"/>
              </a:rPr>
              <a:t>			int num = </a:t>
            </a:r>
            <a:r>
              <a:rPr lang="en-US" sz="1600" dirty="0" err="1">
                <a:latin typeface="Calibri" panose="020F0502020204030204" pitchFamily="34" charset="0"/>
                <a:ea typeface="Calibri" panose="020F0502020204030204" pitchFamily="34" charset="0"/>
                <a:cs typeface="Times New Roman" panose="02020603050405020304" pitchFamily="18" charset="0"/>
              </a:rPr>
              <a:t>Integer.parseInt</a:t>
            </a:r>
            <a:r>
              <a:rPr lang="en-US" sz="1600" dirty="0">
                <a:latin typeface="Calibri" panose="020F0502020204030204" pitchFamily="34" charset="0"/>
                <a:ea typeface="Calibri" panose="020F0502020204030204" pitchFamily="34" charset="0"/>
                <a:cs typeface="Times New Roman" panose="02020603050405020304" pitchFamily="18" charset="0"/>
              </a:rPr>
              <a:t>(</a:t>
            </a:r>
            <a:r>
              <a:rPr lang="en-US" sz="1600" dirty="0" err="1">
                <a:latin typeface="Calibri" panose="020F0502020204030204" pitchFamily="34" charset="0"/>
                <a:ea typeface="Calibri" panose="020F0502020204030204" pitchFamily="34" charset="0"/>
                <a:cs typeface="Times New Roman" panose="02020603050405020304" pitchFamily="18" charset="0"/>
              </a:rPr>
              <a:t>args</a:t>
            </a:r>
            <a:r>
              <a:rPr lang="en-US" sz="1600" dirty="0">
                <a:latin typeface="Calibri" panose="020F0502020204030204" pitchFamily="34" charset="0"/>
                <a:ea typeface="Calibri" panose="020F0502020204030204" pitchFamily="34" charset="0"/>
                <a:cs typeface="Times New Roman" panose="02020603050405020304" pitchFamily="18" charset="0"/>
              </a:rPr>
              <a:t>[0]);</a:t>
            </a:r>
          </a:p>
          <a:p>
            <a:pPr marL="0" marR="0">
              <a:lnSpc>
                <a:spcPct val="107000"/>
              </a:lnSpc>
              <a:spcBef>
                <a:spcPts val="0"/>
              </a:spcBef>
              <a:spcAft>
                <a:spcPts val="0"/>
              </a:spcAft>
            </a:pPr>
            <a:r>
              <a:rPr lang="en-US" sz="1600" dirty="0">
                <a:latin typeface="Calibri" panose="020F0502020204030204" pitchFamily="34" charset="0"/>
                <a:ea typeface="Calibri" panose="020F0502020204030204" pitchFamily="34" charset="0"/>
                <a:cs typeface="Times New Roman" panose="02020603050405020304" pitchFamily="18" charset="0"/>
              </a:rPr>
              <a:t>			</a:t>
            </a:r>
            <a:r>
              <a:rPr lang="en-US" sz="1600" dirty="0" err="1">
                <a:latin typeface="Calibri" panose="020F0502020204030204" pitchFamily="34" charset="0"/>
                <a:ea typeface="Calibri" panose="020F0502020204030204" pitchFamily="34" charset="0"/>
                <a:cs typeface="Times New Roman" panose="02020603050405020304" pitchFamily="18" charset="0"/>
              </a:rPr>
              <a:t>System.out.println</a:t>
            </a:r>
            <a:r>
              <a:rPr lang="en-US" sz="1600" dirty="0">
                <a:latin typeface="Calibri" panose="020F0502020204030204" pitchFamily="34" charset="0"/>
                <a:ea typeface="Calibri" panose="020F0502020204030204" pitchFamily="34" charset="0"/>
                <a:cs typeface="Times New Roman" panose="02020603050405020304" pitchFamily="18" charset="0"/>
              </a:rPr>
              <a:t>( "You entered: "+num );		</a:t>
            </a:r>
          </a:p>
          <a:p>
            <a:pPr marL="0" marR="0">
              <a:lnSpc>
                <a:spcPct val="107000"/>
              </a:lnSpc>
              <a:spcBef>
                <a:spcPts val="0"/>
              </a:spcBef>
              <a:spcAft>
                <a:spcPts val="0"/>
              </a:spcAft>
            </a:pPr>
            <a:r>
              <a:rPr lang="en-US" sz="1600" dirty="0">
                <a:latin typeface="Calibri" panose="020F0502020204030204" pitchFamily="34" charset="0"/>
                <a:ea typeface="Calibri" panose="020F0502020204030204" pitchFamily="34" charset="0"/>
                <a:cs typeface="Times New Roman" panose="02020603050405020304" pitchFamily="18" charset="0"/>
              </a:rPr>
              <a:t>		}</a:t>
            </a:r>
          </a:p>
          <a:p>
            <a:pPr marL="0" marR="0">
              <a:lnSpc>
                <a:spcPct val="107000"/>
              </a:lnSpc>
              <a:spcBef>
                <a:spcPts val="0"/>
              </a:spcBef>
              <a:spcAft>
                <a:spcPts val="0"/>
              </a:spcAft>
            </a:pPr>
            <a:r>
              <a:rPr lang="en-US" sz="1600" dirty="0">
                <a:latin typeface="Calibri" panose="020F0502020204030204" pitchFamily="34" charset="0"/>
                <a:ea typeface="Calibri" panose="020F0502020204030204" pitchFamily="34" charset="0"/>
                <a:cs typeface="Times New Roman" panose="02020603050405020304" pitchFamily="18" charset="0"/>
              </a:rPr>
              <a:t>		catch(</a:t>
            </a:r>
            <a:r>
              <a:rPr lang="en-US" sz="1600" dirty="0" err="1">
                <a:latin typeface="Calibri" panose="020F0502020204030204" pitchFamily="34" charset="0"/>
                <a:ea typeface="Calibri" panose="020F0502020204030204" pitchFamily="34" charset="0"/>
                <a:cs typeface="Times New Roman" panose="02020603050405020304" pitchFamily="18" charset="0"/>
              </a:rPr>
              <a:t>ArrayIndexOutOfBoundsException</a:t>
            </a:r>
            <a:r>
              <a:rPr lang="en-US" sz="1600" dirty="0">
                <a:latin typeface="Calibri" panose="020F0502020204030204" pitchFamily="34" charset="0"/>
                <a:ea typeface="Calibri" panose="020F0502020204030204" pitchFamily="34" charset="0"/>
                <a:cs typeface="Times New Roman" panose="02020603050405020304" pitchFamily="18" charset="0"/>
              </a:rPr>
              <a:t> e) </a:t>
            </a:r>
          </a:p>
          <a:p>
            <a:pPr marL="0" marR="0">
              <a:lnSpc>
                <a:spcPct val="107000"/>
              </a:lnSpc>
              <a:spcBef>
                <a:spcPts val="0"/>
              </a:spcBef>
              <a:spcAft>
                <a:spcPts val="0"/>
              </a:spcAft>
            </a:pPr>
            <a:r>
              <a:rPr lang="en-US" sz="1600" dirty="0">
                <a:latin typeface="Calibri" panose="020F0502020204030204" pitchFamily="34" charset="0"/>
                <a:ea typeface="Calibri" panose="020F0502020204030204" pitchFamily="34" charset="0"/>
                <a:cs typeface="Times New Roman" panose="02020603050405020304" pitchFamily="18" charset="0"/>
              </a:rPr>
              <a:t>		{</a:t>
            </a:r>
          </a:p>
          <a:p>
            <a:pPr marL="0" marR="0">
              <a:lnSpc>
                <a:spcPct val="107000"/>
              </a:lnSpc>
              <a:spcBef>
                <a:spcPts val="0"/>
              </a:spcBef>
              <a:spcAft>
                <a:spcPts val="0"/>
              </a:spcAft>
            </a:pPr>
            <a:r>
              <a:rPr lang="en-US" sz="1600" dirty="0">
                <a:latin typeface="Calibri" panose="020F0502020204030204" pitchFamily="34" charset="0"/>
                <a:ea typeface="Calibri" panose="020F0502020204030204" pitchFamily="34" charset="0"/>
                <a:cs typeface="Times New Roman" panose="02020603050405020304" pitchFamily="18" charset="0"/>
              </a:rPr>
              <a:t>		</a:t>
            </a:r>
            <a:r>
              <a:rPr lang="en-US" sz="1600" dirty="0" err="1">
                <a:latin typeface="Calibri" panose="020F0502020204030204" pitchFamily="34" charset="0"/>
                <a:ea typeface="Calibri" panose="020F0502020204030204" pitchFamily="34" charset="0"/>
                <a:cs typeface="Times New Roman" panose="02020603050405020304" pitchFamily="18" charset="0"/>
              </a:rPr>
              <a:t>System.out.println</a:t>
            </a:r>
            <a:r>
              <a:rPr lang="en-US" sz="1600" dirty="0">
                <a:latin typeface="Calibri" panose="020F0502020204030204" pitchFamily="34" charset="0"/>
                <a:ea typeface="Calibri" panose="020F0502020204030204" pitchFamily="34" charset="0"/>
                <a:cs typeface="Times New Roman" panose="02020603050405020304" pitchFamily="18" charset="0"/>
              </a:rPr>
              <a:t>( "Integer argument required.");	</a:t>
            </a:r>
          </a:p>
          <a:p>
            <a:pPr marL="0" marR="0">
              <a:lnSpc>
                <a:spcPct val="107000"/>
              </a:lnSpc>
              <a:spcBef>
                <a:spcPts val="0"/>
              </a:spcBef>
              <a:spcAft>
                <a:spcPts val="0"/>
              </a:spcAft>
            </a:pPr>
            <a:r>
              <a:rPr lang="en-US" sz="1600" dirty="0">
                <a:latin typeface="Calibri" panose="020F0502020204030204" pitchFamily="34" charset="0"/>
                <a:ea typeface="Calibri" panose="020F0502020204030204" pitchFamily="34" charset="0"/>
                <a:cs typeface="Times New Roman" panose="02020603050405020304" pitchFamily="18" charset="0"/>
              </a:rPr>
              <a:t>		}</a:t>
            </a:r>
          </a:p>
          <a:p>
            <a:pPr marL="0" marR="0">
              <a:lnSpc>
                <a:spcPct val="107000"/>
              </a:lnSpc>
              <a:spcBef>
                <a:spcPts val="0"/>
              </a:spcBef>
              <a:spcAft>
                <a:spcPts val="0"/>
              </a:spcAft>
            </a:pPr>
            <a:r>
              <a:rPr lang="en-US" sz="1600" dirty="0">
                <a:latin typeface="Calibri" panose="020F0502020204030204" pitchFamily="34" charset="0"/>
                <a:ea typeface="Calibri" panose="020F0502020204030204" pitchFamily="34" charset="0"/>
                <a:cs typeface="Times New Roman" panose="02020603050405020304" pitchFamily="18" charset="0"/>
              </a:rPr>
              <a:t>		catch( </a:t>
            </a:r>
            <a:r>
              <a:rPr lang="en-US" sz="1600" dirty="0" err="1">
                <a:latin typeface="Calibri" panose="020F0502020204030204" pitchFamily="34" charset="0"/>
                <a:ea typeface="Calibri" panose="020F0502020204030204" pitchFamily="34" charset="0"/>
                <a:cs typeface="Times New Roman" panose="02020603050405020304" pitchFamily="18" charset="0"/>
              </a:rPr>
              <a:t>NumberFormatException</a:t>
            </a:r>
            <a:r>
              <a:rPr lang="en-US" sz="1600" dirty="0">
                <a:latin typeface="Calibri" panose="020F0502020204030204" pitchFamily="34" charset="0"/>
                <a:ea typeface="Calibri" panose="020F0502020204030204" pitchFamily="34" charset="0"/>
                <a:cs typeface="Times New Roman" panose="02020603050405020304" pitchFamily="18" charset="0"/>
              </a:rPr>
              <a:t> e ) </a:t>
            </a:r>
          </a:p>
          <a:p>
            <a:pPr marL="0" marR="0">
              <a:lnSpc>
                <a:spcPct val="107000"/>
              </a:lnSpc>
              <a:spcBef>
                <a:spcPts val="0"/>
              </a:spcBef>
              <a:spcAft>
                <a:spcPts val="0"/>
              </a:spcAft>
            </a:pPr>
            <a:r>
              <a:rPr lang="en-US" sz="1600" dirty="0">
                <a:latin typeface="Calibri" panose="020F0502020204030204" pitchFamily="34" charset="0"/>
                <a:ea typeface="Calibri" panose="020F0502020204030204" pitchFamily="34" charset="0"/>
                <a:cs typeface="Times New Roman" panose="02020603050405020304" pitchFamily="18" charset="0"/>
              </a:rPr>
              <a:t>		{</a:t>
            </a:r>
          </a:p>
          <a:p>
            <a:pPr marL="0" marR="0">
              <a:lnSpc>
                <a:spcPct val="107000"/>
              </a:lnSpc>
              <a:spcBef>
                <a:spcPts val="0"/>
              </a:spcBef>
              <a:spcAft>
                <a:spcPts val="0"/>
              </a:spcAft>
            </a:pPr>
            <a:r>
              <a:rPr lang="en-US" sz="1600" dirty="0">
                <a:latin typeface="Calibri" panose="020F0502020204030204" pitchFamily="34" charset="0"/>
                <a:ea typeface="Calibri" panose="020F0502020204030204" pitchFamily="34" charset="0"/>
                <a:cs typeface="Times New Roman" panose="02020603050405020304" pitchFamily="18" charset="0"/>
              </a:rPr>
              <a:t>		</a:t>
            </a:r>
            <a:r>
              <a:rPr lang="en-US" sz="1600" dirty="0" err="1">
                <a:latin typeface="Calibri" panose="020F0502020204030204" pitchFamily="34" charset="0"/>
                <a:ea typeface="Calibri" panose="020F0502020204030204" pitchFamily="34" charset="0"/>
                <a:cs typeface="Times New Roman" panose="02020603050405020304" pitchFamily="18" charset="0"/>
              </a:rPr>
              <a:t>System.out.println</a:t>
            </a:r>
            <a:r>
              <a:rPr lang="en-US" sz="1600" dirty="0">
                <a:latin typeface="Calibri" panose="020F0502020204030204" pitchFamily="34" charset="0"/>
                <a:ea typeface="Calibri" panose="020F0502020204030204" pitchFamily="34" charset="0"/>
                <a:cs typeface="Times New Roman" panose="02020603050405020304" pitchFamily="18" charset="0"/>
              </a:rPr>
              <a:t>( "Argument is wrong format.");</a:t>
            </a:r>
          </a:p>
          <a:p>
            <a:pPr marL="0" marR="0">
              <a:lnSpc>
                <a:spcPct val="107000"/>
              </a:lnSpc>
              <a:spcBef>
                <a:spcPts val="0"/>
              </a:spcBef>
              <a:spcAft>
                <a:spcPts val="0"/>
              </a:spcAft>
            </a:pPr>
            <a:r>
              <a:rPr lang="en-US" sz="1600" dirty="0">
                <a:latin typeface="Calibri" panose="020F0502020204030204" pitchFamily="34" charset="0"/>
                <a:ea typeface="Calibri" panose="020F0502020204030204" pitchFamily="34" charset="0"/>
                <a:cs typeface="Times New Roman" panose="02020603050405020304" pitchFamily="18" charset="0"/>
              </a:rPr>
              <a:t>		}</a:t>
            </a:r>
          </a:p>
          <a:p>
            <a:pPr marL="0" marR="0">
              <a:lnSpc>
                <a:spcPct val="107000"/>
              </a:lnSpc>
              <a:spcBef>
                <a:spcPts val="0"/>
              </a:spcBef>
              <a:spcAft>
                <a:spcPts val="0"/>
              </a:spcAft>
            </a:pPr>
            <a:r>
              <a:rPr lang="en-US" sz="1600" dirty="0">
                <a:latin typeface="Calibri" panose="020F0502020204030204" pitchFamily="34" charset="0"/>
                <a:ea typeface="Calibri" panose="020F0502020204030204" pitchFamily="34" charset="0"/>
                <a:cs typeface="Times New Roman" panose="02020603050405020304" pitchFamily="18" charset="0"/>
              </a:rPr>
              <a:t>		finally</a:t>
            </a:r>
          </a:p>
          <a:p>
            <a:pPr marL="0" marR="0">
              <a:lnSpc>
                <a:spcPct val="107000"/>
              </a:lnSpc>
              <a:spcBef>
                <a:spcPts val="0"/>
              </a:spcBef>
              <a:spcAft>
                <a:spcPts val="0"/>
              </a:spcAft>
            </a:pPr>
            <a:r>
              <a:rPr lang="en-US" sz="1600" dirty="0">
                <a:latin typeface="Calibri" panose="020F0502020204030204" pitchFamily="34" charset="0"/>
                <a:ea typeface="Calibri" panose="020F0502020204030204" pitchFamily="34" charset="0"/>
                <a:cs typeface="Times New Roman" panose="02020603050405020304" pitchFamily="18" charset="0"/>
              </a:rPr>
              <a:t>		{</a:t>
            </a:r>
          </a:p>
          <a:p>
            <a:pPr marL="0" marR="0">
              <a:lnSpc>
                <a:spcPct val="107000"/>
              </a:lnSpc>
              <a:spcBef>
                <a:spcPts val="0"/>
              </a:spcBef>
              <a:spcAft>
                <a:spcPts val="0"/>
              </a:spcAft>
            </a:pPr>
            <a:r>
              <a:rPr lang="en-US" sz="1600" dirty="0">
                <a:latin typeface="Calibri" panose="020F0502020204030204" pitchFamily="34" charset="0"/>
                <a:ea typeface="Calibri" panose="020F0502020204030204" pitchFamily="34" charset="0"/>
                <a:cs typeface="Times New Roman" panose="02020603050405020304" pitchFamily="18" charset="0"/>
              </a:rPr>
              <a:t>		</a:t>
            </a:r>
            <a:r>
              <a:rPr lang="en-US" sz="1600" dirty="0" err="1">
                <a:latin typeface="Calibri" panose="020F0502020204030204" pitchFamily="34" charset="0"/>
                <a:ea typeface="Calibri" panose="020F0502020204030204" pitchFamily="34" charset="0"/>
                <a:cs typeface="Times New Roman" panose="02020603050405020304" pitchFamily="18" charset="0"/>
              </a:rPr>
              <a:t>System.out.println</a:t>
            </a:r>
            <a:r>
              <a:rPr lang="en-US" sz="1600" dirty="0">
                <a:latin typeface="Calibri" panose="020F0502020204030204" pitchFamily="34" charset="0"/>
                <a:ea typeface="Calibri" panose="020F0502020204030204" pitchFamily="34" charset="0"/>
                <a:cs typeface="Times New Roman" panose="02020603050405020304" pitchFamily="18" charset="0"/>
              </a:rPr>
              <a:t>( "Program ends." );</a:t>
            </a:r>
          </a:p>
          <a:p>
            <a:pPr marL="0" marR="0">
              <a:lnSpc>
                <a:spcPct val="107000"/>
              </a:lnSpc>
              <a:spcBef>
                <a:spcPts val="0"/>
              </a:spcBef>
              <a:spcAft>
                <a:spcPts val="0"/>
              </a:spcAft>
            </a:pPr>
            <a:r>
              <a:rPr lang="en-US" sz="1600" dirty="0">
                <a:latin typeface="Calibri" panose="020F0502020204030204" pitchFamily="34" charset="0"/>
                <a:ea typeface="Calibri" panose="020F0502020204030204" pitchFamily="34" charset="0"/>
                <a:cs typeface="Times New Roman" panose="02020603050405020304" pitchFamily="18" charset="0"/>
              </a:rPr>
              <a:t>		} 	}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57307693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01A67-A6D7-400C-B36B-2A9346A532CB}"/>
              </a:ext>
            </a:extLst>
          </p:cNvPr>
          <p:cNvSpPr>
            <a:spLocks noGrp="1"/>
          </p:cNvSpPr>
          <p:nvPr>
            <p:ph type="title"/>
          </p:nvPr>
        </p:nvSpPr>
        <p:spPr>
          <a:xfrm>
            <a:off x="455363" y="0"/>
            <a:ext cx="10972800" cy="650779"/>
          </a:xfrm>
        </p:spPr>
        <p:txBody>
          <a:bodyPr/>
          <a:lstStyle/>
          <a:p>
            <a:pPr algn="ctr" fontAlgn="auto">
              <a:spcAft>
                <a:spcPts val="0"/>
              </a:spcAft>
              <a:defRPr/>
            </a:pPr>
            <a:r>
              <a:rPr lang="en-US" b="0" dirty="0">
                <a:effectLst/>
              </a:rPr>
              <a:t>Throwing Exceptions</a:t>
            </a:r>
            <a:r>
              <a:rPr lang="en-US" dirty="0">
                <a:solidFill>
                  <a:srgbClr val="24B5A1"/>
                </a:solidFill>
                <a:latin typeface="Calibri" panose="020F0502020204030204" pitchFamily="34" charset="0"/>
              </a:rPr>
              <a:t>  </a:t>
            </a:r>
            <a:endParaRPr lang="en-US" dirty="0">
              <a:solidFill>
                <a:srgbClr val="3380E6"/>
              </a:solidFill>
              <a:latin typeface="Calibri" panose="020F0502020204030204" pitchFamily="34" charset="0"/>
            </a:endParaRPr>
          </a:p>
        </p:txBody>
      </p:sp>
      <p:pic>
        <p:nvPicPr>
          <p:cNvPr id="4" name="Picture 3">
            <a:extLst>
              <a:ext uri="{FF2B5EF4-FFF2-40B4-BE49-F238E27FC236}">
                <a16:creationId xmlns:a16="http://schemas.microsoft.com/office/drawing/2014/main" id="{5978188E-A4FE-4588-BD03-4CD4B745D4CE}"/>
              </a:ext>
            </a:extLst>
          </p:cNvPr>
          <p:cNvPicPr>
            <a:picLocks noChangeAspect="1"/>
          </p:cNvPicPr>
          <p:nvPr/>
        </p:nvPicPr>
        <p:blipFill>
          <a:blip r:embed="rId3"/>
          <a:stretch>
            <a:fillRect/>
          </a:stretch>
        </p:blipFill>
        <p:spPr>
          <a:xfrm>
            <a:off x="857250" y="650779"/>
            <a:ext cx="10972799" cy="6207221"/>
          </a:xfrm>
          <a:prstGeom prst="rect">
            <a:avLst/>
          </a:prstGeom>
        </p:spPr>
      </p:pic>
    </p:spTree>
    <p:extLst>
      <p:ext uri="{BB962C8B-B14F-4D97-AF65-F5344CB8AC3E}">
        <p14:creationId xmlns:p14="http://schemas.microsoft.com/office/powerpoint/2010/main" val="326826662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01A67-A6D7-400C-B36B-2A9346A532CB}"/>
              </a:ext>
            </a:extLst>
          </p:cNvPr>
          <p:cNvSpPr>
            <a:spLocks noGrp="1"/>
          </p:cNvSpPr>
          <p:nvPr>
            <p:ph type="title"/>
          </p:nvPr>
        </p:nvSpPr>
        <p:spPr>
          <a:xfrm>
            <a:off x="455363" y="0"/>
            <a:ext cx="10972800" cy="650779"/>
          </a:xfrm>
        </p:spPr>
        <p:txBody>
          <a:bodyPr/>
          <a:lstStyle/>
          <a:p>
            <a:pPr algn="ctr" fontAlgn="auto">
              <a:spcAft>
                <a:spcPts val="0"/>
              </a:spcAft>
              <a:defRPr/>
            </a:pPr>
            <a:r>
              <a:rPr lang="en-US" dirty="0">
                <a:effectLst/>
              </a:rPr>
              <a:t>Throwing Exceptions</a:t>
            </a:r>
            <a:r>
              <a:rPr lang="en-US" dirty="0">
                <a:solidFill>
                  <a:srgbClr val="24B5A1"/>
                </a:solidFill>
                <a:latin typeface="Calibri" panose="020F0502020204030204" pitchFamily="34" charset="0"/>
              </a:rPr>
              <a:t>  </a:t>
            </a:r>
            <a:endParaRPr lang="en-US" dirty="0">
              <a:solidFill>
                <a:srgbClr val="3380E6"/>
              </a:solidFill>
              <a:latin typeface="Calibri" panose="020F0502020204030204" pitchFamily="34" charset="0"/>
            </a:endParaRPr>
          </a:p>
        </p:txBody>
      </p:sp>
      <p:sp>
        <p:nvSpPr>
          <p:cNvPr id="3" name="Rectangle 2">
            <a:extLst>
              <a:ext uri="{FF2B5EF4-FFF2-40B4-BE49-F238E27FC236}">
                <a16:creationId xmlns:a16="http://schemas.microsoft.com/office/drawing/2014/main" id="{C8A17FA0-E440-4795-A0A8-DC7385FA2F2D}"/>
              </a:ext>
            </a:extLst>
          </p:cNvPr>
          <p:cNvSpPr/>
          <p:nvPr/>
        </p:nvSpPr>
        <p:spPr>
          <a:xfrm>
            <a:off x="455363" y="997565"/>
            <a:ext cx="11431836" cy="4862870"/>
          </a:xfrm>
          <a:prstGeom prst="rect">
            <a:avLst/>
          </a:prstGeom>
        </p:spPr>
        <p:txBody>
          <a:bodyPr wrap="square">
            <a:spAutoFit/>
          </a:bodyPr>
          <a:lstStyle/>
          <a:p>
            <a:pPr marL="457200" indent="-457200">
              <a:spcBef>
                <a:spcPts val="1200"/>
              </a:spcBef>
              <a:spcAft>
                <a:spcPts val="0"/>
              </a:spcAft>
              <a:buFont typeface="Arial" panose="020B0604020202020204" pitchFamily="34" charset="0"/>
              <a:buChar char="•"/>
            </a:pPr>
            <a:r>
              <a:rPr lang="en-US" sz="2800" dirty="0"/>
              <a:t>For example </a:t>
            </a:r>
            <a:r>
              <a:rPr lang="en-US" sz="2800" b="1" i="1" dirty="0">
                <a:solidFill>
                  <a:srgbClr val="00B050"/>
                </a:solidFill>
              </a:rPr>
              <a:t>Exception</a:t>
            </a:r>
            <a:r>
              <a:rPr lang="en-US" sz="2800" dirty="0"/>
              <a:t> is a sub-class of </a:t>
            </a:r>
            <a:r>
              <a:rPr lang="en-US" sz="2800" b="1" i="1" dirty="0">
                <a:solidFill>
                  <a:srgbClr val="00B050"/>
                </a:solidFill>
              </a:rPr>
              <a:t>Throwable</a:t>
            </a:r>
            <a:r>
              <a:rPr lang="en-US" sz="2800" dirty="0"/>
              <a:t> and user defined exceptions typically extend </a:t>
            </a:r>
            <a:r>
              <a:rPr lang="en-US" sz="2800" b="1" i="1" dirty="0">
                <a:solidFill>
                  <a:srgbClr val="00B050"/>
                </a:solidFill>
              </a:rPr>
              <a:t>Exception</a:t>
            </a:r>
            <a:r>
              <a:rPr lang="en-US" sz="2800" dirty="0"/>
              <a:t> class.</a:t>
            </a:r>
          </a:p>
          <a:p>
            <a:pPr marL="457200" indent="-457200">
              <a:spcBef>
                <a:spcPts val="1200"/>
              </a:spcBef>
              <a:spcAft>
                <a:spcPts val="0"/>
              </a:spcAft>
              <a:buFont typeface="Arial" panose="020B0604020202020204" pitchFamily="34" charset="0"/>
              <a:buChar char="•"/>
            </a:pPr>
            <a:r>
              <a:rPr lang="en-US" sz="2800" dirty="0"/>
              <a:t>The flow of execution of the program stops immediately after the throw statement is executed and the nearest enclosing </a:t>
            </a:r>
            <a:r>
              <a:rPr lang="en-US" sz="2800" b="1" dirty="0"/>
              <a:t>try</a:t>
            </a:r>
            <a:r>
              <a:rPr lang="en-US" sz="2800" dirty="0"/>
              <a:t> block is checked to see if it has a </a:t>
            </a:r>
            <a:r>
              <a:rPr lang="en-US" sz="2800" b="1" dirty="0"/>
              <a:t>catch</a:t>
            </a:r>
            <a:r>
              <a:rPr lang="en-US" sz="2800" dirty="0"/>
              <a:t> statement that matches the type of exception. </a:t>
            </a:r>
          </a:p>
          <a:p>
            <a:pPr marL="457200" indent="-457200">
              <a:spcBef>
                <a:spcPts val="1200"/>
              </a:spcBef>
              <a:spcAft>
                <a:spcPts val="0"/>
              </a:spcAft>
              <a:buFont typeface="Arial" panose="020B0604020202020204" pitchFamily="34" charset="0"/>
              <a:buChar char="•"/>
            </a:pPr>
            <a:r>
              <a:rPr lang="en-US" sz="2800" dirty="0"/>
              <a:t>If it finds a match, controlled is transferred to that statement otherwise next enclosing </a:t>
            </a:r>
            <a:r>
              <a:rPr lang="en-US" sz="2800" b="1" dirty="0"/>
              <a:t>try</a:t>
            </a:r>
            <a:r>
              <a:rPr lang="en-US" sz="2800" dirty="0"/>
              <a:t> block is checked and so on. </a:t>
            </a:r>
          </a:p>
          <a:p>
            <a:pPr marL="457200" indent="-457200">
              <a:spcBef>
                <a:spcPts val="1200"/>
              </a:spcBef>
              <a:spcAft>
                <a:spcPts val="0"/>
              </a:spcAft>
              <a:buFont typeface="Arial" panose="020B0604020202020204" pitchFamily="34" charset="0"/>
              <a:buChar char="•"/>
            </a:pPr>
            <a:r>
              <a:rPr lang="en-US" sz="2800" dirty="0"/>
              <a:t>If no matching</a:t>
            </a:r>
            <a:r>
              <a:rPr lang="en-US" sz="2800" b="1" dirty="0"/>
              <a:t> catch </a:t>
            </a:r>
            <a:r>
              <a:rPr lang="en-US" sz="2800" dirty="0"/>
              <a:t>is found then the default exception handler will halt the program. </a:t>
            </a:r>
          </a:p>
        </p:txBody>
      </p:sp>
    </p:spTree>
    <p:extLst>
      <p:ext uri="{BB962C8B-B14F-4D97-AF65-F5344CB8AC3E}">
        <p14:creationId xmlns:p14="http://schemas.microsoft.com/office/powerpoint/2010/main" val="234408559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01A67-A6D7-400C-B36B-2A9346A532CB}"/>
              </a:ext>
            </a:extLst>
          </p:cNvPr>
          <p:cNvSpPr>
            <a:spLocks noGrp="1"/>
          </p:cNvSpPr>
          <p:nvPr>
            <p:ph type="title"/>
          </p:nvPr>
        </p:nvSpPr>
        <p:spPr>
          <a:xfrm>
            <a:off x="455363" y="0"/>
            <a:ext cx="10972800" cy="650779"/>
          </a:xfrm>
        </p:spPr>
        <p:txBody>
          <a:bodyPr>
            <a:normAutofit/>
          </a:bodyPr>
          <a:lstStyle/>
          <a:p>
            <a:pPr algn="ctr" fontAlgn="auto">
              <a:spcAft>
                <a:spcPts val="0"/>
              </a:spcAft>
              <a:defRPr/>
            </a:pPr>
            <a:r>
              <a:rPr lang="en-US" dirty="0">
                <a:effectLst/>
              </a:rPr>
              <a:t>Throwing Exceptions</a:t>
            </a:r>
            <a:r>
              <a:rPr lang="en-US" dirty="0">
                <a:solidFill>
                  <a:srgbClr val="24B5A1"/>
                </a:solidFill>
                <a:latin typeface="Calibri" panose="020F0502020204030204" pitchFamily="34" charset="0"/>
              </a:rPr>
              <a:t>  </a:t>
            </a:r>
            <a:r>
              <a:rPr lang="en-US" dirty="0">
                <a:highlight>
                  <a:srgbClr val="FFFF00"/>
                </a:highlight>
              </a:rPr>
              <a:t>Example 8</a:t>
            </a:r>
            <a:endParaRPr lang="en-US" dirty="0">
              <a:solidFill>
                <a:srgbClr val="3380E6"/>
              </a:solidFill>
              <a:latin typeface="Calibri" panose="020F0502020204030204" pitchFamily="34" charset="0"/>
            </a:endParaRPr>
          </a:p>
        </p:txBody>
      </p:sp>
      <p:sp>
        <p:nvSpPr>
          <p:cNvPr id="3" name="Rectangle 2">
            <a:extLst>
              <a:ext uri="{FF2B5EF4-FFF2-40B4-BE49-F238E27FC236}">
                <a16:creationId xmlns:a16="http://schemas.microsoft.com/office/drawing/2014/main" id="{C8A17FA0-E440-4795-A0A8-DC7385FA2F2D}"/>
              </a:ext>
            </a:extLst>
          </p:cNvPr>
          <p:cNvSpPr/>
          <p:nvPr/>
        </p:nvSpPr>
        <p:spPr>
          <a:xfrm>
            <a:off x="517791" y="1124504"/>
            <a:ext cx="10847943" cy="3724096"/>
          </a:xfrm>
          <a:prstGeom prst="rect">
            <a:avLst/>
          </a:prstGeom>
        </p:spPr>
        <p:txBody>
          <a:bodyPr wrap="square">
            <a:spAutoFit/>
          </a:bodyPr>
          <a:lstStyle/>
          <a:p>
            <a:pPr marL="457200" indent="-457200">
              <a:spcBef>
                <a:spcPts val="1200"/>
              </a:spcBef>
              <a:spcAft>
                <a:spcPts val="0"/>
              </a:spcAft>
              <a:buFont typeface="Arial" panose="020B0604020202020204" pitchFamily="34" charset="0"/>
              <a:buChar char="•"/>
            </a:pPr>
            <a:r>
              <a:rPr lang="en-US" sz="2800" dirty="0"/>
              <a:t>All methods use the throw statement to throw an exception. </a:t>
            </a:r>
          </a:p>
          <a:p>
            <a:pPr marL="457200" indent="-457200">
              <a:spcBef>
                <a:spcPts val="1200"/>
              </a:spcBef>
              <a:spcAft>
                <a:spcPts val="0"/>
              </a:spcAft>
              <a:buFont typeface="Arial" panose="020B0604020202020204" pitchFamily="34" charset="0"/>
              <a:buChar char="•"/>
            </a:pPr>
            <a:r>
              <a:rPr lang="en-US" sz="2800" dirty="0"/>
              <a:t>The throw statement requires a single argument: a throwable object. </a:t>
            </a:r>
          </a:p>
          <a:p>
            <a:pPr marL="457200" indent="-457200">
              <a:spcBef>
                <a:spcPts val="1200"/>
              </a:spcBef>
              <a:spcAft>
                <a:spcPts val="0"/>
              </a:spcAft>
              <a:buFont typeface="Arial" panose="020B0604020202020204" pitchFamily="34" charset="0"/>
              <a:buChar char="•"/>
            </a:pPr>
            <a:r>
              <a:rPr lang="en-US" sz="2800" dirty="0"/>
              <a:t>Throwable objects are instances of any subclass of the </a:t>
            </a:r>
            <a:r>
              <a:rPr lang="en-US" sz="2800" b="1" i="1" dirty="0">
                <a:solidFill>
                  <a:srgbClr val="00B050"/>
                </a:solidFill>
              </a:rPr>
              <a:t>Throwable </a:t>
            </a:r>
            <a:r>
              <a:rPr lang="en-US" sz="2800" b="1" dirty="0"/>
              <a:t>class</a:t>
            </a:r>
            <a:r>
              <a:rPr lang="en-US" sz="2800" dirty="0"/>
              <a:t>. </a:t>
            </a:r>
          </a:p>
          <a:p>
            <a:pPr marL="457200" indent="-457200">
              <a:spcBef>
                <a:spcPts val="1200"/>
              </a:spcBef>
              <a:spcAft>
                <a:spcPts val="0"/>
              </a:spcAft>
              <a:buFont typeface="Arial" panose="020B0604020202020204" pitchFamily="34" charset="0"/>
              <a:buChar char="•"/>
            </a:pPr>
            <a:r>
              <a:rPr lang="en-US" sz="2800" dirty="0"/>
              <a:t>Here's an example of a throw statement:</a:t>
            </a:r>
          </a:p>
          <a:p>
            <a:pPr marL="914400" lvl="1" indent="-457200">
              <a:spcBef>
                <a:spcPts val="1200"/>
              </a:spcBef>
              <a:spcAft>
                <a:spcPts val="0"/>
              </a:spcAft>
              <a:buFont typeface="Arial" panose="020B0604020202020204" pitchFamily="34" charset="0"/>
              <a:buChar char="•"/>
            </a:pPr>
            <a:r>
              <a:rPr lang="en-US" sz="2800" dirty="0">
                <a:highlight>
                  <a:srgbClr val="FFFF00"/>
                </a:highlight>
              </a:rPr>
              <a:t>Example 8</a:t>
            </a:r>
          </a:p>
        </p:txBody>
      </p:sp>
    </p:spTree>
    <p:extLst>
      <p:ext uri="{BB962C8B-B14F-4D97-AF65-F5344CB8AC3E}">
        <p14:creationId xmlns:p14="http://schemas.microsoft.com/office/powerpoint/2010/main" val="311815288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01A67-A6D7-400C-B36B-2A9346A532CB}"/>
              </a:ext>
            </a:extLst>
          </p:cNvPr>
          <p:cNvSpPr>
            <a:spLocks noGrp="1"/>
          </p:cNvSpPr>
          <p:nvPr>
            <p:ph type="title"/>
          </p:nvPr>
        </p:nvSpPr>
        <p:spPr>
          <a:xfrm>
            <a:off x="334178" y="114697"/>
            <a:ext cx="10972800" cy="650779"/>
          </a:xfrm>
        </p:spPr>
        <p:txBody>
          <a:bodyPr/>
          <a:lstStyle/>
          <a:p>
            <a:pPr algn="ctr" fontAlgn="auto">
              <a:spcAft>
                <a:spcPts val="0"/>
              </a:spcAft>
              <a:defRPr/>
            </a:pPr>
            <a:r>
              <a:rPr lang="en-US" dirty="0">
                <a:effectLst/>
              </a:rPr>
              <a:t>Throwing Exceptions</a:t>
            </a:r>
            <a:r>
              <a:rPr lang="en-US" dirty="0">
                <a:solidFill>
                  <a:srgbClr val="24B5A1"/>
                </a:solidFill>
                <a:latin typeface="Calibri" panose="020F0502020204030204" pitchFamily="34" charset="0"/>
              </a:rPr>
              <a:t>  </a:t>
            </a:r>
            <a:endParaRPr lang="en-US" dirty="0">
              <a:solidFill>
                <a:srgbClr val="3380E6"/>
              </a:solidFill>
              <a:latin typeface="Calibri" panose="020F0502020204030204" pitchFamily="34" charset="0"/>
            </a:endParaRPr>
          </a:p>
        </p:txBody>
      </p:sp>
      <p:sp>
        <p:nvSpPr>
          <p:cNvPr id="3" name="Rectangle 2">
            <a:extLst>
              <a:ext uri="{FF2B5EF4-FFF2-40B4-BE49-F238E27FC236}">
                <a16:creationId xmlns:a16="http://schemas.microsoft.com/office/drawing/2014/main" id="{C8A17FA0-E440-4795-A0A8-DC7385FA2F2D}"/>
              </a:ext>
            </a:extLst>
          </p:cNvPr>
          <p:cNvSpPr/>
          <p:nvPr/>
        </p:nvSpPr>
        <p:spPr>
          <a:xfrm>
            <a:off x="380082" y="611383"/>
            <a:ext cx="11431836" cy="5878532"/>
          </a:xfrm>
          <a:prstGeom prst="rect">
            <a:avLst/>
          </a:prstGeom>
        </p:spPr>
        <p:txBody>
          <a:bodyPr wrap="square">
            <a:spAutoFit/>
          </a:bodyPr>
          <a:lstStyle/>
          <a:p>
            <a:pPr marL="457200" indent="-457200">
              <a:spcBef>
                <a:spcPts val="1200"/>
              </a:spcBef>
              <a:spcAft>
                <a:spcPts val="0"/>
              </a:spcAft>
              <a:buFont typeface="Arial" panose="020B0604020202020204" pitchFamily="34" charset="0"/>
              <a:buChar char="•"/>
            </a:pPr>
            <a:r>
              <a:rPr lang="en-US" sz="2800" dirty="0"/>
              <a:t>If some code within a method throws a checked exception, then the method must either handle the exception or it must specify the exception using </a:t>
            </a:r>
            <a:r>
              <a:rPr lang="en-US" sz="2800" b="1" i="1" dirty="0">
                <a:solidFill>
                  <a:srgbClr val="00B050"/>
                </a:solidFill>
              </a:rPr>
              <a:t>throws</a:t>
            </a:r>
            <a:r>
              <a:rPr lang="en-US" sz="2800" i="1" dirty="0"/>
              <a:t> </a:t>
            </a:r>
            <a:r>
              <a:rPr lang="en-US" sz="2800" dirty="0"/>
              <a:t>keyword.</a:t>
            </a:r>
          </a:p>
          <a:p>
            <a:pPr marL="457200" indent="-457200">
              <a:spcBef>
                <a:spcPts val="1200"/>
              </a:spcBef>
              <a:spcAft>
                <a:spcPts val="0"/>
              </a:spcAft>
              <a:buFont typeface="Arial" panose="020B0604020202020204" pitchFamily="34" charset="0"/>
              <a:buChar char="•"/>
            </a:pPr>
            <a:r>
              <a:rPr lang="en-US" sz="2800" dirty="0"/>
              <a:t>For example, consider the following Java program  </a:t>
            </a:r>
            <a:r>
              <a:rPr lang="en-US" sz="2800" b="1" dirty="0"/>
              <a:t>(EXAMPLE 7A and 7B)</a:t>
            </a:r>
            <a:r>
              <a:rPr lang="en-US" sz="2800" dirty="0"/>
              <a:t> that opens file at location “</a:t>
            </a:r>
            <a:r>
              <a:rPr lang="en-US" sz="2800" b="1" dirty="0"/>
              <a:t>import.txt</a:t>
            </a:r>
            <a:r>
              <a:rPr lang="en-US" sz="2800" dirty="0"/>
              <a:t>” and prints the first three lines of it. </a:t>
            </a:r>
          </a:p>
          <a:p>
            <a:pPr marL="457200" indent="-457200">
              <a:spcBef>
                <a:spcPts val="1200"/>
              </a:spcBef>
              <a:spcAft>
                <a:spcPts val="0"/>
              </a:spcAft>
              <a:buFont typeface="Arial" panose="020B0604020202020204" pitchFamily="34" charset="0"/>
              <a:buChar char="•"/>
            </a:pPr>
            <a:r>
              <a:rPr lang="en-US" sz="2800" dirty="0"/>
              <a:t>Without exception handling throw statement, the program doesn’t compile, because the </a:t>
            </a:r>
          </a:p>
          <a:p>
            <a:pPr marL="914400" lvl="1" indent="-457200">
              <a:spcBef>
                <a:spcPts val="1200"/>
              </a:spcBef>
              <a:spcAft>
                <a:spcPts val="0"/>
              </a:spcAft>
              <a:buFont typeface="Arial" panose="020B0604020202020204" pitchFamily="34" charset="0"/>
              <a:buChar char="•"/>
            </a:pPr>
            <a:r>
              <a:rPr lang="en-US" sz="2800" dirty="0"/>
              <a:t>function main() uses </a:t>
            </a:r>
            <a:r>
              <a:rPr lang="en-US" sz="2800" b="1" dirty="0" err="1"/>
              <a:t>FileReader</a:t>
            </a:r>
            <a:r>
              <a:rPr lang="en-US" sz="2800" dirty="0"/>
              <a:t>() and </a:t>
            </a:r>
            <a:r>
              <a:rPr lang="en-US" sz="2800" b="1" dirty="0" err="1"/>
              <a:t>FileReader</a:t>
            </a:r>
            <a:r>
              <a:rPr lang="en-US" sz="2800" dirty="0"/>
              <a:t>() </a:t>
            </a:r>
            <a:r>
              <a:rPr lang="en-US" sz="2800" b="1" i="1" dirty="0"/>
              <a:t>throws</a:t>
            </a:r>
            <a:r>
              <a:rPr lang="en-US" sz="2800" dirty="0"/>
              <a:t> a checked exception </a:t>
            </a:r>
            <a:r>
              <a:rPr lang="en-US" sz="2800" b="1" i="1" dirty="0" err="1"/>
              <a:t>FileNotFoundException</a:t>
            </a:r>
            <a:r>
              <a:rPr lang="en-US" sz="2800" dirty="0"/>
              <a:t>. </a:t>
            </a:r>
          </a:p>
          <a:p>
            <a:pPr marL="914400" lvl="1" indent="-457200">
              <a:spcBef>
                <a:spcPts val="1200"/>
              </a:spcBef>
              <a:spcAft>
                <a:spcPts val="0"/>
              </a:spcAft>
              <a:buFont typeface="Arial" panose="020B0604020202020204" pitchFamily="34" charset="0"/>
              <a:buChar char="•"/>
            </a:pPr>
            <a:r>
              <a:rPr lang="en-US" sz="2800" dirty="0"/>
              <a:t>It also uses </a:t>
            </a:r>
            <a:r>
              <a:rPr lang="en-US" sz="2800" dirty="0" err="1"/>
              <a:t>readLine</a:t>
            </a:r>
            <a:r>
              <a:rPr lang="en-US" sz="2800" dirty="0"/>
              <a:t>() and close() methods, and these methods also throw checked exception </a:t>
            </a:r>
            <a:r>
              <a:rPr lang="en-US" sz="2800" b="1" i="1" dirty="0" err="1"/>
              <a:t>IOException</a:t>
            </a:r>
            <a:endParaRPr lang="en-US" sz="2800" b="1" dirty="0"/>
          </a:p>
        </p:txBody>
      </p:sp>
    </p:spTree>
    <p:extLst>
      <p:ext uri="{BB962C8B-B14F-4D97-AF65-F5344CB8AC3E}">
        <p14:creationId xmlns:p14="http://schemas.microsoft.com/office/powerpoint/2010/main" val="37759748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01A67-A6D7-400C-B36B-2A9346A532CB}"/>
              </a:ext>
            </a:extLst>
          </p:cNvPr>
          <p:cNvSpPr>
            <a:spLocks noGrp="1"/>
          </p:cNvSpPr>
          <p:nvPr>
            <p:ph type="title"/>
          </p:nvPr>
        </p:nvSpPr>
        <p:spPr>
          <a:xfrm>
            <a:off x="334178" y="114697"/>
            <a:ext cx="10972800" cy="650779"/>
          </a:xfrm>
        </p:spPr>
        <p:txBody>
          <a:bodyPr/>
          <a:lstStyle/>
          <a:p>
            <a:pPr algn="ctr" fontAlgn="auto">
              <a:spcAft>
                <a:spcPts val="0"/>
              </a:spcAft>
              <a:defRPr/>
            </a:pPr>
            <a:r>
              <a:rPr lang="en-US" dirty="0">
                <a:effectLst/>
              </a:rPr>
              <a:t>Throwing Exceptions</a:t>
            </a:r>
            <a:r>
              <a:rPr lang="en-US" dirty="0">
                <a:solidFill>
                  <a:srgbClr val="24B5A1"/>
                </a:solidFill>
                <a:latin typeface="Calibri" panose="020F0502020204030204" pitchFamily="34" charset="0"/>
              </a:rPr>
              <a:t>  </a:t>
            </a:r>
            <a:endParaRPr lang="en-US" dirty="0">
              <a:solidFill>
                <a:srgbClr val="3380E6"/>
              </a:solidFill>
              <a:latin typeface="Calibri" panose="020F0502020204030204" pitchFamily="34" charset="0"/>
            </a:endParaRPr>
          </a:p>
        </p:txBody>
      </p:sp>
      <p:sp>
        <p:nvSpPr>
          <p:cNvPr id="3" name="Rectangle 2">
            <a:extLst>
              <a:ext uri="{FF2B5EF4-FFF2-40B4-BE49-F238E27FC236}">
                <a16:creationId xmlns:a16="http://schemas.microsoft.com/office/drawing/2014/main" id="{C8A17FA0-E440-4795-A0A8-DC7385FA2F2D}"/>
              </a:ext>
            </a:extLst>
          </p:cNvPr>
          <p:cNvSpPr/>
          <p:nvPr/>
        </p:nvSpPr>
        <p:spPr>
          <a:xfrm>
            <a:off x="512284" y="1536800"/>
            <a:ext cx="11431836" cy="523220"/>
          </a:xfrm>
          <a:prstGeom prst="rect">
            <a:avLst/>
          </a:prstGeom>
        </p:spPr>
        <p:txBody>
          <a:bodyPr wrap="square">
            <a:spAutoFit/>
          </a:bodyPr>
          <a:lstStyle/>
          <a:p>
            <a:pPr marL="457200" indent="-457200">
              <a:spcBef>
                <a:spcPts val="1200"/>
              </a:spcBef>
              <a:spcAft>
                <a:spcPts val="0"/>
              </a:spcAft>
              <a:buFont typeface="Arial" panose="020B0604020202020204" pitchFamily="34" charset="0"/>
              <a:buChar char="•"/>
            </a:pPr>
            <a:r>
              <a:rPr lang="en-US" sz="2800" b="1" dirty="0">
                <a:highlight>
                  <a:srgbClr val="FFFF00"/>
                </a:highlight>
              </a:rPr>
              <a:t>(EXAMPLE 7A and 7B)</a:t>
            </a:r>
          </a:p>
        </p:txBody>
      </p:sp>
    </p:spTree>
    <p:extLst>
      <p:ext uri="{BB962C8B-B14F-4D97-AF65-F5344CB8AC3E}">
        <p14:creationId xmlns:p14="http://schemas.microsoft.com/office/powerpoint/2010/main" val="279085292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CD1008-4F06-4749-A84B-11884A6D4BAC}"/>
              </a:ext>
            </a:extLst>
          </p:cNvPr>
          <p:cNvSpPr>
            <a:spLocks noGrp="1"/>
          </p:cNvSpPr>
          <p:nvPr>
            <p:ph type="title"/>
          </p:nvPr>
        </p:nvSpPr>
        <p:spPr/>
        <p:txBody>
          <a:bodyPr/>
          <a:lstStyle/>
          <a:p>
            <a:pPr fontAlgn="auto">
              <a:spcAft>
                <a:spcPts val="0"/>
              </a:spcAft>
              <a:defRPr/>
            </a:pPr>
            <a:r>
              <a:rPr lang="en-US" dirty="0">
                <a:solidFill>
                  <a:srgbClr val="24B5A1"/>
                </a:solidFill>
                <a:latin typeface="Calibri" panose="020F0502020204030204" pitchFamily="34" charset="0"/>
              </a:rPr>
              <a:t>8.2  </a:t>
            </a:r>
            <a:r>
              <a:rPr lang="en-US" dirty="0">
                <a:solidFill>
                  <a:srgbClr val="3380E6"/>
                </a:solidFill>
                <a:latin typeface="Consolas" panose="020B0609020204030204" pitchFamily="49" charset="0"/>
              </a:rPr>
              <a:t>Time</a:t>
            </a:r>
            <a:r>
              <a:rPr lang="en-US" dirty="0">
                <a:solidFill>
                  <a:srgbClr val="3380E6"/>
                </a:solidFill>
                <a:latin typeface="Calibri" panose="020F0502020204030204" pitchFamily="34" charset="0"/>
              </a:rPr>
              <a:t> Class Case Study</a:t>
            </a:r>
          </a:p>
        </p:txBody>
      </p:sp>
      <p:sp>
        <p:nvSpPr>
          <p:cNvPr id="14339" name="Text Placeholder 2">
            <a:extLst>
              <a:ext uri="{FF2B5EF4-FFF2-40B4-BE49-F238E27FC236}">
                <a16:creationId xmlns:a16="http://schemas.microsoft.com/office/drawing/2014/main" id="{A038E91B-6A14-4F01-B088-195612B6208B}"/>
              </a:ext>
            </a:extLst>
          </p:cNvPr>
          <p:cNvSpPr>
            <a:spLocks noGrp="1"/>
          </p:cNvSpPr>
          <p:nvPr>
            <p:ph type="body" idx="1"/>
          </p:nvPr>
        </p:nvSpPr>
        <p:spPr/>
        <p:txBody>
          <a:bodyPr/>
          <a:lstStyle/>
          <a:p>
            <a:pPr eaLnBrk="1" hangingPunct="1"/>
            <a:r>
              <a:rPr lang="en-US" altLang="en-US" dirty="0">
                <a:solidFill>
                  <a:srgbClr val="000000"/>
                </a:solidFill>
              </a:rPr>
              <a:t>Example 8.1 further demonstrates exception and classes.  </a:t>
            </a:r>
          </a:p>
          <a:p>
            <a:pPr eaLnBrk="1" hangingPunct="1"/>
            <a:r>
              <a:rPr lang="en-US" altLang="en-US" dirty="0">
                <a:solidFill>
                  <a:srgbClr val="000000"/>
                </a:solidFill>
              </a:rPr>
              <a:t>Class </a:t>
            </a:r>
            <a:r>
              <a:rPr lang="en-US" altLang="en-US" dirty="0">
                <a:solidFill>
                  <a:srgbClr val="000000"/>
                </a:solidFill>
                <a:latin typeface="Consolas" panose="020B0609020204030204" pitchFamily="49" charset="0"/>
              </a:rPr>
              <a:t>Time1</a:t>
            </a:r>
            <a:r>
              <a:rPr lang="en-US" altLang="en-US" dirty="0">
                <a:solidFill>
                  <a:srgbClr val="000000"/>
                </a:solidFill>
              </a:rPr>
              <a:t> represents the time of day. </a:t>
            </a:r>
          </a:p>
          <a:p>
            <a:pPr eaLnBrk="1" hangingPunct="1"/>
            <a:r>
              <a:rPr lang="en-US" altLang="en-US" dirty="0">
                <a:solidFill>
                  <a:srgbClr val="000000"/>
                </a:solidFill>
                <a:latin typeface="Consolas" panose="020B0609020204030204" pitchFamily="49" charset="0"/>
              </a:rPr>
              <a:t>private</a:t>
            </a:r>
            <a:r>
              <a:rPr lang="en-US" altLang="en-US" dirty="0">
                <a:solidFill>
                  <a:srgbClr val="000000"/>
                </a:solidFill>
              </a:rPr>
              <a:t> </a:t>
            </a:r>
            <a:r>
              <a:rPr lang="en-US" altLang="en-US" dirty="0" err="1">
                <a:solidFill>
                  <a:srgbClr val="000000"/>
                </a:solidFill>
                <a:latin typeface="Consolas" panose="020B0609020204030204" pitchFamily="49" charset="0"/>
              </a:rPr>
              <a:t>int</a:t>
            </a:r>
            <a:r>
              <a:rPr lang="en-US" altLang="en-US" dirty="0">
                <a:solidFill>
                  <a:srgbClr val="000000"/>
                </a:solidFill>
              </a:rPr>
              <a:t> instance variables </a:t>
            </a:r>
            <a:r>
              <a:rPr lang="en-US" altLang="en-US" dirty="0">
                <a:solidFill>
                  <a:srgbClr val="000000"/>
                </a:solidFill>
                <a:latin typeface="Consolas" panose="020B0609020204030204" pitchFamily="49" charset="0"/>
              </a:rPr>
              <a:t>hour</a:t>
            </a:r>
            <a:r>
              <a:rPr lang="en-US" altLang="en-US" dirty="0">
                <a:solidFill>
                  <a:srgbClr val="000000"/>
                </a:solidFill>
              </a:rPr>
              <a:t>, </a:t>
            </a:r>
            <a:r>
              <a:rPr lang="en-US" altLang="en-US" dirty="0">
                <a:solidFill>
                  <a:srgbClr val="000000"/>
                </a:solidFill>
                <a:latin typeface="Consolas" panose="020B0609020204030204" pitchFamily="49" charset="0"/>
              </a:rPr>
              <a:t>minute</a:t>
            </a:r>
            <a:r>
              <a:rPr lang="en-US" altLang="en-US" dirty="0">
                <a:solidFill>
                  <a:srgbClr val="000000"/>
                </a:solidFill>
              </a:rPr>
              <a:t> and </a:t>
            </a:r>
            <a:r>
              <a:rPr lang="en-US" altLang="en-US" dirty="0">
                <a:solidFill>
                  <a:srgbClr val="000000"/>
                </a:solidFill>
                <a:latin typeface="Consolas" panose="020B0609020204030204" pitchFamily="49" charset="0"/>
              </a:rPr>
              <a:t>second</a:t>
            </a:r>
            <a:r>
              <a:rPr lang="en-US" altLang="en-US" dirty="0">
                <a:solidFill>
                  <a:srgbClr val="000000"/>
                </a:solidFill>
              </a:rPr>
              <a:t> represent the time in universal-time format (24-hour clock format in which hours are in the range 0–23, and minutes and seconds are each in the range 0–59). </a:t>
            </a:r>
          </a:p>
          <a:p>
            <a:pPr eaLnBrk="1" hangingPunct="1"/>
            <a:r>
              <a:rPr lang="en-US" altLang="en-US" dirty="0">
                <a:solidFill>
                  <a:srgbClr val="000000"/>
                </a:solidFill>
                <a:latin typeface="Consolas" panose="020B0609020204030204" pitchFamily="49" charset="0"/>
              </a:rPr>
              <a:t>public</a:t>
            </a:r>
            <a:r>
              <a:rPr lang="en-US" altLang="en-US" dirty="0">
                <a:solidFill>
                  <a:srgbClr val="000000"/>
                </a:solidFill>
              </a:rPr>
              <a:t> methods </a:t>
            </a:r>
            <a:r>
              <a:rPr lang="en-US" altLang="en-US" dirty="0" err="1">
                <a:solidFill>
                  <a:srgbClr val="000000"/>
                </a:solidFill>
                <a:latin typeface="Consolas" panose="020B0609020204030204" pitchFamily="49" charset="0"/>
              </a:rPr>
              <a:t>setTime</a:t>
            </a:r>
            <a:r>
              <a:rPr lang="en-US" altLang="en-US" dirty="0">
                <a:solidFill>
                  <a:srgbClr val="000000"/>
                </a:solidFill>
              </a:rPr>
              <a:t>, </a:t>
            </a:r>
            <a:r>
              <a:rPr lang="en-US" altLang="en-US" dirty="0" err="1">
                <a:solidFill>
                  <a:srgbClr val="000000"/>
                </a:solidFill>
                <a:latin typeface="Consolas" panose="020B0609020204030204" pitchFamily="49" charset="0"/>
              </a:rPr>
              <a:t>toUniversalString</a:t>
            </a:r>
            <a:r>
              <a:rPr lang="en-US" altLang="en-US" dirty="0">
                <a:solidFill>
                  <a:srgbClr val="000000"/>
                </a:solidFill>
              </a:rPr>
              <a:t> and </a:t>
            </a:r>
            <a:r>
              <a:rPr lang="en-US" altLang="en-US" dirty="0" err="1">
                <a:solidFill>
                  <a:srgbClr val="000000"/>
                </a:solidFill>
                <a:latin typeface="Consolas" panose="020B0609020204030204" pitchFamily="49" charset="0"/>
              </a:rPr>
              <a:t>toString</a:t>
            </a:r>
            <a:r>
              <a:rPr lang="en-US" altLang="en-US" dirty="0">
                <a:solidFill>
                  <a:srgbClr val="000000"/>
                </a:solidFill>
              </a:rPr>
              <a:t>. </a:t>
            </a:r>
          </a:p>
          <a:p>
            <a:pPr lvl="1" eaLnBrk="1" hangingPunct="1"/>
            <a:r>
              <a:rPr lang="en-US" altLang="en-US" dirty="0">
                <a:solidFill>
                  <a:srgbClr val="000000"/>
                </a:solidFill>
              </a:rPr>
              <a:t>Called the </a:t>
            </a:r>
            <a:r>
              <a:rPr lang="en-US" altLang="en-US" dirty="0">
                <a:solidFill>
                  <a:srgbClr val="0000FF"/>
                </a:solidFill>
                <a:latin typeface="Consolas" panose="020B0609020204030204" pitchFamily="49" charset="0"/>
              </a:rPr>
              <a:t>public</a:t>
            </a:r>
            <a:r>
              <a:rPr lang="en-US" altLang="en-US" dirty="0">
                <a:solidFill>
                  <a:srgbClr val="000000"/>
                </a:solidFill>
              </a:rPr>
              <a:t> </a:t>
            </a:r>
            <a:r>
              <a:rPr lang="en-US" altLang="en-US" dirty="0">
                <a:solidFill>
                  <a:srgbClr val="0000FF"/>
                </a:solidFill>
              </a:rPr>
              <a:t>services</a:t>
            </a:r>
            <a:r>
              <a:rPr lang="en-US" altLang="en-US" dirty="0">
                <a:solidFill>
                  <a:srgbClr val="000000"/>
                </a:solidFill>
              </a:rPr>
              <a:t> or the </a:t>
            </a:r>
            <a:r>
              <a:rPr lang="en-US" altLang="en-US" dirty="0">
                <a:solidFill>
                  <a:srgbClr val="0000FF"/>
                </a:solidFill>
                <a:latin typeface="Consolas" panose="020B0609020204030204" pitchFamily="49" charset="0"/>
              </a:rPr>
              <a:t>public</a:t>
            </a:r>
            <a:r>
              <a:rPr lang="en-US" altLang="en-US" dirty="0">
                <a:solidFill>
                  <a:srgbClr val="000000"/>
                </a:solidFill>
              </a:rPr>
              <a:t> </a:t>
            </a:r>
            <a:r>
              <a:rPr lang="en-US" altLang="en-US" dirty="0">
                <a:solidFill>
                  <a:srgbClr val="0000FF"/>
                </a:solidFill>
              </a:rPr>
              <a:t>interface</a:t>
            </a:r>
            <a:r>
              <a:rPr lang="en-US" altLang="en-US" dirty="0">
                <a:solidFill>
                  <a:srgbClr val="000000"/>
                </a:solidFill>
              </a:rPr>
              <a:t> that the class provides to its clients. </a:t>
            </a:r>
          </a:p>
        </p:txBody>
      </p:sp>
    </p:spTree>
    <p:extLst>
      <p:ext uri="{BB962C8B-B14F-4D97-AF65-F5344CB8AC3E}">
        <p14:creationId xmlns:p14="http://schemas.microsoft.com/office/powerpoint/2010/main" val="4050909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8_OBP_Page_08">
            <a:extLst>
              <a:ext uri="{FF2B5EF4-FFF2-40B4-BE49-F238E27FC236}">
                <a16:creationId xmlns:a16="http://schemas.microsoft.com/office/drawing/2014/main" id="{5DE5E8BF-16CC-41C3-BE3F-2AE2ECAB15DB}"/>
              </a:ext>
            </a:extLst>
          </p:cNvPr>
          <p:cNvPicPr>
            <a:picLocks noGrp="1" noChangeAspect="1"/>
          </p:cNvPicPr>
          <p:nvPr isPhoto="1"/>
        </p:nvPicPr>
        <p:blipFill>
          <a:blip r:embed="rId3">
            <a:lum/>
            <a:extLst>
              <a:ext uri="{28A0092B-C50C-407E-A947-70E740481C1C}">
                <a14:useLocalDpi xmlns:a14="http://schemas.microsoft.com/office/drawing/2010/main" val="0"/>
              </a:ext>
            </a:extLst>
          </a:blip>
          <a:stretch>
            <a:fillRect/>
          </a:stretch>
        </p:blipFill>
        <p:spPr>
          <a:xfrm>
            <a:off x="1030288" y="0"/>
            <a:ext cx="10131425" cy="6858000"/>
          </a:xfrm>
          <a:prstGeom prst="rect">
            <a:avLst/>
          </a:prstGeom>
        </p:spPr>
      </p:pic>
    </p:spTree>
    <p:extLst>
      <p:ext uri="{BB962C8B-B14F-4D97-AF65-F5344CB8AC3E}">
        <p14:creationId xmlns:p14="http://schemas.microsoft.com/office/powerpoint/2010/main" val="403136637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8_OBP_Page_09">
            <a:extLst>
              <a:ext uri="{FF2B5EF4-FFF2-40B4-BE49-F238E27FC236}">
                <a16:creationId xmlns:a16="http://schemas.microsoft.com/office/drawing/2014/main" id="{9E951B18-C569-4418-A4A7-5183E4EF7923}"/>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631163"/>
            <a:ext cx="12192000" cy="5641975"/>
          </a:xfrm>
          <a:prstGeom prst="rect">
            <a:avLst/>
          </a:prstGeom>
        </p:spPr>
      </p:pic>
      <p:sp>
        <p:nvSpPr>
          <p:cNvPr id="2" name="Footer Placeholder 1">
            <a:extLst>
              <a:ext uri="{FF2B5EF4-FFF2-40B4-BE49-F238E27FC236}">
                <a16:creationId xmlns:a16="http://schemas.microsoft.com/office/drawing/2014/main" id="{A8134DCF-749D-4495-A911-D61662F01A2D}"/>
              </a:ext>
            </a:extLst>
          </p:cNvPr>
          <p:cNvSpPr>
            <a:spLocks noGrp="1"/>
          </p:cNvSpPr>
          <p:nvPr>
            <p:ph type="ftr" sz="quarter" idx="4294967295"/>
          </p:nvPr>
        </p:nvSpPr>
        <p:spPr>
          <a:xfrm>
            <a:off x="609600" y="6408739"/>
            <a:ext cx="8365067" cy="365125"/>
          </a:xfrm>
          <a:prstGeom prst="rect">
            <a:avLst/>
          </a:prstGeom>
        </p:spPr>
        <p:txBody>
          <a:bodyPr/>
          <a:lstStyle/>
          <a:p>
            <a:r>
              <a:rPr lang="en-US"/>
              <a:t>© Copyright 1992-2018 by Pearson Education, Inc. All Rights Reserved.</a:t>
            </a:r>
          </a:p>
        </p:txBody>
      </p:sp>
    </p:spTree>
    <p:extLst>
      <p:ext uri="{BB962C8B-B14F-4D97-AF65-F5344CB8AC3E}">
        <p14:creationId xmlns:p14="http://schemas.microsoft.com/office/powerpoint/2010/main" val="306905587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8_OBP_Page_12">
            <a:extLst>
              <a:ext uri="{FF2B5EF4-FFF2-40B4-BE49-F238E27FC236}">
                <a16:creationId xmlns:a16="http://schemas.microsoft.com/office/drawing/2014/main" id="{512F152B-FDCC-473D-BCB1-5BE46B0AE04F}"/>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719138"/>
            <a:ext cx="12192000" cy="5418137"/>
          </a:xfrm>
          <a:prstGeom prst="rect">
            <a:avLst/>
          </a:prstGeom>
        </p:spPr>
      </p:pic>
      <p:sp>
        <p:nvSpPr>
          <p:cNvPr id="2" name="Footer Placeholder 1">
            <a:extLst>
              <a:ext uri="{FF2B5EF4-FFF2-40B4-BE49-F238E27FC236}">
                <a16:creationId xmlns:a16="http://schemas.microsoft.com/office/drawing/2014/main" id="{00213E54-3068-40C9-86F0-8214170A6164}"/>
              </a:ext>
            </a:extLst>
          </p:cNvPr>
          <p:cNvSpPr>
            <a:spLocks noGrp="1"/>
          </p:cNvSpPr>
          <p:nvPr>
            <p:ph type="ftr" sz="quarter" idx="4294967295"/>
          </p:nvPr>
        </p:nvSpPr>
        <p:spPr>
          <a:xfrm>
            <a:off x="609600" y="6408739"/>
            <a:ext cx="8365067" cy="365125"/>
          </a:xfrm>
          <a:prstGeom prst="rect">
            <a:avLst/>
          </a:prstGeom>
        </p:spPr>
        <p:txBody>
          <a:bodyPr/>
          <a:lstStyle/>
          <a:p>
            <a:r>
              <a:rPr lang="en-US"/>
              <a:t>© Copyright 1992-2018 by Pearson Education, Inc. All Rights Reserved.</a:t>
            </a:r>
          </a:p>
        </p:txBody>
      </p:sp>
    </p:spTree>
    <p:extLst>
      <p:ext uri="{BB962C8B-B14F-4D97-AF65-F5344CB8AC3E}">
        <p14:creationId xmlns:p14="http://schemas.microsoft.com/office/powerpoint/2010/main" val="14300504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8_OBP_Page_13">
            <a:extLst>
              <a:ext uri="{FF2B5EF4-FFF2-40B4-BE49-F238E27FC236}">
                <a16:creationId xmlns:a16="http://schemas.microsoft.com/office/drawing/2014/main" id="{C174EB7D-30C3-4E7C-95C1-2C61AAEE19D4}"/>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61626"/>
            <a:ext cx="12192000" cy="6800850"/>
          </a:xfrm>
          <a:prstGeom prst="rect">
            <a:avLst/>
          </a:prstGeom>
        </p:spPr>
      </p:pic>
      <p:sp>
        <p:nvSpPr>
          <p:cNvPr id="2" name="Footer Placeholder 1">
            <a:extLst>
              <a:ext uri="{FF2B5EF4-FFF2-40B4-BE49-F238E27FC236}">
                <a16:creationId xmlns:a16="http://schemas.microsoft.com/office/drawing/2014/main" id="{8FACCB60-101A-41D0-BFF2-FE036BF29E25}"/>
              </a:ext>
            </a:extLst>
          </p:cNvPr>
          <p:cNvSpPr>
            <a:spLocks noGrp="1"/>
          </p:cNvSpPr>
          <p:nvPr>
            <p:ph type="ftr" sz="quarter" idx="4294967295"/>
          </p:nvPr>
        </p:nvSpPr>
        <p:spPr>
          <a:xfrm>
            <a:off x="609600" y="6408739"/>
            <a:ext cx="8365067" cy="365125"/>
          </a:xfrm>
          <a:prstGeom prst="rect">
            <a:avLst/>
          </a:prstGeom>
        </p:spPr>
        <p:txBody>
          <a:bodyPr/>
          <a:lstStyle/>
          <a:p>
            <a:r>
              <a:rPr lang="en-US"/>
              <a:t>© Copyright 1992-2018 by Pearson Education, Inc. All Rights Reserved.</a:t>
            </a:r>
          </a:p>
        </p:txBody>
      </p:sp>
    </p:spTree>
    <p:extLst>
      <p:ext uri="{BB962C8B-B14F-4D97-AF65-F5344CB8AC3E}">
        <p14:creationId xmlns:p14="http://schemas.microsoft.com/office/powerpoint/2010/main" val="4663910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8_OBP_Page_14">
            <a:extLst>
              <a:ext uri="{FF2B5EF4-FFF2-40B4-BE49-F238E27FC236}">
                <a16:creationId xmlns:a16="http://schemas.microsoft.com/office/drawing/2014/main" id="{03339DA5-FE3E-4D75-8D65-898492EFF9FC}"/>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201613" y="0"/>
            <a:ext cx="11787187" cy="6858000"/>
          </a:xfrm>
          <a:prstGeom prst="rect">
            <a:avLst/>
          </a:prstGeom>
        </p:spPr>
      </p:pic>
      <p:sp>
        <p:nvSpPr>
          <p:cNvPr id="2" name="Footer Placeholder 1">
            <a:extLst>
              <a:ext uri="{FF2B5EF4-FFF2-40B4-BE49-F238E27FC236}">
                <a16:creationId xmlns:a16="http://schemas.microsoft.com/office/drawing/2014/main" id="{182BDE91-7315-4F18-B4D4-69D5AAC32B3F}"/>
              </a:ext>
            </a:extLst>
          </p:cNvPr>
          <p:cNvSpPr>
            <a:spLocks noGrp="1"/>
          </p:cNvSpPr>
          <p:nvPr>
            <p:ph type="ftr" sz="quarter" idx="4294967295"/>
          </p:nvPr>
        </p:nvSpPr>
        <p:spPr>
          <a:xfrm>
            <a:off x="609600" y="6408739"/>
            <a:ext cx="8365067" cy="365125"/>
          </a:xfrm>
          <a:prstGeom prst="rect">
            <a:avLst/>
          </a:prstGeom>
        </p:spPr>
        <p:txBody>
          <a:bodyPr/>
          <a:lstStyle/>
          <a:p>
            <a:r>
              <a:rPr lang="en-US"/>
              <a:t>© Copyright 1992-2018 by Pearson Education, Inc. All Rights Reserved.</a:t>
            </a:r>
          </a:p>
        </p:txBody>
      </p:sp>
    </p:spTree>
    <p:extLst>
      <p:ext uri="{BB962C8B-B14F-4D97-AF65-F5344CB8AC3E}">
        <p14:creationId xmlns:p14="http://schemas.microsoft.com/office/powerpoint/2010/main" val="206768072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8_OBP_Page_15">
            <a:extLst>
              <a:ext uri="{FF2B5EF4-FFF2-40B4-BE49-F238E27FC236}">
                <a16:creationId xmlns:a16="http://schemas.microsoft.com/office/drawing/2014/main" id="{C41CDD6A-6ACF-432F-AAD5-5C035E08B1CE}"/>
              </a:ext>
            </a:extLst>
          </p:cNvPr>
          <p:cNvPicPr>
            <a:picLocks noGrp="1" noChangeAspect="1"/>
          </p:cNvPicPr>
          <p:nvPr isPhoto="1"/>
        </p:nvPicPr>
        <p:blipFill>
          <a:blip r:embed="rId3">
            <a:lum/>
            <a:extLst>
              <a:ext uri="{28A0092B-C50C-407E-A947-70E740481C1C}">
                <a14:useLocalDpi xmlns:a14="http://schemas.microsoft.com/office/drawing/2010/main" val="0"/>
              </a:ext>
            </a:extLst>
          </a:blip>
          <a:stretch>
            <a:fillRect/>
          </a:stretch>
        </p:blipFill>
        <p:spPr>
          <a:xfrm>
            <a:off x="0" y="615950"/>
            <a:ext cx="12192000" cy="5624513"/>
          </a:xfrm>
          <a:prstGeom prst="rect">
            <a:avLst/>
          </a:prstGeom>
        </p:spPr>
      </p:pic>
      <p:sp>
        <p:nvSpPr>
          <p:cNvPr id="2" name="Footer Placeholder 1">
            <a:extLst>
              <a:ext uri="{FF2B5EF4-FFF2-40B4-BE49-F238E27FC236}">
                <a16:creationId xmlns:a16="http://schemas.microsoft.com/office/drawing/2014/main" id="{F6A51C61-C0AE-47A2-974F-BF4DD479B558}"/>
              </a:ext>
            </a:extLst>
          </p:cNvPr>
          <p:cNvSpPr>
            <a:spLocks noGrp="1"/>
          </p:cNvSpPr>
          <p:nvPr>
            <p:ph type="ftr" sz="quarter" idx="4294967295"/>
          </p:nvPr>
        </p:nvSpPr>
        <p:spPr>
          <a:xfrm>
            <a:off x="609600" y="6408739"/>
            <a:ext cx="8365067" cy="365125"/>
          </a:xfrm>
          <a:prstGeom prst="rect">
            <a:avLst/>
          </a:prstGeom>
        </p:spPr>
        <p:txBody>
          <a:bodyPr/>
          <a:lstStyle/>
          <a:p>
            <a:r>
              <a:rPr lang="en-US"/>
              <a:t>© Copyright 1992-2018 by Pearson Education, Inc. All Rights Reserved.</a:t>
            </a:r>
          </a:p>
        </p:txBody>
      </p:sp>
    </p:spTree>
    <p:extLst>
      <p:ext uri="{BB962C8B-B14F-4D97-AF65-F5344CB8AC3E}">
        <p14:creationId xmlns:p14="http://schemas.microsoft.com/office/powerpoint/2010/main" val="294097537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36EE07-D447-478A-932B-9D84B7E830A3}"/>
              </a:ext>
            </a:extLst>
          </p:cNvPr>
          <p:cNvSpPr>
            <a:spLocks noGrp="1"/>
          </p:cNvSpPr>
          <p:nvPr>
            <p:ph type="title"/>
          </p:nvPr>
        </p:nvSpPr>
        <p:spPr/>
        <p:txBody>
          <a:bodyPr/>
          <a:lstStyle/>
          <a:p>
            <a:pPr fontAlgn="auto">
              <a:spcAft>
                <a:spcPts val="0"/>
              </a:spcAft>
              <a:defRPr/>
            </a:pPr>
            <a:r>
              <a:rPr lang="en-US" dirty="0">
                <a:solidFill>
                  <a:srgbClr val="24B5A1"/>
                </a:solidFill>
                <a:latin typeface="Calibri" panose="020F0502020204030204" pitchFamily="34" charset="0"/>
              </a:rPr>
              <a:t>8.2  </a:t>
            </a:r>
            <a:r>
              <a:rPr lang="en-US" dirty="0">
                <a:solidFill>
                  <a:srgbClr val="3380E6"/>
                </a:solidFill>
                <a:latin typeface="Consolas" panose="020B0609020204030204" pitchFamily="49" charset="0"/>
              </a:rPr>
              <a:t>Time</a:t>
            </a:r>
            <a:r>
              <a:rPr lang="en-US" dirty="0">
                <a:solidFill>
                  <a:srgbClr val="3380E6"/>
                </a:solidFill>
                <a:latin typeface="Calibri" panose="020F0502020204030204" pitchFamily="34" charset="0"/>
              </a:rPr>
              <a:t> Class Case Study (Cont.)</a:t>
            </a:r>
          </a:p>
        </p:txBody>
      </p:sp>
      <p:sp>
        <p:nvSpPr>
          <p:cNvPr id="22531" name="Text Placeholder 2">
            <a:extLst>
              <a:ext uri="{FF2B5EF4-FFF2-40B4-BE49-F238E27FC236}">
                <a16:creationId xmlns:a16="http://schemas.microsoft.com/office/drawing/2014/main" id="{660BACE5-1CDA-42AF-AF81-D783288DFFC6}"/>
              </a:ext>
            </a:extLst>
          </p:cNvPr>
          <p:cNvSpPr>
            <a:spLocks noGrp="1"/>
          </p:cNvSpPr>
          <p:nvPr>
            <p:ph type="body" idx="1"/>
          </p:nvPr>
        </p:nvSpPr>
        <p:spPr/>
        <p:txBody>
          <a:bodyPr/>
          <a:lstStyle/>
          <a:p>
            <a:pPr eaLnBrk="1" hangingPunct="1"/>
            <a:r>
              <a:rPr lang="en-US" altLang="en-US" dirty="0">
                <a:solidFill>
                  <a:srgbClr val="000000"/>
                </a:solidFill>
              </a:rPr>
              <a:t>Class </a:t>
            </a:r>
            <a:r>
              <a:rPr lang="en-US" altLang="en-US" dirty="0">
                <a:solidFill>
                  <a:srgbClr val="000000"/>
                </a:solidFill>
                <a:latin typeface="Consolas" panose="020B0609020204030204" pitchFamily="49" charset="0"/>
              </a:rPr>
              <a:t>Time1</a:t>
            </a:r>
            <a:r>
              <a:rPr lang="en-US" altLang="en-US" dirty="0">
                <a:solidFill>
                  <a:srgbClr val="000000"/>
                </a:solidFill>
              </a:rPr>
              <a:t> does not declare a constructor, so the compiler supplies a default constructor. </a:t>
            </a:r>
          </a:p>
          <a:p>
            <a:pPr eaLnBrk="1" hangingPunct="1"/>
            <a:r>
              <a:rPr lang="en-US" altLang="en-US" dirty="0">
                <a:solidFill>
                  <a:srgbClr val="000000"/>
                </a:solidFill>
              </a:rPr>
              <a:t>Each instance variable implicitly receives the default </a:t>
            </a:r>
            <a:r>
              <a:rPr lang="en-US" altLang="en-US" dirty="0" err="1">
                <a:solidFill>
                  <a:srgbClr val="000000"/>
                </a:solidFill>
                <a:latin typeface="Consolas" panose="020B0609020204030204" pitchFamily="49" charset="0"/>
              </a:rPr>
              <a:t>int</a:t>
            </a:r>
            <a:r>
              <a:rPr lang="en-US" altLang="en-US" dirty="0">
                <a:solidFill>
                  <a:srgbClr val="000000"/>
                </a:solidFill>
              </a:rPr>
              <a:t> value. </a:t>
            </a:r>
          </a:p>
          <a:p>
            <a:pPr eaLnBrk="1" hangingPunct="1"/>
            <a:r>
              <a:rPr lang="en-US" altLang="en-US" dirty="0">
                <a:solidFill>
                  <a:srgbClr val="000000"/>
                </a:solidFill>
              </a:rPr>
              <a:t>Instance variables also can be initialized when they are declared in the class body, using the same initialization syntax as with a local variable. </a:t>
            </a:r>
          </a:p>
        </p:txBody>
      </p:sp>
    </p:spTree>
    <p:extLst>
      <p:ext uri="{BB962C8B-B14F-4D97-AF65-F5344CB8AC3E}">
        <p14:creationId xmlns:p14="http://schemas.microsoft.com/office/powerpoint/2010/main" val="404389051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B218A5-B4BC-4618-84CC-19F2378670C9}"/>
              </a:ext>
            </a:extLst>
          </p:cNvPr>
          <p:cNvSpPr>
            <a:spLocks noGrp="1"/>
          </p:cNvSpPr>
          <p:nvPr>
            <p:ph type="title"/>
          </p:nvPr>
        </p:nvSpPr>
        <p:spPr/>
        <p:txBody>
          <a:bodyPr/>
          <a:lstStyle/>
          <a:p>
            <a:pPr fontAlgn="auto">
              <a:spcAft>
                <a:spcPts val="0"/>
              </a:spcAft>
              <a:defRPr/>
            </a:pPr>
            <a:r>
              <a:rPr lang="en-US" dirty="0">
                <a:solidFill>
                  <a:srgbClr val="24B5A1"/>
                </a:solidFill>
                <a:latin typeface="Calibri" panose="020F0502020204030204" pitchFamily="34" charset="0"/>
              </a:rPr>
              <a:t>8.2  </a:t>
            </a:r>
            <a:r>
              <a:rPr lang="en-US" dirty="0">
                <a:solidFill>
                  <a:srgbClr val="3380E6"/>
                </a:solidFill>
                <a:latin typeface="Consolas" panose="020B0609020204030204" pitchFamily="49" charset="0"/>
              </a:rPr>
              <a:t>Time</a:t>
            </a:r>
            <a:r>
              <a:rPr lang="en-US" dirty="0">
                <a:solidFill>
                  <a:srgbClr val="3380E6"/>
                </a:solidFill>
                <a:latin typeface="Calibri" panose="020F0502020204030204" pitchFamily="34" charset="0"/>
              </a:rPr>
              <a:t> Class Case Study (Cont.)</a:t>
            </a:r>
          </a:p>
        </p:txBody>
      </p:sp>
      <p:sp>
        <p:nvSpPr>
          <p:cNvPr id="21507" name="Text Placeholder 2">
            <a:extLst>
              <a:ext uri="{FF2B5EF4-FFF2-40B4-BE49-F238E27FC236}">
                <a16:creationId xmlns:a16="http://schemas.microsoft.com/office/drawing/2014/main" id="{272A58DF-2493-48A4-A011-651E6D250EEC}"/>
              </a:ext>
            </a:extLst>
          </p:cNvPr>
          <p:cNvSpPr>
            <a:spLocks noGrp="1"/>
          </p:cNvSpPr>
          <p:nvPr>
            <p:ph type="body" idx="1"/>
          </p:nvPr>
        </p:nvSpPr>
        <p:spPr/>
        <p:txBody>
          <a:bodyPr/>
          <a:lstStyle/>
          <a:p>
            <a:pPr marL="109537" indent="0">
              <a:buNone/>
              <a:defRPr/>
            </a:pPr>
            <a:r>
              <a:rPr lang="en-US" altLang="en-US" b="1" i="1" dirty="0">
                <a:solidFill>
                  <a:srgbClr val="000000"/>
                </a:solidFill>
              </a:rPr>
              <a:t>Method </a:t>
            </a:r>
            <a:r>
              <a:rPr lang="en-US" altLang="en-US" sz="2500" b="1" i="1" dirty="0" err="1">
                <a:solidFill>
                  <a:srgbClr val="000000"/>
                </a:solidFill>
                <a:latin typeface="Consolas" panose="020B0609020204030204" pitchFamily="49" charset="0"/>
                <a:cs typeface="Times New Roman" pitchFamily="18" charset="0"/>
              </a:rPr>
              <a:t>setTime</a:t>
            </a:r>
            <a:r>
              <a:rPr lang="en-US" altLang="en-US" b="1" i="1" dirty="0">
                <a:solidFill>
                  <a:srgbClr val="000000"/>
                </a:solidFill>
              </a:rPr>
              <a:t> and Throwing Exceptions</a:t>
            </a:r>
          </a:p>
          <a:p>
            <a:pPr eaLnBrk="1" hangingPunct="1">
              <a:defRPr/>
            </a:pPr>
            <a:r>
              <a:rPr lang="en-US" altLang="en-US" dirty="0">
                <a:solidFill>
                  <a:srgbClr val="000000"/>
                </a:solidFill>
              </a:rPr>
              <a:t>Method </a:t>
            </a:r>
            <a:r>
              <a:rPr lang="en-US" altLang="en-US" dirty="0" err="1">
                <a:solidFill>
                  <a:srgbClr val="000000"/>
                </a:solidFill>
                <a:latin typeface="Consolas" panose="020B0609020204030204" pitchFamily="49" charset="0"/>
              </a:rPr>
              <a:t>setTime</a:t>
            </a:r>
            <a:r>
              <a:rPr lang="en-US" altLang="en-US" dirty="0">
                <a:solidFill>
                  <a:srgbClr val="000000"/>
                </a:solidFill>
              </a:rPr>
              <a:t> declares three </a:t>
            </a:r>
            <a:r>
              <a:rPr lang="en-US" altLang="en-US" dirty="0" err="1">
                <a:solidFill>
                  <a:srgbClr val="000000"/>
                </a:solidFill>
                <a:latin typeface="Consolas" panose="020B0609020204030204" pitchFamily="49" charset="0"/>
              </a:rPr>
              <a:t>int</a:t>
            </a:r>
            <a:r>
              <a:rPr lang="en-US" altLang="en-US" dirty="0">
                <a:solidFill>
                  <a:srgbClr val="000000"/>
                </a:solidFill>
              </a:rPr>
              <a:t> parameters and uses them to set the time. </a:t>
            </a:r>
          </a:p>
          <a:p>
            <a:pPr eaLnBrk="1" hangingPunct="1">
              <a:defRPr/>
            </a:pPr>
            <a:r>
              <a:rPr lang="en-US" altLang="en-US" dirty="0">
                <a:solidFill>
                  <a:srgbClr val="000000"/>
                </a:solidFill>
              </a:rPr>
              <a:t>Lines 13–14 test each argument to determine whether the value is outside the proper range. </a:t>
            </a:r>
          </a:p>
        </p:txBody>
      </p:sp>
    </p:spTree>
    <p:extLst>
      <p:ext uri="{BB962C8B-B14F-4D97-AF65-F5344CB8AC3E}">
        <p14:creationId xmlns:p14="http://schemas.microsoft.com/office/powerpoint/2010/main" val="245367759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27808-1FD5-425B-B453-982A15D0F632}"/>
              </a:ext>
            </a:extLst>
          </p:cNvPr>
          <p:cNvSpPr>
            <a:spLocks noGrp="1"/>
          </p:cNvSpPr>
          <p:nvPr>
            <p:ph type="title"/>
          </p:nvPr>
        </p:nvSpPr>
        <p:spPr>
          <a:xfrm>
            <a:off x="673767" y="581525"/>
            <a:ext cx="10858795" cy="1143000"/>
          </a:xfrm>
        </p:spPr>
        <p:txBody>
          <a:bodyPr/>
          <a:lstStyle/>
          <a:p>
            <a:pPr fontAlgn="auto">
              <a:spcAft>
                <a:spcPts val="0"/>
              </a:spcAft>
              <a:defRPr/>
            </a:pPr>
            <a:r>
              <a:rPr lang="en-US" dirty="0">
                <a:solidFill>
                  <a:srgbClr val="24B5A1"/>
                </a:solidFill>
                <a:latin typeface="Calibri" panose="020F0502020204030204" pitchFamily="34" charset="0"/>
              </a:rPr>
              <a:t>8.2  </a:t>
            </a:r>
            <a:r>
              <a:rPr lang="en-US" dirty="0">
                <a:solidFill>
                  <a:srgbClr val="3380E6"/>
                </a:solidFill>
                <a:latin typeface="Consolas" panose="020B0609020204030204" pitchFamily="49" charset="0"/>
              </a:rPr>
              <a:t>Time</a:t>
            </a:r>
            <a:r>
              <a:rPr lang="en-US" dirty="0">
                <a:solidFill>
                  <a:srgbClr val="3380E6"/>
                </a:solidFill>
                <a:latin typeface="Calibri" panose="020F0502020204030204" pitchFamily="34" charset="0"/>
              </a:rPr>
              <a:t> Class Case Study (Cont.)</a:t>
            </a:r>
          </a:p>
        </p:txBody>
      </p:sp>
      <p:sp>
        <p:nvSpPr>
          <p:cNvPr id="22531" name="Text Placeholder 2">
            <a:extLst>
              <a:ext uri="{FF2B5EF4-FFF2-40B4-BE49-F238E27FC236}">
                <a16:creationId xmlns:a16="http://schemas.microsoft.com/office/drawing/2014/main" id="{4CFE8B6C-B52D-4D26-85F7-42B870E07CF4}"/>
              </a:ext>
            </a:extLst>
          </p:cNvPr>
          <p:cNvSpPr>
            <a:spLocks noGrp="1"/>
          </p:cNvSpPr>
          <p:nvPr>
            <p:ph type="body" idx="1"/>
          </p:nvPr>
        </p:nvSpPr>
        <p:spPr>
          <a:xfrm>
            <a:off x="673767" y="1572126"/>
            <a:ext cx="10858795" cy="4691063"/>
          </a:xfrm>
        </p:spPr>
        <p:txBody>
          <a:bodyPr/>
          <a:lstStyle/>
          <a:p>
            <a:pPr marL="109537" indent="0">
              <a:buNone/>
              <a:defRPr/>
            </a:pPr>
            <a:r>
              <a:rPr lang="en-US" altLang="en-US" sz="2400" b="1" i="1" dirty="0">
                <a:solidFill>
                  <a:srgbClr val="000000"/>
                </a:solidFill>
              </a:rPr>
              <a:t>Method </a:t>
            </a:r>
            <a:r>
              <a:rPr lang="en-US" altLang="en-US" sz="2400" b="1" i="1" dirty="0" err="1">
                <a:solidFill>
                  <a:srgbClr val="000000"/>
                </a:solidFill>
                <a:latin typeface="Consolas" panose="020B0609020204030204" pitchFamily="49" charset="0"/>
                <a:cs typeface="Times New Roman" pitchFamily="18" charset="0"/>
              </a:rPr>
              <a:t>setTime</a:t>
            </a:r>
            <a:r>
              <a:rPr lang="en-US" altLang="en-US" sz="2400" b="1" i="1" dirty="0">
                <a:solidFill>
                  <a:srgbClr val="000000"/>
                </a:solidFill>
              </a:rPr>
              <a:t> and Throwing Exceptions (cont.)</a:t>
            </a:r>
          </a:p>
          <a:p>
            <a:pPr eaLnBrk="1" hangingPunct="1">
              <a:defRPr/>
            </a:pPr>
            <a:r>
              <a:rPr lang="en-US" altLang="en-US" sz="2400" dirty="0">
                <a:solidFill>
                  <a:srgbClr val="000000"/>
                </a:solidFill>
              </a:rPr>
              <a:t>For incorrect values, </a:t>
            </a:r>
            <a:r>
              <a:rPr lang="en-US" altLang="en-US" sz="2400" dirty="0" err="1">
                <a:solidFill>
                  <a:srgbClr val="000000"/>
                </a:solidFill>
                <a:latin typeface="Consolas" panose="020B0609020204030204" pitchFamily="49" charset="0"/>
              </a:rPr>
              <a:t>setTime</a:t>
            </a:r>
            <a:r>
              <a:rPr lang="en-US" altLang="en-US" sz="2400" dirty="0">
                <a:solidFill>
                  <a:srgbClr val="000000"/>
                </a:solidFill>
              </a:rPr>
              <a:t> throws an exception of type </a:t>
            </a:r>
            <a:r>
              <a:rPr lang="en-US" altLang="en-US" sz="2400" dirty="0" err="1">
                <a:solidFill>
                  <a:srgbClr val="000000"/>
                </a:solidFill>
                <a:latin typeface="Consolas" panose="020B0609020204030204" pitchFamily="49" charset="0"/>
              </a:rPr>
              <a:t>IllegalArgumentException</a:t>
            </a:r>
            <a:endParaRPr lang="en-US" altLang="en-US" sz="2400" dirty="0">
              <a:solidFill>
                <a:srgbClr val="000000"/>
              </a:solidFill>
            </a:endParaRPr>
          </a:p>
          <a:p>
            <a:pPr lvl="1" eaLnBrk="1" hangingPunct="1">
              <a:defRPr/>
            </a:pPr>
            <a:r>
              <a:rPr lang="en-US" altLang="en-US" sz="2000" dirty="0">
                <a:solidFill>
                  <a:srgbClr val="000000"/>
                </a:solidFill>
              </a:rPr>
              <a:t>Notifies the client code that an invalid argument was passed to the method. </a:t>
            </a:r>
          </a:p>
          <a:p>
            <a:pPr lvl="1" eaLnBrk="1" hangingPunct="1">
              <a:defRPr/>
            </a:pPr>
            <a:r>
              <a:rPr lang="en-US" altLang="en-US" sz="2000" dirty="0">
                <a:solidFill>
                  <a:srgbClr val="000000"/>
                </a:solidFill>
              </a:rPr>
              <a:t>Can use </a:t>
            </a:r>
            <a:r>
              <a:rPr lang="en-US" altLang="en-US" sz="2000" dirty="0">
                <a:solidFill>
                  <a:srgbClr val="000000"/>
                </a:solidFill>
                <a:latin typeface="Consolas" panose="020B0609020204030204" pitchFamily="49" charset="0"/>
              </a:rPr>
              <a:t>try</a:t>
            </a:r>
            <a:r>
              <a:rPr lang="en-US" altLang="en-US" sz="2000" dirty="0">
                <a:solidFill>
                  <a:srgbClr val="000000"/>
                </a:solidFill>
              </a:rPr>
              <a:t>...</a:t>
            </a:r>
            <a:r>
              <a:rPr lang="en-US" altLang="en-US" sz="2000" dirty="0">
                <a:solidFill>
                  <a:srgbClr val="000000"/>
                </a:solidFill>
                <a:latin typeface="Consolas" panose="020B0609020204030204" pitchFamily="49" charset="0"/>
              </a:rPr>
              <a:t>catch</a:t>
            </a:r>
            <a:r>
              <a:rPr lang="en-US" altLang="en-US" sz="2000" dirty="0">
                <a:solidFill>
                  <a:srgbClr val="000000"/>
                </a:solidFill>
              </a:rPr>
              <a:t> to catch exceptions and attempt to recover from them. </a:t>
            </a:r>
          </a:p>
          <a:p>
            <a:pPr lvl="1" eaLnBrk="1" hangingPunct="1">
              <a:defRPr/>
            </a:pPr>
            <a:r>
              <a:rPr lang="en-US" altLang="en-US" sz="2000" dirty="0">
                <a:solidFill>
                  <a:srgbClr val="000000"/>
                </a:solidFill>
              </a:rPr>
              <a:t>The class instance creation expression in the </a:t>
            </a:r>
            <a:r>
              <a:rPr lang="en-US" altLang="en-US" sz="2000" dirty="0">
                <a:solidFill>
                  <a:srgbClr val="0000FF"/>
                </a:solidFill>
                <a:latin typeface="Consolas" panose="020B0609020204030204" pitchFamily="49" charset="0"/>
              </a:rPr>
              <a:t>throw</a:t>
            </a:r>
            <a:r>
              <a:rPr lang="en-US" altLang="en-US" sz="2000" dirty="0">
                <a:solidFill>
                  <a:srgbClr val="0000FF"/>
                </a:solidFill>
              </a:rPr>
              <a:t> statement </a:t>
            </a:r>
            <a:r>
              <a:rPr lang="en-US" altLang="en-US" sz="2000" dirty="0">
                <a:solidFill>
                  <a:srgbClr val="000000"/>
                </a:solidFill>
              </a:rPr>
              <a:t>creates a new object of type </a:t>
            </a:r>
            <a:r>
              <a:rPr lang="en-US" altLang="en-US" sz="2000" dirty="0" err="1">
                <a:solidFill>
                  <a:srgbClr val="000000"/>
                </a:solidFill>
                <a:latin typeface="Consolas" panose="020B0609020204030204" pitchFamily="49" charset="0"/>
              </a:rPr>
              <a:t>IllegalArgumentException</a:t>
            </a:r>
            <a:r>
              <a:rPr lang="en-US" altLang="en-US" sz="2000" dirty="0">
                <a:solidFill>
                  <a:srgbClr val="000000"/>
                </a:solidFill>
              </a:rPr>
              <a:t>. In this case, we call the constructor that allows us to specify a custom error message. </a:t>
            </a:r>
          </a:p>
          <a:p>
            <a:pPr lvl="1" eaLnBrk="1" hangingPunct="1">
              <a:defRPr/>
            </a:pPr>
            <a:r>
              <a:rPr lang="en-US" altLang="en-US" sz="2000" dirty="0">
                <a:solidFill>
                  <a:srgbClr val="000000"/>
                </a:solidFill>
              </a:rPr>
              <a:t>After the exception object is created, the </a:t>
            </a:r>
            <a:r>
              <a:rPr lang="en-US" altLang="en-US" sz="2000" dirty="0">
                <a:solidFill>
                  <a:srgbClr val="000000"/>
                </a:solidFill>
                <a:latin typeface="Consolas" panose="020B0609020204030204" pitchFamily="49" charset="0"/>
              </a:rPr>
              <a:t>throw </a:t>
            </a:r>
            <a:r>
              <a:rPr lang="en-US" altLang="en-US" sz="2000" dirty="0">
                <a:solidFill>
                  <a:srgbClr val="000000"/>
                </a:solidFill>
              </a:rPr>
              <a:t>statement immediately terminates method </a:t>
            </a:r>
            <a:r>
              <a:rPr lang="en-US" altLang="en-US" sz="2000" dirty="0" err="1">
                <a:solidFill>
                  <a:srgbClr val="000000"/>
                </a:solidFill>
                <a:latin typeface="Consolas" panose="020B0609020204030204" pitchFamily="49" charset="0"/>
              </a:rPr>
              <a:t>setTime</a:t>
            </a:r>
            <a:r>
              <a:rPr lang="en-US" altLang="en-US" sz="2000" dirty="0">
                <a:solidFill>
                  <a:srgbClr val="000000"/>
                </a:solidFill>
              </a:rPr>
              <a:t> and the exception is returned to the calling method that attempted to set the time.</a:t>
            </a:r>
          </a:p>
        </p:txBody>
      </p:sp>
      <p:sp>
        <p:nvSpPr>
          <p:cNvPr id="4" name="Footer Placeholder 3">
            <a:extLst>
              <a:ext uri="{FF2B5EF4-FFF2-40B4-BE49-F238E27FC236}">
                <a16:creationId xmlns:a16="http://schemas.microsoft.com/office/drawing/2014/main" id="{98B7190E-8ADF-498C-A560-34AAC8D67854}"/>
              </a:ext>
            </a:extLst>
          </p:cNvPr>
          <p:cNvSpPr>
            <a:spLocks noGrp="1"/>
          </p:cNvSpPr>
          <p:nvPr>
            <p:ph type="ftr" sz="quarter" idx="4294967295"/>
          </p:nvPr>
        </p:nvSpPr>
        <p:spPr>
          <a:xfrm>
            <a:off x="4488296" y="6408739"/>
            <a:ext cx="7044267" cy="365125"/>
          </a:xfrm>
          <a:prstGeom prst="rect">
            <a:avLst/>
          </a:prstGeom>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237829713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5F3B5E-AAFB-4167-B167-A8BB6F72A89A}"/>
              </a:ext>
            </a:extLst>
          </p:cNvPr>
          <p:cNvSpPr>
            <a:spLocks noGrp="1"/>
          </p:cNvSpPr>
          <p:nvPr>
            <p:ph type="title"/>
          </p:nvPr>
        </p:nvSpPr>
        <p:spPr/>
        <p:txBody>
          <a:bodyPr/>
          <a:lstStyle/>
          <a:p>
            <a:pPr fontAlgn="auto">
              <a:spcAft>
                <a:spcPts val="0"/>
              </a:spcAft>
              <a:defRPr/>
            </a:pPr>
            <a:r>
              <a:rPr lang="en-US" dirty="0">
                <a:solidFill>
                  <a:srgbClr val="24B5A1"/>
                </a:solidFill>
                <a:latin typeface="Calibri" panose="020F0502020204030204" pitchFamily="34" charset="0"/>
              </a:rPr>
              <a:t>8.2  </a:t>
            </a:r>
            <a:r>
              <a:rPr lang="en-US" dirty="0">
                <a:solidFill>
                  <a:srgbClr val="3380E6"/>
                </a:solidFill>
                <a:latin typeface="Consolas" panose="020B0609020204030204" pitchFamily="49" charset="0"/>
              </a:rPr>
              <a:t>Time</a:t>
            </a:r>
            <a:r>
              <a:rPr lang="en-US" dirty="0">
                <a:solidFill>
                  <a:srgbClr val="3380E6"/>
                </a:solidFill>
                <a:latin typeface="Calibri" panose="020F0502020204030204" pitchFamily="34" charset="0"/>
              </a:rPr>
              <a:t> Class Case Study (Cont.)</a:t>
            </a:r>
          </a:p>
        </p:txBody>
      </p:sp>
      <p:sp>
        <p:nvSpPr>
          <p:cNvPr id="23555" name="Text Placeholder 2">
            <a:extLst>
              <a:ext uri="{FF2B5EF4-FFF2-40B4-BE49-F238E27FC236}">
                <a16:creationId xmlns:a16="http://schemas.microsoft.com/office/drawing/2014/main" id="{E811EEBC-1C38-4D1F-9EF4-6445FB0290F9}"/>
              </a:ext>
            </a:extLst>
          </p:cNvPr>
          <p:cNvSpPr>
            <a:spLocks noGrp="1"/>
          </p:cNvSpPr>
          <p:nvPr>
            <p:ph type="body" idx="1"/>
          </p:nvPr>
        </p:nvSpPr>
        <p:spPr/>
        <p:txBody>
          <a:bodyPr/>
          <a:lstStyle/>
          <a:p>
            <a:pPr marL="109537" indent="0">
              <a:buNone/>
              <a:defRPr/>
            </a:pPr>
            <a:r>
              <a:rPr lang="en-US" altLang="en-US" b="1" i="1" dirty="0">
                <a:solidFill>
                  <a:srgbClr val="000000"/>
                </a:solidFill>
              </a:rPr>
              <a:t>Software Engineering of the </a:t>
            </a:r>
            <a:r>
              <a:rPr lang="en-US" altLang="en-US" sz="2400" b="1" i="1" dirty="0">
                <a:solidFill>
                  <a:srgbClr val="000000"/>
                </a:solidFill>
                <a:latin typeface="Consolas" panose="020B0609020204030204" pitchFamily="49" charset="0"/>
              </a:rPr>
              <a:t>Time1</a:t>
            </a:r>
            <a:r>
              <a:rPr lang="en-US" altLang="en-US" sz="2400" b="1" i="1" dirty="0">
                <a:solidFill>
                  <a:srgbClr val="000000"/>
                </a:solidFill>
              </a:rPr>
              <a:t> </a:t>
            </a:r>
            <a:r>
              <a:rPr lang="en-US" altLang="en-US" b="1" i="1" dirty="0">
                <a:solidFill>
                  <a:srgbClr val="000000"/>
                </a:solidFill>
              </a:rPr>
              <a:t>Class Declaration</a:t>
            </a:r>
          </a:p>
          <a:p>
            <a:pPr eaLnBrk="1" hangingPunct="1">
              <a:defRPr/>
            </a:pPr>
            <a:r>
              <a:rPr lang="en-US" altLang="en-US" dirty="0">
                <a:solidFill>
                  <a:srgbClr val="000000"/>
                </a:solidFill>
              </a:rPr>
              <a:t>The instance variables </a:t>
            </a:r>
            <a:r>
              <a:rPr lang="en-US" altLang="en-US" dirty="0">
                <a:solidFill>
                  <a:srgbClr val="000000"/>
                </a:solidFill>
                <a:latin typeface="Consolas" panose="020B0609020204030204" pitchFamily="49" charset="0"/>
              </a:rPr>
              <a:t>hour</a:t>
            </a:r>
            <a:r>
              <a:rPr lang="en-US" altLang="en-US" dirty="0">
                <a:solidFill>
                  <a:srgbClr val="000000"/>
                </a:solidFill>
              </a:rPr>
              <a:t>, </a:t>
            </a:r>
            <a:r>
              <a:rPr lang="en-US" altLang="en-US" dirty="0">
                <a:solidFill>
                  <a:srgbClr val="000000"/>
                </a:solidFill>
                <a:latin typeface="Consolas" panose="020B0609020204030204" pitchFamily="49" charset="0"/>
              </a:rPr>
              <a:t>minute</a:t>
            </a:r>
            <a:r>
              <a:rPr lang="en-US" altLang="en-US" dirty="0">
                <a:solidFill>
                  <a:srgbClr val="000000"/>
                </a:solidFill>
              </a:rPr>
              <a:t> and </a:t>
            </a:r>
            <a:r>
              <a:rPr lang="en-US" altLang="en-US" dirty="0">
                <a:solidFill>
                  <a:srgbClr val="000000"/>
                </a:solidFill>
                <a:latin typeface="Consolas" panose="020B0609020204030204" pitchFamily="49" charset="0"/>
              </a:rPr>
              <a:t>second</a:t>
            </a:r>
            <a:r>
              <a:rPr lang="en-US" altLang="en-US" dirty="0">
                <a:solidFill>
                  <a:srgbClr val="000000"/>
                </a:solidFill>
              </a:rPr>
              <a:t> are each declared </a:t>
            </a:r>
            <a:r>
              <a:rPr lang="en-US" altLang="en-US" dirty="0">
                <a:solidFill>
                  <a:srgbClr val="000000"/>
                </a:solidFill>
                <a:latin typeface="Consolas" panose="020B0609020204030204" pitchFamily="49" charset="0"/>
              </a:rPr>
              <a:t>private</a:t>
            </a:r>
            <a:r>
              <a:rPr lang="en-US" altLang="en-US" dirty="0">
                <a:solidFill>
                  <a:srgbClr val="000000"/>
                </a:solidFill>
              </a:rPr>
              <a:t>. </a:t>
            </a:r>
          </a:p>
          <a:p>
            <a:pPr eaLnBrk="1" hangingPunct="1">
              <a:defRPr/>
            </a:pPr>
            <a:r>
              <a:rPr lang="en-US" altLang="en-US" dirty="0">
                <a:solidFill>
                  <a:srgbClr val="000000"/>
                </a:solidFill>
              </a:rPr>
              <a:t>The actual data representation used within the class is of no concern to the class’s clients. </a:t>
            </a:r>
          </a:p>
          <a:p>
            <a:pPr eaLnBrk="1" hangingPunct="1">
              <a:defRPr/>
            </a:pPr>
            <a:r>
              <a:rPr lang="en-US" altLang="en-US" dirty="0">
                <a:solidFill>
                  <a:srgbClr val="000000"/>
                </a:solidFill>
              </a:rPr>
              <a:t>Reasonable for </a:t>
            </a:r>
            <a:r>
              <a:rPr lang="en-US" altLang="en-US" dirty="0">
                <a:solidFill>
                  <a:srgbClr val="000000"/>
                </a:solidFill>
                <a:latin typeface="Consolas" panose="020B0609020204030204" pitchFamily="49" charset="0"/>
              </a:rPr>
              <a:t>Time1</a:t>
            </a:r>
            <a:r>
              <a:rPr lang="en-US" altLang="en-US" dirty="0">
                <a:solidFill>
                  <a:srgbClr val="000000"/>
                </a:solidFill>
              </a:rPr>
              <a:t> to represent the time internally as the number of seconds since midnight or the number of minutes and seconds since midnight. </a:t>
            </a:r>
          </a:p>
          <a:p>
            <a:pPr eaLnBrk="1" hangingPunct="1">
              <a:defRPr/>
            </a:pPr>
            <a:r>
              <a:rPr lang="en-US" altLang="en-US" dirty="0">
                <a:solidFill>
                  <a:srgbClr val="000000"/>
                </a:solidFill>
              </a:rPr>
              <a:t>Clients could use the same </a:t>
            </a:r>
            <a:r>
              <a:rPr lang="en-US" altLang="en-US" dirty="0">
                <a:solidFill>
                  <a:srgbClr val="000000"/>
                </a:solidFill>
                <a:latin typeface="Consolas" panose="020B0609020204030204" pitchFamily="49" charset="0"/>
              </a:rPr>
              <a:t>public</a:t>
            </a:r>
            <a:r>
              <a:rPr lang="en-US" altLang="en-US" dirty="0">
                <a:solidFill>
                  <a:srgbClr val="000000"/>
                </a:solidFill>
              </a:rPr>
              <a:t> methods and get the same results without being aware of this. </a:t>
            </a:r>
          </a:p>
        </p:txBody>
      </p:sp>
      <p:sp>
        <p:nvSpPr>
          <p:cNvPr id="4" name="Footer Placeholder 3">
            <a:extLst>
              <a:ext uri="{FF2B5EF4-FFF2-40B4-BE49-F238E27FC236}">
                <a16:creationId xmlns:a16="http://schemas.microsoft.com/office/drawing/2014/main" id="{8C8EE4CA-C16B-422A-A853-B1E2982CD9E3}"/>
              </a:ext>
            </a:extLst>
          </p:cNvPr>
          <p:cNvSpPr>
            <a:spLocks noGrp="1"/>
          </p:cNvSpPr>
          <p:nvPr>
            <p:ph type="ftr" sz="quarter" idx="4294967295"/>
          </p:nvPr>
        </p:nvSpPr>
        <p:spPr>
          <a:xfrm>
            <a:off x="4488296" y="6408739"/>
            <a:ext cx="7044267" cy="365125"/>
          </a:xfrm>
          <a:prstGeom prst="rect">
            <a:avLst/>
          </a:prstGeom>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403917860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8_OBP_Page_16">
            <a:extLst>
              <a:ext uri="{FF2B5EF4-FFF2-40B4-BE49-F238E27FC236}">
                <a16:creationId xmlns:a16="http://schemas.microsoft.com/office/drawing/2014/main" id="{1495B460-D49E-4355-9C7D-6C4C62650A5E}"/>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1031875"/>
            <a:ext cx="12192000" cy="4792663"/>
          </a:xfrm>
          <a:prstGeom prst="rect">
            <a:avLst/>
          </a:prstGeom>
        </p:spPr>
      </p:pic>
    </p:spTree>
    <p:extLst>
      <p:ext uri="{BB962C8B-B14F-4D97-AF65-F5344CB8AC3E}">
        <p14:creationId xmlns:p14="http://schemas.microsoft.com/office/powerpoint/2010/main" val="318486893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B3F4F2-041F-4734-B734-24EB518A1D54}"/>
              </a:ext>
            </a:extLst>
          </p:cNvPr>
          <p:cNvSpPr>
            <a:spLocks noGrp="1"/>
          </p:cNvSpPr>
          <p:nvPr>
            <p:ph type="title"/>
          </p:nvPr>
        </p:nvSpPr>
        <p:spPr>
          <a:xfrm>
            <a:off x="649705" y="461218"/>
            <a:ext cx="10882858" cy="1143000"/>
          </a:xfrm>
        </p:spPr>
        <p:txBody>
          <a:bodyPr/>
          <a:lstStyle/>
          <a:p>
            <a:pPr fontAlgn="auto">
              <a:spcAft>
                <a:spcPts val="0"/>
              </a:spcAft>
              <a:defRPr/>
            </a:pPr>
            <a:r>
              <a:rPr lang="en-US" dirty="0">
                <a:solidFill>
                  <a:srgbClr val="24B5A1"/>
                </a:solidFill>
                <a:latin typeface="Calibri" panose="020F0502020204030204" pitchFamily="34" charset="0"/>
              </a:rPr>
              <a:t>8.2  </a:t>
            </a:r>
            <a:r>
              <a:rPr lang="en-US" dirty="0">
                <a:solidFill>
                  <a:srgbClr val="3380E6"/>
                </a:solidFill>
                <a:latin typeface="Consolas" panose="020B0609020204030204" pitchFamily="49" charset="0"/>
              </a:rPr>
              <a:t>Time</a:t>
            </a:r>
            <a:r>
              <a:rPr lang="en-US" dirty="0">
                <a:solidFill>
                  <a:srgbClr val="3380E6"/>
                </a:solidFill>
                <a:latin typeface="Calibri" panose="020F0502020204030204" pitchFamily="34" charset="0"/>
              </a:rPr>
              <a:t> Class Case Study (Cont.)</a:t>
            </a:r>
          </a:p>
        </p:txBody>
      </p:sp>
      <p:sp>
        <p:nvSpPr>
          <p:cNvPr id="23555" name="Text Placeholder 2">
            <a:extLst>
              <a:ext uri="{FF2B5EF4-FFF2-40B4-BE49-F238E27FC236}">
                <a16:creationId xmlns:a16="http://schemas.microsoft.com/office/drawing/2014/main" id="{BA488012-1CCB-4AC0-82E5-418E3B9860DB}"/>
              </a:ext>
            </a:extLst>
          </p:cNvPr>
          <p:cNvSpPr>
            <a:spLocks noGrp="1"/>
          </p:cNvSpPr>
          <p:nvPr>
            <p:ph type="body" idx="1"/>
          </p:nvPr>
        </p:nvSpPr>
        <p:spPr>
          <a:xfrm>
            <a:off x="649705" y="1299419"/>
            <a:ext cx="10882858" cy="4525963"/>
          </a:xfrm>
        </p:spPr>
        <p:txBody>
          <a:bodyPr/>
          <a:lstStyle/>
          <a:p>
            <a:pPr marL="109537" indent="0">
              <a:buNone/>
              <a:defRPr/>
            </a:pPr>
            <a:r>
              <a:rPr lang="en-US" altLang="en-US" sz="2400" b="1" i="1" dirty="0">
                <a:solidFill>
                  <a:srgbClr val="000000"/>
                </a:solidFill>
              </a:rPr>
              <a:t>Java SE 8—Date/Time API</a:t>
            </a:r>
          </a:p>
          <a:p>
            <a:pPr eaLnBrk="1" hangingPunct="1">
              <a:defRPr/>
            </a:pPr>
            <a:r>
              <a:rPr lang="en-US" altLang="en-US" sz="2400" dirty="0">
                <a:solidFill>
                  <a:srgbClr val="000000"/>
                </a:solidFill>
              </a:rPr>
              <a:t>Rather than building your own date and time classes, you’ll typically reuse the ones provided by the Java API. </a:t>
            </a:r>
          </a:p>
          <a:p>
            <a:pPr eaLnBrk="1" hangingPunct="1">
              <a:defRPr/>
            </a:pPr>
            <a:r>
              <a:rPr lang="en-US" altLang="en-US" sz="2400" dirty="0">
                <a:solidFill>
                  <a:srgbClr val="000000"/>
                </a:solidFill>
              </a:rPr>
              <a:t>Java SE 8 introduces a new </a:t>
            </a:r>
            <a:r>
              <a:rPr lang="en-US" altLang="en-US" sz="2400" dirty="0">
                <a:solidFill>
                  <a:srgbClr val="0000FF"/>
                </a:solidFill>
              </a:rPr>
              <a:t>Date/Time API</a:t>
            </a:r>
            <a:r>
              <a:rPr lang="en-US" altLang="en-US" sz="2400" dirty="0">
                <a:solidFill>
                  <a:srgbClr val="000000"/>
                </a:solidFill>
              </a:rPr>
              <a:t>—defined by the classes in the package </a:t>
            </a:r>
            <a:r>
              <a:rPr lang="en-US" altLang="en-US" sz="2400" dirty="0" err="1">
                <a:solidFill>
                  <a:srgbClr val="0000FF"/>
                </a:solidFill>
              </a:rPr>
              <a:t>java.time</a:t>
            </a:r>
            <a:r>
              <a:rPr lang="en-US" altLang="en-US" sz="2400" dirty="0">
                <a:solidFill>
                  <a:srgbClr val="000000"/>
                </a:solidFill>
              </a:rPr>
              <a:t>—applications built with Java SE 8 should use the Date/Time API’s capabilities, rather than those in earlier Java versions. </a:t>
            </a:r>
          </a:p>
          <a:p>
            <a:pPr lvl="1" eaLnBrk="1" hangingPunct="1">
              <a:defRPr/>
            </a:pPr>
            <a:r>
              <a:rPr lang="en-US" altLang="en-US" sz="2000" dirty="0">
                <a:solidFill>
                  <a:srgbClr val="000000"/>
                </a:solidFill>
              </a:rPr>
              <a:t>fixes various issues with the older classes and provides more robust, easier-to-use capabilities for manipulating dates, times, time zones, calendars and more. </a:t>
            </a:r>
          </a:p>
          <a:p>
            <a:pPr eaLnBrk="1" hangingPunct="1">
              <a:defRPr/>
            </a:pPr>
            <a:r>
              <a:rPr lang="en-US" altLang="en-US" sz="2400" dirty="0">
                <a:solidFill>
                  <a:srgbClr val="000000"/>
                </a:solidFill>
              </a:rPr>
              <a:t>Learn more about the Date/Time API’s classes at:</a:t>
            </a:r>
          </a:p>
          <a:p>
            <a:pPr lvl="1" eaLnBrk="1" hangingPunct="1">
              <a:defRPr/>
            </a:pPr>
            <a:r>
              <a:rPr lang="en-US" altLang="en-US" sz="1800" dirty="0">
                <a:solidFill>
                  <a:srgbClr val="000000"/>
                </a:solidFill>
                <a:latin typeface="Consolas" panose="020B0609020204030204" pitchFamily="49" charset="0"/>
              </a:rPr>
              <a:t>download.java.net/jdk8/docs/</a:t>
            </a:r>
            <a:r>
              <a:rPr lang="en-US" altLang="en-US" sz="1800" dirty="0" err="1">
                <a:solidFill>
                  <a:srgbClr val="000000"/>
                </a:solidFill>
                <a:latin typeface="Consolas" panose="020B0609020204030204" pitchFamily="49" charset="0"/>
              </a:rPr>
              <a:t>api</a:t>
            </a:r>
            <a:r>
              <a:rPr lang="en-US" altLang="en-US" sz="1800" dirty="0">
                <a:solidFill>
                  <a:srgbClr val="000000"/>
                </a:solidFill>
                <a:latin typeface="Consolas" panose="020B0609020204030204" pitchFamily="49" charset="0"/>
              </a:rPr>
              <a:t>/java/time/</a:t>
            </a:r>
            <a:br>
              <a:rPr lang="en-US" altLang="en-US" sz="1800" dirty="0">
                <a:solidFill>
                  <a:srgbClr val="000000"/>
                </a:solidFill>
                <a:latin typeface="Consolas" panose="020B0609020204030204" pitchFamily="49" charset="0"/>
              </a:rPr>
            </a:br>
            <a:r>
              <a:rPr lang="en-US" altLang="en-US" sz="1800" dirty="0">
                <a:solidFill>
                  <a:srgbClr val="000000"/>
                </a:solidFill>
                <a:latin typeface="Consolas" panose="020B0609020204030204" pitchFamily="49" charset="0"/>
              </a:rPr>
              <a:t>package-summary.html</a:t>
            </a:r>
          </a:p>
        </p:txBody>
      </p:sp>
    </p:spTree>
    <p:extLst>
      <p:ext uri="{BB962C8B-B14F-4D97-AF65-F5344CB8AC3E}">
        <p14:creationId xmlns:p14="http://schemas.microsoft.com/office/powerpoint/2010/main" val="257713157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42B55A-4E49-4F0F-9FC3-88BBDBDAB80E}"/>
              </a:ext>
            </a:extLst>
          </p:cNvPr>
          <p:cNvSpPr>
            <a:spLocks noGrp="1"/>
          </p:cNvSpPr>
          <p:nvPr>
            <p:ph type="title"/>
          </p:nvPr>
        </p:nvSpPr>
        <p:spPr/>
        <p:txBody>
          <a:bodyPr/>
          <a:lstStyle/>
          <a:p>
            <a:pPr fontAlgn="auto">
              <a:spcAft>
                <a:spcPts val="0"/>
              </a:spcAft>
              <a:defRPr/>
            </a:pPr>
            <a:r>
              <a:rPr lang="en-US" dirty="0">
                <a:solidFill>
                  <a:srgbClr val="24B5A1"/>
                </a:solidFill>
                <a:latin typeface="Calibri" panose="020F0502020204030204" pitchFamily="34" charset="0"/>
              </a:rPr>
              <a:t>8.3  </a:t>
            </a:r>
            <a:r>
              <a:rPr lang="en-US" dirty="0">
                <a:solidFill>
                  <a:srgbClr val="3380E6"/>
                </a:solidFill>
                <a:latin typeface="Calibri" panose="020F0502020204030204" pitchFamily="34" charset="0"/>
              </a:rPr>
              <a:t>Controlling Access to Members </a:t>
            </a:r>
          </a:p>
        </p:txBody>
      </p:sp>
      <p:sp>
        <p:nvSpPr>
          <p:cNvPr id="29699" name="Text Placeholder 2">
            <a:extLst>
              <a:ext uri="{FF2B5EF4-FFF2-40B4-BE49-F238E27FC236}">
                <a16:creationId xmlns:a16="http://schemas.microsoft.com/office/drawing/2014/main" id="{15AEDB2A-4251-4492-9BC4-2DEFAC54CCD2}"/>
              </a:ext>
            </a:extLst>
          </p:cNvPr>
          <p:cNvSpPr>
            <a:spLocks noGrp="1"/>
          </p:cNvSpPr>
          <p:nvPr>
            <p:ph type="body" idx="1"/>
          </p:nvPr>
        </p:nvSpPr>
        <p:spPr/>
        <p:txBody>
          <a:bodyPr/>
          <a:lstStyle/>
          <a:p>
            <a:pPr eaLnBrk="1" hangingPunct="1">
              <a:lnSpc>
                <a:spcPct val="90000"/>
              </a:lnSpc>
            </a:pPr>
            <a:r>
              <a:rPr lang="en-US" altLang="en-US" sz="2500" dirty="0">
                <a:solidFill>
                  <a:srgbClr val="000000"/>
                </a:solidFill>
              </a:rPr>
              <a:t>Access modifiers </a:t>
            </a:r>
            <a:r>
              <a:rPr lang="en-US" altLang="en-US" sz="2500" dirty="0">
                <a:solidFill>
                  <a:srgbClr val="000000"/>
                </a:solidFill>
                <a:latin typeface="Consolas" panose="020B0609020204030204" pitchFamily="49" charset="0"/>
              </a:rPr>
              <a:t>public</a:t>
            </a:r>
            <a:r>
              <a:rPr lang="en-US" altLang="en-US" sz="2500" dirty="0">
                <a:solidFill>
                  <a:srgbClr val="000000"/>
                </a:solidFill>
              </a:rPr>
              <a:t> and </a:t>
            </a:r>
            <a:r>
              <a:rPr lang="en-US" altLang="en-US" sz="2500" dirty="0">
                <a:solidFill>
                  <a:srgbClr val="000000"/>
                </a:solidFill>
                <a:latin typeface="Consolas" panose="020B0609020204030204" pitchFamily="49" charset="0"/>
              </a:rPr>
              <a:t>private</a:t>
            </a:r>
            <a:r>
              <a:rPr lang="en-US" altLang="en-US" sz="2500" dirty="0">
                <a:solidFill>
                  <a:srgbClr val="000000"/>
                </a:solidFill>
              </a:rPr>
              <a:t> control access to a class’s variables and methods. </a:t>
            </a:r>
          </a:p>
          <a:p>
            <a:pPr eaLnBrk="1" hangingPunct="1">
              <a:lnSpc>
                <a:spcPct val="90000"/>
              </a:lnSpc>
            </a:pPr>
            <a:r>
              <a:rPr lang="en-US" altLang="en-US" sz="2500" dirty="0">
                <a:solidFill>
                  <a:srgbClr val="000000"/>
                </a:solidFill>
                <a:latin typeface="Consolas" panose="020B0609020204030204" pitchFamily="49" charset="0"/>
              </a:rPr>
              <a:t>public</a:t>
            </a:r>
            <a:r>
              <a:rPr lang="en-US" altLang="en-US" sz="2500" dirty="0">
                <a:solidFill>
                  <a:srgbClr val="000000"/>
                </a:solidFill>
              </a:rPr>
              <a:t> methods present to the class’s clients a view of the services the class provides (the class’s </a:t>
            </a:r>
            <a:r>
              <a:rPr lang="en-US" altLang="en-US" sz="2500" dirty="0">
                <a:solidFill>
                  <a:srgbClr val="000000"/>
                </a:solidFill>
                <a:latin typeface="Consolas" panose="020B0609020204030204" pitchFamily="49" charset="0"/>
              </a:rPr>
              <a:t>public</a:t>
            </a:r>
            <a:r>
              <a:rPr lang="en-US" altLang="en-US" sz="2500" dirty="0">
                <a:solidFill>
                  <a:srgbClr val="000000"/>
                </a:solidFill>
              </a:rPr>
              <a:t> interface). </a:t>
            </a:r>
          </a:p>
          <a:p>
            <a:pPr eaLnBrk="1" hangingPunct="1">
              <a:lnSpc>
                <a:spcPct val="90000"/>
              </a:lnSpc>
            </a:pPr>
            <a:r>
              <a:rPr lang="en-US" altLang="en-US" sz="2500" dirty="0">
                <a:solidFill>
                  <a:srgbClr val="000000"/>
                </a:solidFill>
              </a:rPr>
              <a:t>Clients need not be concerned with how the class accomplishes its tasks. </a:t>
            </a:r>
          </a:p>
          <a:p>
            <a:pPr lvl="1" eaLnBrk="1" hangingPunct="1">
              <a:lnSpc>
                <a:spcPct val="90000"/>
              </a:lnSpc>
            </a:pPr>
            <a:r>
              <a:rPr lang="en-US" altLang="en-US" sz="2100" dirty="0">
                <a:solidFill>
                  <a:srgbClr val="000000"/>
                </a:solidFill>
              </a:rPr>
              <a:t>For this reason, the class’s </a:t>
            </a:r>
            <a:r>
              <a:rPr lang="en-US" altLang="en-US" sz="2100" dirty="0">
                <a:solidFill>
                  <a:srgbClr val="000000"/>
                </a:solidFill>
                <a:latin typeface="Consolas" panose="020B0609020204030204" pitchFamily="49" charset="0"/>
              </a:rPr>
              <a:t>private</a:t>
            </a:r>
            <a:r>
              <a:rPr lang="en-US" altLang="en-US" sz="2100" dirty="0">
                <a:solidFill>
                  <a:srgbClr val="000000"/>
                </a:solidFill>
              </a:rPr>
              <a:t> variables and </a:t>
            </a:r>
            <a:r>
              <a:rPr lang="en-US" altLang="en-US" sz="2100" dirty="0">
                <a:solidFill>
                  <a:srgbClr val="000000"/>
                </a:solidFill>
                <a:latin typeface="Consolas" panose="020B0609020204030204" pitchFamily="49" charset="0"/>
              </a:rPr>
              <a:t>private</a:t>
            </a:r>
            <a:r>
              <a:rPr lang="en-US" altLang="en-US" sz="2100" dirty="0">
                <a:solidFill>
                  <a:srgbClr val="000000"/>
                </a:solidFill>
              </a:rPr>
              <a:t> methods (i.e., its implementation details) are not accessible to its clients. </a:t>
            </a:r>
          </a:p>
          <a:p>
            <a:pPr eaLnBrk="1" hangingPunct="1">
              <a:lnSpc>
                <a:spcPct val="90000"/>
              </a:lnSpc>
            </a:pPr>
            <a:r>
              <a:rPr lang="en-US" altLang="en-US" sz="2500" dirty="0">
                <a:solidFill>
                  <a:srgbClr val="000000"/>
                </a:solidFill>
                <a:latin typeface="Consolas" panose="020B0609020204030204" pitchFamily="49" charset="0"/>
              </a:rPr>
              <a:t>private</a:t>
            </a:r>
            <a:r>
              <a:rPr lang="en-US" altLang="en-US" sz="2500" dirty="0">
                <a:solidFill>
                  <a:srgbClr val="000000"/>
                </a:solidFill>
              </a:rPr>
              <a:t> class members are not accessible outside the class. </a:t>
            </a:r>
          </a:p>
        </p:txBody>
      </p:sp>
    </p:spTree>
    <p:extLst>
      <p:ext uri="{BB962C8B-B14F-4D97-AF65-F5344CB8AC3E}">
        <p14:creationId xmlns:p14="http://schemas.microsoft.com/office/powerpoint/2010/main" val="23441963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8_OBP_Page_18">
            <a:extLst>
              <a:ext uri="{FF2B5EF4-FFF2-40B4-BE49-F238E27FC236}">
                <a16:creationId xmlns:a16="http://schemas.microsoft.com/office/drawing/2014/main" id="{41925612-0B1F-4041-B55C-660408944837}"/>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1084263" y="0"/>
            <a:ext cx="10023475" cy="6858000"/>
          </a:xfrm>
          <a:prstGeom prst="rect">
            <a:avLst/>
          </a:prstGeom>
        </p:spPr>
      </p:pic>
    </p:spTree>
    <p:extLst>
      <p:ext uri="{BB962C8B-B14F-4D97-AF65-F5344CB8AC3E}">
        <p14:creationId xmlns:p14="http://schemas.microsoft.com/office/powerpoint/2010/main" val="264433586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8_OBP_Page_19">
            <a:extLst>
              <a:ext uri="{FF2B5EF4-FFF2-40B4-BE49-F238E27FC236}">
                <a16:creationId xmlns:a16="http://schemas.microsoft.com/office/drawing/2014/main" id="{75DE5DA0-4C2A-4BC8-93FF-CB8F2BAB2545}"/>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1703388"/>
            <a:ext cx="12192000" cy="3451225"/>
          </a:xfrm>
          <a:prstGeom prst="rect">
            <a:avLst/>
          </a:prstGeom>
        </p:spPr>
      </p:pic>
      <p:sp>
        <p:nvSpPr>
          <p:cNvPr id="2" name="Footer Placeholder 1">
            <a:extLst>
              <a:ext uri="{FF2B5EF4-FFF2-40B4-BE49-F238E27FC236}">
                <a16:creationId xmlns:a16="http://schemas.microsoft.com/office/drawing/2014/main" id="{65561D05-9875-461F-BE5F-1A01A8FFC775}"/>
              </a:ext>
            </a:extLst>
          </p:cNvPr>
          <p:cNvSpPr>
            <a:spLocks noGrp="1"/>
          </p:cNvSpPr>
          <p:nvPr>
            <p:ph type="ftr" sz="quarter" idx="4294967295"/>
          </p:nvPr>
        </p:nvSpPr>
        <p:spPr>
          <a:xfrm>
            <a:off x="609600" y="6408739"/>
            <a:ext cx="8365067" cy="365125"/>
          </a:xfrm>
          <a:prstGeom prst="rect">
            <a:avLst/>
          </a:prstGeom>
        </p:spPr>
        <p:txBody>
          <a:bodyPr/>
          <a:lstStyle/>
          <a:p>
            <a:r>
              <a:rPr lang="en-US"/>
              <a:t>© Copyright 1992-2018 by Pearson Education, Inc. All Rights Reserved.</a:t>
            </a:r>
          </a:p>
        </p:txBody>
      </p:sp>
    </p:spTree>
    <p:extLst>
      <p:ext uri="{BB962C8B-B14F-4D97-AF65-F5344CB8AC3E}">
        <p14:creationId xmlns:p14="http://schemas.microsoft.com/office/powerpoint/2010/main" val="82120163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90B8B9-561E-43D0-96F7-2D8280326E2D}"/>
              </a:ext>
            </a:extLst>
          </p:cNvPr>
          <p:cNvSpPr>
            <a:spLocks noGrp="1"/>
          </p:cNvSpPr>
          <p:nvPr>
            <p:ph type="title"/>
          </p:nvPr>
        </p:nvSpPr>
        <p:spPr>
          <a:xfrm>
            <a:off x="554515" y="84136"/>
            <a:ext cx="11971663" cy="342307"/>
          </a:xfrm>
        </p:spPr>
        <p:txBody>
          <a:bodyPr>
            <a:normAutofit fontScale="90000"/>
          </a:bodyPr>
          <a:lstStyle/>
          <a:p>
            <a:pPr>
              <a:defRPr/>
            </a:pPr>
            <a:r>
              <a:rPr lang="en-US" dirty="0">
                <a:solidFill>
                  <a:srgbClr val="3380E6"/>
                </a:solidFill>
                <a:highlight>
                  <a:srgbClr val="00FF00"/>
                </a:highlight>
                <a:latin typeface="Calibri" panose="020F0502020204030204" pitchFamily="34" charset="0"/>
              </a:rPr>
              <a:t>REVISITING</a:t>
            </a:r>
            <a:r>
              <a:rPr lang="en-US" dirty="0">
                <a:solidFill>
                  <a:srgbClr val="3380E6"/>
                </a:solidFill>
                <a:latin typeface="Calibri" panose="020F0502020204030204" pitchFamily="34" charset="0"/>
              </a:rPr>
              <a:t> : Initializing Objects with Constructors</a:t>
            </a:r>
          </a:p>
        </p:txBody>
      </p:sp>
      <p:sp>
        <p:nvSpPr>
          <p:cNvPr id="4" name="Footer Placeholder 3">
            <a:extLst>
              <a:ext uri="{FF2B5EF4-FFF2-40B4-BE49-F238E27FC236}">
                <a16:creationId xmlns:a16="http://schemas.microsoft.com/office/drawing/2014/main" id="{84B7ECA7-31CD-406A-A22D-BC1C3ED331C7}"/>
              </a:ext>
            </a:extLst>
          </p:cNvPr>
          <p:cNvSpPr>
            <a:spLocks noGrp="1"/>
          </p:cNvSpPr>
          <p:nvPr>
            <p:ph type="ftr" sz="quarter" idx="11"/>
          </p:nvPr>
        </p:nvSpPr>
        <p:spPr>
          <a:xfrm>
            <a:off x="5283200" y="6408739"/>
            <a:ext cx="3691467" cy="365125"/>
          </a:xfrm>
          <a:prstGeom prst="rect">
            <a:avLst/>
          </a:prstGeom>
        </p:spPr>
        <p:txBody>
          <a:bodyPr vert="horz" anchor="b"/>
          <a:lstStyle>
            <a:defPPr>
              <a:defRPr lang="en-US"/>
            </a:defPPr>
            <a:lvl1pPr algn="r" rtl="0" eaLnBrk="1" fontAlgn="auto" latinLnBrk="0" hangingPunct="1">
              <a:spcBef>
                <a:spcPts val="0"/>
              </a:spcBef>
              <a:spcAft>
                <a:spcPts val="0"/>
              </a:spcAft>
              <a:defRPr kumimoji="0" sz="1000" kern="1200">
                <a:solidFill>
                  <a:schemeClr val="tx1"/>
                </a:solidFill>
                <a:latin typeface="Calibri" panose="020F050202020403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t>© Copyright 1992-2018 by Pearson Education, Inc. All Rights Reserved.</a:t>
            </a:r>
            <a:endParaRPr kumimoji="0" lang="en-US" sz="10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pic>
        <p:nvPicPr>
          <p:cNvPr id="3" name="Online Media 2" title="7.5 Constructor Example in Java">
            <a:hlinkClick r:id="" action="ppaction://media"/>
            <a:extLst>
              <a:ext uri="{FF2B5EF4-FFF2-40B4-BE49-F238E27FC236}">
                <a16:creationId xmlns:a16="http://schemas.microsoft.com/office/drawing/2014/main" id="{1B89026E-FD69-48D7-AC82-EA068C37D87A}"/>
              </a:ext>
            </a:extLst>
          </p:cNvPr>
          <p:cNvPicPr>
            <a:picLocks noRot="1" noChangeAspect="1"/>
          </p:cNvPicPr>
          <p:nvPr>
            <a:videoFile r:link="rId1"/>
          </p:nvPr>
        </p:nvPicPr>
        <p:blipFill>
          <a:blip r:embed="rId3"/>
          <a:stretch>
            <a:fillRect/>
          </a:stretch>
        </p:blipFill>
        <p:spPr>
          <a:xfrm>
            <a:off x="-25662" y="649995"/>
            <a:ext cx="12243324" cy="6208005"/>
          </a:xfrm>
          <a:prstGeom prst="rect">
            <a:avLst/>
          </a:prstGeom>
        </p:spPr>
      </p:pic>
    </p:spTree>
    <p:extLst>
      <p:ext uri="{BB962C8B-B14F-4D97-AF65-F5344CB8AC3E}">
        <p14:creationId xmlns:p14="http://schemas.microsoft.com/office/powerpoint/2010/main" val="32254474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90B8B9-561E-43D0-96F7-2D8280326E2D}"/>
              </a:ext>
            </a:extLst>
          </p:cNvPr>
          <p:cNvSpPr>
            <a:spLocks noGrp="1"/>
          </p:cNvSpPr>
          <p:nvPr>
            <p:ph type="title"/>
          </p:nvPr>
        </p:nvSpPr>
        <p:spPr>
          <a:xfrm>
            <a:off x="554515" y="84136"/>
            <a:ext cx="11971663" cy="342307"/>
          </a:xfrm>
        </p:spPr>
        <p:txBody>
          <a:bodyPr>
            <a:normAutofit fontScale="90000"/>
          </a:bodyPr>
          <a:lstStyle/>
          <a:p>
            <a:pPr>
              <a:defRPr/>
            </a:pPr>
            <a:r>
              <a:rPr lang="en-US" dirty="0">
                <a:solidFill>
                  <a:srgbClr val="3380E6"/>
                </a:solidFill>
                <a:highlight>
                  <a:srgbClr val="00FF00"/>
                </a:highlight>
                <a:latin typeface="Calibri" panose="020F0502020204030204" pitchFamily="34" charset="0"/>
              </a:rPr>
              <a:t>REVISITING</a:t>
            </a:r>
            <a:r>
              <a:rPr lang="en-US" dirty="0">
                <a:solidFill>
                  <a:srgbClr val="3380E6"/>
                </a:solidFill>
                <a:latin typeface="Calibri" panose="020F0502020204030204" pitchFamily="34" charset="0"/>
              </a:rPr>
              <a:t> : Initializing Objects with Constructors</a:t>
            </a:r>
          </a:p>
        </p:txBody>
      </p:sp>
      <p:sp>
        <p:nvSpPr>
          <p:cNvPr id="4" name="Footer Placeholder 3">
            <a:extLst>
              <a:ext uri="{FF2B5EF4-FFF2-40B4-BE49-F238E27FC236}">
                <a16:creationId xmlns:a16="http://schemas.microsoft.com/office/drawing/2014/main" id="{84B7ECA7-31CD-406A-A22D-BC1C3ED331C7}"/>
              </a:ext>
            </a:extLst>
          </p:cNvPr>
          <p:cNvSpPr>
            <a:spLocks noGrp="1"/>
          </p:cNvSpPr>
          <p:nvPr>
            <p:ph type="ftr" sz="quarter" idx="11"/>
          </p:nvPr>
        </p:nvSpPr>
        <p:spPr>
          <a:xfrm>
            <a:off x="5283200" y="6408739"/>
            <a:ext cx="3691467" cy="365125"/>
          </a:xfrm>
          <a:prstGeom prst="rect">
            <a:avLst/>
          </a:prstGeom>
        </p:spPr>
        <p:txBody>
          <a:bodyPr vert="horz" anchor="b"/>
          <a:lstStyle>
            <a:defPPr>
              <a:defRPr lang="en-US"/>
            </a:defPPr>
            <a:lvl1pPr algn="r" rtl="0" eaLnBrk="1" fontAlgn="auto" latinLnBrk="0" hangingPunct="1">
              <a:spcBef>
                <a:spcPts val="0"/>
              </a:spcBef>
              <a:spcAft>
                <a:spcPts val="0"/>
              </a:spcAft>
              <a:defRPr kumimoji="0" sz="1000" kern="1200">
                <a:solidFill>
                  <a:schemeClr val="tx1"/>
                </a:solidFill>
                <a:latin typeface="Calibri" panose="020F050202020403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t>© Copyright 1992-2018 by Pearson Education, Inc. All Rights Reserved.</a:t>
            </a:r>
            <a:endParaRPr kumimoji="0" lang="en-US" sz="10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pic>
        <p:nvPicPr>
          <p:cNvPr id="5" name="Online Media 4" title="Java Constructors - Full Tutorial">
            <a:hlinkClick r:id="" action="ppaction://media"/>
            <a:extLst>
              <a:ext uri="{FF2B5EF4-FFF2-40B4-BE49-F238E27FC236}">
                <a16:creationId xmlns:a16="http://schemas.microsoft.com/office/drawing/2014/main" id="{D27EB99A-0C1A-3F04-AC27-647AABDD9531}"/>
              </a:ext>
            </a:extLst>
          </p:cNvPr>
          <p:cNvPicPr>
            <a:picLocks noRot="1" noChangeAspect="1"/>
          </p:cNvPicPr>
          <p:nvPr>
            <a:videoFile r:link="rId1"/>
          </p:nvPr>
        </p:nvPicPr>
        <p:blipFill>
          <a:blip r:embed="rId3"/>
          <a:stretch>
            <a:fillRect/>
          </a:stretch>
        </p:blipFill>
        <p:spPr>
          <a:xfrm>
            <a:off x="277792" y="558800"/>
            <a:ext cx="11539960" cy="6050344"/>
          </a:xfrm>
          <a:prstGeom prst="rect">
            <a:avLst/>
          </a:prstGeom>
        </p:spPr>
      </p:pic>
    </p:spTree>
    <p:extLst>
      <p:ext uri="{BB962C8B-B14F-4D97-AF65-F5344CB8AC3E}">
        <p14:creationId xmlns:p14="http://schemas.microsoft.com/office/powerpoint/2010/main" val="15257077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7_IntroToClasses_Page_21">
            <a:extLst>
              <a:ext uri="{FF2B5EF4-FFF2-40B4-BE49-F238E27FC236}">
                <a16:creationId xmlns:a16="http://schemas.microsoft.com/office/drawing/2014/main" id="{3DFC906C-F1B3-46DD-A5AB-DAB52FC4389C}"/>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727113" y="84136"/>
            <a:ext cx="10631277" cy="6689728"/>
          </a:xfrm>
          <a:prstGeom prst="rect">
            <a:avLst/>
          </a:prstGeom>
        </p:spPr>
      </p:pic>
      <p:sp>
        <p:nvSpPr>
          <p:cNvPr id="2" name="Footer Placeholder 1">
            <a:extLst>
              <a:ext uri="{FF2B5EF4-FFF2-40B4-BE49-F238E27FC236}">
                <a16:creationId xmlns:a16="http://schemas.microsoft.com/office/drawing/2014/main" id="{75600AB5-347D-450D-9A8B-7C8E72030540}"/>
              </a:ext>
            </a:extLst>
          </p:cNvPr>
          <p:cNvSpPr>
            <a:spLocks noGrp="1"/>
          </p:cNvSpPr>
          <p:nvPr>
            <p:ph type="ftr" sz="quarter" idx="11"/>
          </p:nvPr>
        </p:nvSpPr>
        <p:spPr/>
        <p:txBody>
          <a:bodyPr/>
          <a:lstStyle/>
          <a:p>
            <a:pPr>
              <a:defRPr/>
            </a:pPr>
            <a:r>
              <a:rPr lang="en-US">
                <a:solidFill>
                  <a:prstClr val="black"/>
                </a:solidFill>
              </a:rPr>
              <a:t>© Copyright 1992-2018 by Pearson Education, Inc. All Rights Reserved.</a:t>
            </a:r>
          </a:p>
        </p:txBody>
      </p:sp>
    </p:spTree>
    <p:extLst>
      <p:ext uri="{BB962C8B-B14F-4D97-AF65-F5344CB8AC3E}">
        <p14:creationId xmlns:p14="http://schemas.microsoft.com/office/powerpoint/2010/main" val="323180345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7578DB-E1D6-4C8B-BBBF-F4B37B931669}"/>
              </a:ext>
            </a:extLst>
          </p:cNvPr>
          <p:cNvSpPr>
            <a:spLocks noGrp="1"/>
          </p:cNvSpPr>
          <p:nvPr>
            <p:ph type="title"/>
          </p:nvPr>
        </p:nvSpPr>
        <p:spPr>
          <a:xfrm>
            <a:off x="833370" y="174193"/>
            <a:ext cx="10972800" cy="1143000"/>
          </a:xfrm>
        </p:spPr>
        <p:txBody>
          <a:bodyPr>
            <a:noAutofit/>
          </a:bodyPr>
          <a:lstStyle/>
          <a:p>
            <a:pPr>
              <a:defRPr/>
            </a:pPr>
            <a:r>
              <a:rPr lang="en-US" sz="3200" dirty="0">
                <a:solidFill>
                  <a:srgbClr val="33B38C"/>
                </a:solidFill>
              </a:rPr>
              <a:t>Further Discussion on constructors: </a:t>
            </a:r>
            <a:br>
              <a:rPr lang="en-US" sz="3200" dirty="0">
                <a:solidFill>
                  <a:srgbClr val="33B38C"/>
                </a:solidFill>
              </a:rPr>
            </a:br>
            <a:endParaRPr lang="en-US" sz="3200" dirty="0">
              <a:solidFill>
                <a:srgbClr val="33B38C"/>
              </a:solidFill>
            </a:endParaRPr>
          </a:p>
        </p:txBody>
      </p:sp>
      <p:sp>
        <p:nvSpPr>
          <p:cNvPr id="54275" name="Text Placeholder 2">
            <a:extLst>
              <a:ext uri="{FF2B5EF4-FFF2-40B4-BE49-F238E27FC236}">
                <a16:creationId xmlns:a16="http://schemas.microsoft.com/office/drawing/2014/main" id="{087D81A0-6123-4AA0-B4F3-7FCBB934157F}"/>
              </a:ext>
            </a:extLst>
          </p:cNvPr>
          <p:cNvSpPr>
            <a:spLocks noGrp="1"/>
          </p:cNvSpPr>
          <p:nvPr>
            <p:ph type="body" idx="1"/>
          </p:nvPr>
        </p:nvSpPr>
        <p:spPr>
          <a:xfrm>
            <a:off x="609600" y="1317193"/>
            <a:ext cx="10972800" cy="4525962"/>
          </a:xfrm>
        </p:spPr>
        <p:txBody>
          <a:bodyPr/>
          <a:lstStyle/>
          <a:p>
            <a:pPr>
              <a:spcBef>
                <a:spcPts val="1200"/>
              </a:spcBef>
            </a:pPr>
            <a:r>
              <a:rPr lang="en-US" altLang="en-US" sz="2800" i="1" dirty="0">
                <a:solidFill>
                  <a:schemeClr val="accent4"/>
                </a:solidFill>
                <a:highlight>
                  <a:srgbClr val="FFFF00"/>
                </a:highlight>
                <a:latin typeface="Cambria" panose="02040503050406030204" pitchFamily="18" charset="0"/>
                <a:cs typeface="Times New Roman" panose="02020603050405020304" pitchFamily="18" charset="0"/>
              </a:rPr>
              <a:t>The </a:t>
            </a:r>
            <a:r>
              <a:rPr lang="en-US" altLang="en-US" sz="2800" i="1" dirty="0" err="1">
                <a:solidFill>
                  <a:schemeClr val="accent4"/>
                </a:solidFill>
                <a:highlight>
                  <a:srgbClr val="FFFF00"/>
                </a:highlight>
                <a:latin typeface="Consolas" panose="020B0609020204030204" pitchFamily="49" charset="0"/>
                <a:cs typeface="Times New Roman" panose="02020603050405020304" pitchFamily="18" charset="0"/>
              </a:rPr>
              <a:t>AccountTest</a:t>
            </a:r>
            <a:r>
              <a:rPr lang="en-US" altLang="en-US" sz="2800" i="1" dirty="0">
                <a:solidFill>
                  <a:schemeClr val="accent4"/>
                </a:solidFill>
                <a:highlight>
                  <a:srgbClr val="FFFF00"/>
                </a:highlight>
                <a:latin typeface="Cambria" panose="02040503050406030204" pitchFamily="18" charset="0"/>
                <a:cs typeface="Times New Roman" panose="02020603050405020304" pitchFamily="18" charset="0"/>
              </a:rPr>
              <a:t> program (Example 9B) i.e. Fig 7.6  initializes two </a:t>
            </a:r>
            <a:r>
              <a:rPr lang="en-US" altLang="en-US" sz="2800" i="1" dirty="0">
                <a:solidFill>
                  <a:schemeClr val="accent4"/>
                </a:solidFill>
                <a:highlight>
                  <a:srgbClr val="FFFF00"/>
                </a:highlight>
                <a:latin typeface="Consolas" panose="020B0609020204030204" pitchFamily="49" charset="0"/>
                <a:cs typeface="Times New Roman" panose="02020603050405020304" pitchFamily="18" charset="0"/>
              </a:rPr>
              <a:t>Account</a:t>
            </a:r>
            <a:r>
              <a:rPr lang="en-US" altLang="en-US" sz="2800" i="1" dirty="0">
                <a:solidFill>
                  <a:schemeClr val="accent4"/>
                </a:solidFill>
                <a:highlight>
                  <a:srgbClr val="FFFF00"/>
                </a:highlight>
                <a:latin typeface="Cambria" panose="02040503050406030204" pitchFamily="18" charset="0"/>
                <a:cs typeface="Times New Roman" panose="02020603050405020304" pitchFamily="18" charset="0"/>
              </a:rPr>
              <a:t> objects using the constructor. </a:t>
            </a:r>
            <a:br>
              <a:rPr lang="en-US" altLang="en-US" sz="2800" dirty="0">
                <a:highlight>
                  <a:srgbClr val="FFFF00"/>
                </a:highlight>
                <a:latin typeface="Cambria" panose="02040503050406030204" pitchFamily="18" charset="0"/>
                <a:cs typeface="Times New Roman" panose="02020603050405020304" pitchFamily="18" charset="0"/>
              </a:rPr>
            </a:br>
            <a:endParaRPr lang="en-US" b="1" dirty="0">
              <a:highlight>
                <a:srgbClr val="FFFF00"/>
              </a:highlight>
            </a:endParaRPr>
          </a:p>
          <a:p>
            <a:pPr>
              <a:spcBef>
                <a:spcPts val="1200"/>
              </a:spcBef>
            </a:pPr>
            <a:r>
              <a:rPr lang="en-US" b="1" dirty="0">
                <a:highlight>
                  <a:srgbClr val="FFFF00"/>
                </a:highlight>
              </a:rPr>
              <a:t>// Example 10A and 10B </a:t>
            </a:r>
            <a:r>
              <a:rPr lang="en-US" altLang="en-US" dirty="0">
                <a:latin typeface="Cambria" panose="02040503050406030204" pitchFamily="18" charset="0"/>
                <a:cs typeface="Times New Roman" panose="02020603050405020304" pitchFamily="18" charset="0"/>
              </a:rPr>
              <a:t>contains a modified </a:t>
            </a:r>
            <a:r>
              <a:rPr lang="en-US" altLang="en-US" dirty="0">
                <a:latin typeface="Consolas" panose="020B0609020204030204" pitchFamily="49" charset="0"/>
                <a:cs typeface="Times New Roman" panose="02020603050405020304" pitchFamily="18" charset="0"/>
              </a:rPr>
              <a:t>Account</a:t>
            </a:r>
            <a:r>
              <a:rPr lang="en-US" altLang="en-US" dirty="0">
                <a:latin typeface="Cambria" panose="02040503050406030204" pitchFamily="18" charset="0"/>
                <a:cs typeface="Times New Roman" panose="02020603050405020304" pitchFamily="18" charset="0"/>
              </a:rPr>
              <a:t> class with such a constructor.</a:t>
            </a:r>
          </a:p>
          <a:p>
            <a:pPr>
              <a:spcBef>
                <a:spcPts val="1200"/>
              </a:spcBef>
            </a:pPr>
            <a:r>
              <a:rPr lang="en-US" altLang="en-US" dirty="0">
                <a:latin typeface="Cambria" panose="02040503050406030204" pitchFamily="18" charset="0"/>
                <a:cs typeface="Times New Roman" panose="02020603050405020304" pitchFamily="18" charset="0"/>
              </a:rPr>
              <a:t>The </a:t>
            </a:r>
            <a:r>
              <a:rPr lang="en-US" altLang="en-US" dirty="0" err="1">
                <a:latin typeface="Consolas" panose="020B0609020204030204" pitchFamily="49" charset="0"/>
                <a:cs typeface="Times New Roman" panose="02020603050405020304" pitchFamily="18" charset="0"/>
              </a:rPr>
              <a:t>AccountTest</a:t>
            </a:r>
            <a:r>
              <a:rPr lang="en-US" altLang="en-US" dirty="0">
                <a:latin typeface="Cambria" panose="02040503050406030204" pitchFamily="18" charset="0"/>
                <a:cs typeface="Times New Roman" panose="02020603050405020304" pitchFamily="18" charset="0"/>
              </a:rPr>
              <a:t> program (</a:t>
            </a:r>
            <a:r>
              <a:rPr lang="en-US" altLang="en-US" b="1" dirty="0">
                <a:latin typeface="Cambria" panose="02040503050406030204" pitchFamily="18" charset="0"/>
                <a:cs typeface="Times New Roman" panose="02020603050405020304" pitchFamily="18" charset="0"/>
              </a:rPr>
              <a:t>Example 10B</a:t>
            </a:r>
            <a:r>
              <a:rPr lang="en-US" altLang="en-US" dirty="0">
                <a:latin typeface="Cambria" panose="02040503050406030204" pitchFamily="18" charset="0"/>
                <a:cs typeface="Times New Roman" panose="02020603050405020304" pitchFamily="18" charset="0"/>
              </a:rPr>
              <a:t>) initializes two </a:t>
            </a:r>
            <a:r>
              <a:rPr lang="en-US" altLang="en-US" dirty="0">
                <a:latin typeface="Consolas" panose="020B0609020204030204" pitchFamily="49" charset="0"/>
                <a:cs typeface="Times New Roman" panose="02020603050405020304" pitchFamily="18" charset="0"/>
              </a:rPr>
              <a:t>Account</a:t>
            </a:r>
            <a:r>
              <a:rPr lang="en-US" altLang="en-US" dirty="0">
                <a:latin typeface="Cambria" panose="02040503050406030204" pitchFamily="18" charset="0"/>
                <a:cs typeface="Times New Roman" panose="02020603050405020304" pitchFamily="18" charset="0"/>
              </a:rPr>
              <a:t> objects using the constructor. </a:t>
            </a:r>
          </a:p>
          <a:p>
            <a:endParaRPr lang="en-US" altLang="en-US" dirty="0">
              <a:latin typeface="Cambria" panose="020405030504060302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4B98A47E-B27B-4D90-80B3-BC56F2FE31D0}"/>
              </a:ext>
            </a:extLst>
          </p:cNvPr>
          <p:cNvSpPr>
            <a:spLocks noGrp="1"/>
          </p:cNvSpPr>
          <p:nvPr>
            <p:ph type="ftr" sz="quarter" idx="11"/>
          </p:nvPr>
        </p:nvSpPr>
        <p:spPr/>
        <p:txBody>
          <a:bodyPr/>
          <a:lstStyle/>
          <a:p>
            <a:pPr>
              <a:defRPr/>
            </a:pPr>
            <a:r>
              <a:rPr lang="en-US">
                <a:solidFill>
                  <a:prstClr val="black"/>
                </a:solidFill>
              </a:rPr>
              <a:t>© Copyright 1992-2018 by Pearson Education, Inc. All Rights Reserved.</a:t>
            </a:r>
          </a:p>
        </p:txBody>
      </p:sp>
    </p:spTree>
    <p:extLst>
      <p:ext uri="{BB962C8B-B14F-4D97-AF65-F5344CB8AC3E}">
        <p14:creationId xmlns:p14="http://schemas.microsoft.com/office/powerpoint/2010/main" val="316245192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7_IntroToClasses_Page_23">
            <a:extLst>
              <a:ext uri="{FF2B5EF4-FFF2-40B4-BE49-F238E27FC236}">
                <a16:creationId xmlns:a16="http://schemas.microsoft.com/office/drawing/2014/main" id="{B287AFB5-108C-4A16-9F57-472543ED77E6}"/>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936434" y="0"/>
            <a:ext cx="10124501" cy="6000750"/>
          </a:xfrm>
          <a:prstGeom prst="rect">
            <a:avLst/>
          </a:prstGeom>
        </p:spPr>
      </p:pic>
      <p:sp>
        <p:nvSpPr>
          <p:cNvPr id="2" name="Footer Placeholder 1">
            <a:extLst>
              <a:ext uri="{FF2B5EF4-FFF2-40B4-BE49-F238E27FC236}">
                <a16:creationId xmlns:a16="http://schemas.microsoft.com/office/drawing/2014/main" id="{13245030-32D1-4B10-A8DA-3003DAD105A0}"/>
              </a:ext>
            </a:extLst>
          </p:cNvPr>
          <p:cNvSpPr>
            <a:spLocks noGrp="1"/>
          </p:cNvSpPr>
          <p:nvPr>
            <p:ph type="ftr" sz="quarter" idx="11"/>
          </p:nvPr>
        </p:nvSpPr>
        <p:spPr/>
        <p:txBody>
          <a:bodyPr/>
          <a:lstStyle/>
          <a:p>
            <a:pPr>
              <a:defRPr/>
            </a:pPr>
            <a:r>
              <a:rPr lang="en-US">
                <a:solidFill>
                  <a:prstClr val="black"/>
                </a:solidFill>
              </a:rPr>
              <a:t>© Copyright 1992-2018 by Pearson Education, Inc. All Rights Reserved.</a:t>
            </a:r>
          </a:p>
        </p:txBody>
      </p:sp>
    </p:spTree>
    <p:extLst>
      <p:ext uri="{BB962C8B-B14F-4D97-AF65-F5344CB8AC3E}">
        <p14:creationId xmlns:p14="http://schemas.microsoft.com/office/powerpoint/2010/main" val="404804613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a:extLst>
              <a:ext uri="{FF2B5EF4-FFF2-40B4-BE49-F238E27FC236}">
                <a16:creationId xmlns:a16="http://schemas.microsoft.com/office/drawing/2014/main" id="{2B417694-29D2-4EC8-9EA3-998238C3ACF7}"/>
              </a:ext>
            </a:extLst>
          </p:cNvPr>
          <p:cNvSpPr>
            <a:spLocks noChangeArrowheads="1"/>
          </p:cNvSpPr>
          <p:nvPr/>
        </p:nvSpPr>
        <p:spPr bwMode="auto">
          <a:xfrm>
            <a:off x="1557970" y="551289"/>
            <a:ext cx="4309431" cy="5755422"/>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hangingPunct="0"/>
            <a:r>
              <a:rPr lang="en-US" altLang="en-US" sz="1600" dirty="0">
                <a:solidFill>
                  <a:srgbClr val="808080"/>
                </a:solidFill>
                <a:latin typeface="JetBrains Mono"/>
              </a:rPr>
              <a:t>// Fig. 7.5: Account.java</a:t>
            </a:r>
            <a:br>
              <a:rPr lang="en-US" altLang="en-US" sz="1600" dirty="0">
                <a:solidFill>
                  <a:srgbClr val="808080"/>
                </a:solidFill>
                <a:latin typeface="JetBrains Mono"/>
              </a:rPr>
            </a:br>
            <a:r>
              <a:rPr lang="en-US" altLang="en-US" sz="1600" dirty="0">
                <a:solidFill>
                  <a:srgbClr val="808080"/>
                </a:solidFill>
                <a:latin typeface="JetBrains Mono"/>
              </a:rPr>
              <a:t>// Account class with a constructor that initializes the name.</a:t>
            </a:r>
            <a:br>
              <a:rPr lang="en-US" altLang="en-US" sz="1600" dirty="0">
                <a:solidFill>
                  <a:srgbClr val="808080"/>
                </a:solidFill>
                <a:latin typeface="JetBrains Mono"/>
              </a:rPr>
            </a:br>
            <a:br>
              <a:rPr lang="en-US" altLang="en-US" sz="1600" dirty="0">
                <a:solidFill>
                  <a:srgbClr val="808080"/>
                </a:solidFill>
                <a:latin typeface="JetBrains Mono"/>
              </a:rPr>
            </a:br>
            <a:r>
              <a:rPr lang="en-US" altLang="en-US" sz="1600" dirty="0">
                <a:solidFill>
                  <a:srgbClr val="CC7832"/>
                </a:solidFill>
                <a:latin typeface="JetBrains Mono"/>
              </a:rPr>
              <a:t>public class </a:t>
            </a:r>
            <a:r>
              <a:rPr lang="en-US" altLang="en-US" sz="1600" dirty="0">
                <a:solidFill>
                  <a:srgbClr val="A9B7C6"/>
                </a:solidFill>
                <a:latin typeface="JetBrains Mono"/>
              </a:rPr>
              <a:t>Account {</a:t>
            </a:r>
            <a:br>
              <a:rPr lang="en-US" altLang="en-US" sz="1600" dirty="0">
                <a:solidFill>
                  <a:srgbClr val="A9B7C6"/>
                </a:solidFill>
                <a:latin typeface="JetBrains Mono"/>
              </a:rPr>
            </a:br>
            <a:r>
              <a:rPr lang="en-US" altLang="en-US" sz="1600" dirty="0">
                <a:solidFill>
                  <a:srgbClr val="A9B7C6"/>
                </a:solidFill>
                <a:latin typeface="JetBrains Mono"/>
              </a:rPr>
              <a:t>   </a:t>
            </a:r>
            <a:r>
              <a:rPr lang="en-US" altLang="en-US" sz="1600" dirty="0">
                <a:solidFill>
                  <a:srgbClr val="CC7832"/>
                </a:solidFill>
                <a:latin typeface="JetBrains Mono"/>
              </a:rPr>
              <a:t>private </a:t>
            </a:r>
            <a:r>
              <a:rPr lang="en-US" altLang="en-US" sz="1600" dirty="0">
                <a:solidFill>
                  <a:srgbClr val="A9B7C6"/>
                </a:solidFill>
                <a:latin typeface="JetBrains Mono"/>
              </a:rPr>
              <a:t>String name</a:t>
            </a:r>
            <a:r>
              <a:rPr lang="en-US" altLang="en-US" sz="1600" dirty="0">
                <a:solidFill>
                  <a:srgbClr val="CC7832"/>
                </a:solidFill>
                <a:latin typeface="JetBrains Mono"/>
              </a:rPr>
              <a:t>; </a:t>
            </a:r>
            <a:r>
              <a:rPr lang="en-US" altLang="en-US" sz="1600" dirty="0">
                <a:solidFill>
                  <a:srgbClr val="808080"/>
                </a:solidFill>
                <a:latin typeface="JetBrains Mono"/>
              </a:rPr>
              <a:t>// instance variable</a:t>
            </a:r>
            <a:br>
              <a:rPr lang="en-US" altLang="en-US" sz="1600" dirty="0">
                <a:solidFill>
                  <a:srgbClr val="808080"/>
                </a:solidFill>
                <a:latin typeface="JetBrains Mono"/>
              </a:rPr>
            </a:br>
            <a:br>
              <a:rPr lang="en-US" altLang="en-US" sz="1600" dirty="0">
                <a:solidFill>
                  <a:srgbClr val="808080"/>
                </a:solidFill>
                <a:latin typeface="JetBrains Mono"/>
              </a:rPr>
            </a:br>
            <a:r>
              <a:rPr lang="en-US" altLang="en-US" sz="1600" dirty="0">
                <a:solidFill>
                  <a:srgbClr val="808080"/>
                </a:solidFill>
                <a:latin typeface="JetBrains Mono"/>
              </a:rPr>
              <a:t>   // constructor initializes name with parameter name</a:t>
            </a:r>
            <a:br>
              <a:rPr lang="en-US" altLang="en-US" sz="1600" dirty="0">
                <a:solidFill>
                  <a:srgbClr val="808080"/>
                </a:solidFill>
                <a:latin typeface="JetBrains Mono"/>
              </a:rPr>
            </a:br>
            <a:r>
              <a:rPr lang="en-US" altLang="en-US" sz="1600" dirty="0">
                <a:solidFill>
                  <a:srgbClr val="808080"/>
                </a:solidFill>
                <a:latin typeface="JetBrains Mono"/>
              </a:rPr>
              <a:t>   </a:t>
            </a:r>
            <a:r>
              <a:rPr lang="en-US" altLang="en-US" sz="1600" dirty="0">
                <a:solidFill>
                  <a:srgbClr val="CC7832"/>
                </a:solidFill>
                <a:latin typeface="JetBrains Mono"/>
              </a:rPr>
              <a:t>public </a:t>
            </a:r>
            <a:r>
              <a:rPr lang="en-US" altLang="en-US" sz="1600" dirty="0">
                <a:solidFill>
                  <a:srgbClr val="A9B7C6"/>
                </a:solidFill>
                <a:latin typeface="JetBrains Mono"/>
              </a:rPr>
              <a:t>Account(String name) { </a:t>
            </a:r>
            <a:r>
              <a:rPr lang="en-US" altLang="en-US" sz="1600" dirty="0">
                <a:solidFill>
                  <a:srgbClr val="808080"/>
                </a:solidFill>
                <a:latin typeface="JetBrains Mono"/>
              </a:rPr>
              <a:t>// constructor name is class name</a:t>
            </a:r>
            <a:br>
              <a:rPr lang="en-US" altLang="en-US" sz="1600" dirty="0">
                <a:solidFill>
                  <a:srgbClr val="808080"/>
                </a:solidFill>
                <a:latin typeface="JetBrains Mono"/>
              </a:rPr>
            </a:br>
            <a:r>
              <a:rPr lang="en-US" altLang="en-US" sz="1600" dirty="0">
                <a:solidFill>
                  <a:srgbClr val="808080"/>
                </a:solidFill>
                <a:latin typeface="JetBrains Mono"/>
              </a:rPr>
              <a:t>      </a:t>
            </a:r>
            <a:r>
              <a:rPr lang="en-US" altLang="en-US" sz="1600" dirty="0">
                <a:solidFill>
                  <a:srgbClr val="CC7832"/>
                </a:solidFill>
                <a:latin typeface="JetBrains Mono"/>
              </a:rPr>
              <a:t>this</a:t>
            </a:r>
            <a:r>
              <a:rPr lang="en-US" altLang="en-US" sz="1600" dirty="0">
                <a:solidFill>
                  <a:srgbClr val="A9B7C6"/>
                </a:solidFill>
                <a:latin typeface="JetBrains Mono"/>
              </a:rPr>
              <a:t>.name = name</a:t>
            </a:r>
            <a:r>
              <a:rPr lang="en-US" altLang="en-US" sz="1600" dirty="0">
                <a:solidFill>
                  <a:srgbClr val="CC7832"/>
                </a:solidFill>
                <a:latin typeface="JetBrains Mono"/>
              </a:rPr>
              <a:t>;</a:t>
            </a:r>
            <a:br>
              <a:rPr lang="en-US" altLang="en-US" sz="1600" dirty="0">
                <a:solidFill>
                  <a:srgbClr val="CC7832"/>
                </a:solidFill>
                <a:latin typeface="JetBrains Mono"/>
              </a:rPr>
            </a:br>
            <a:r>
              <a:rPr lang="en-US" altLang="en-US" sz="1600" dirty="0">
                <a:solidFill>
                  <a:srgbClr val="CC7832"/>
                </a:solidFill>
                <a:latin typeface="JetBrains Mono"/>
              </a:rPr>
              <a:t>   </a:t>
            </a:r>
            <a:r>
              <a:rPr lang="en-US" altLang="en-US" sz="1600" dirty="0">
                <a:solidFill>
                  <a:srgbClr val="A9B7C6"/>
                </a:solidFill>
                <a:latin typeface="JetBrains Mono"/>
              </a:rPr>
              <a:t>}                                            </a:t>
            </a:r>
            <a:br>
              <a:rPr lang="en-US" altLang="en-US" sz="1600" dirty="0">
                <a:solidFill>
                  <a:srgbClr val="A9B7C6"/>
                </a:solidFill>
                <a:latin typeface="JetBrains Mono"/>
              </a:rPr>
            </a:br>
            <a:br>
              <a:rPr lang="en-US" altLang="en-US" sz="1600" dirty="0">
                <a:solidFill>
                  <a:srgbClr val="A9B7C6"/>
                </a:solidFill>
                <a:latin typeface="JetBrains Mono"/>
              </a:rPr>
            </a:br>
            <a:r>
              <a:rPr lang="en-US" altLang="en-US" sz="1600" dirty="0">
                <a:solidFill>
                  <a:srgbClr val="A9B7C6"/>
                </a:solidFill>
                <a:latin typeface="JetBrains Mono"/>
              </a:rPr>
              <a:t>   </a:t>
            </a:r>
            <a:r>
              <a:rPr lang="en-US" altLang="en-US" sz="1600" dirty="0">
                <a:solidFill>
                  <a:srgbClr val="808080"/>
                </a:solidFill>
                <a:latin typeface="JetBrains Mono"/>
              </a:rPr>
              <a:t>// method to set the name</a:t>
            </a:r>
            <a:br>
              <a:rPr lang="en-US" altLang="en-US" sz="1600" dirty="0">
                <a:solidFill>
                  <a:srgbClr val="808080"/>
                </a:solidFill>
                <a:latin typeface="JetBrains Mono"/>
              </a:rPr>
            </a:br>
            <a:r>
              <a:rPr lang="en-US" altLang="en-US" sz="1600" dirty="0">
                <a:solidFill>
                  <a:srgbClr val="808080"/>
                </a:solidFill>
                <a:latin typeface="JetBrains Mono"/>
              </a:rPr>
              <a:t>   </a:t>
            </a:r>
            <a:r>
              <a:rPr lang="en-US" altLang="en-US" sz="1600" dirty="0">
                <a:solidFill>
                  <a:srgbClr val="CC7832"/>
                </a:solidFill>
                <a:latin typeface="JetBrains Mono"/>
              </a:rPr>
              <a:t>public void </a:t>
            </a:r>
            <a:r>
              <a:rPr lang="en-US" altLang="en-US" sz="1600" dirty="0" err="1">
                <a:solidFill>
                  <a:srgbClr val="A9B7C6"/>
                </a:solidFill>
                <a:latin typeface="JetBrains Mono"/>
              </a:rPr>
              <a:t>setName</a:t>
            </a:r>
            <a:r>
              <a:rPr lang="en-US" altLang="en-US" sz="1600" dirty="0">
                <a:solidFill>
                  <a:srgbClr val="A9B7C6"/>
                </a:solidFill>
                <a:latin typeface="JetBrains Mono"/>
              </a:rPr>
              <a:t>(String name) {</a:t>
            </a:r>
            <a:br>
              <a:rPr lang="en-US" altLang="en-US" sz="1600" dirty="0">
                <a:solidFill>
                  <a:srgbClr val="A9B7C6"/>
                </a:solidFill>
                <a:latin typeface="JetBrains Mono"/>
              </a:rPr>
            </a:br>
            <a:r>
              <a:rPr lang="en-US" altLang="en-US" sz="1600" dirty="0">
                <a:solidFill>
                  <a:srgbClr val="A9B7C6"/>
                </a:solidFill>
                <a:latin typeface="JetBrains Mono"/>
              </a:rPr>
              <a:t>      </a:t>
            </a:r>
            <a:r>
              <a:rPr lang="en-US" altLang="en-US" sz="1600" dirty="0">
                <a:solidFill>
                  <a:srgbClr val="CC7832"/>
                </a:solidFill>
                <a:latin typeface="JetBrains Mono"/>
              </a:rPr>
              <a:t>this</a:t>
            </a:r>
            <a:r>
              <a:rPr lang="en-US" altLang="en-US" sz="1600" dirty="0">
                <a:solidFill>
                  <a:srgbClr val="A9B7C6"/>
                </a:solidFill>
                <a:latin typeface="JetBrains Mono"/>
              </a:rPr>
              <a:t>.name = name</a:t>
            </a:r>
            <a:r>
              <a:rPr lang="en-US" altLang="en-US" sz="1600" dirty="0">
                <a:solidFill>
                  <a:srgbClr val="CC7832"/>
                </a:solidFill>
                <a:latin typeface="JetBrains Mono"/>
              </a:rPr>
              <a:t>; </a:t>
            </a:r>
            <a:br>
              <a:rPr lang="en-US" altLang="en-US" sz="1600" dirty="0">
                <a:solidFill>
                  <a:srgbClr val="CC7832"/>
                </a:solidFill>
                <a:latin typeface="JetBrains Mono"/>
              </a:rPr>
            </a:br>
            <a:r>
              <a:rPr lang="en-US" altLang="en-US" sz="1600" dirty="0">
                <a:solidFill>
                  <a:srgbClr val="CC7832"/>
                </a:solidFill>
                <a:latin typeface="JetBrains Mono"/>
              </a:rPr>
              <a:t>   </a:t>
            </a:r>
            <a:r>
              <a:rPr lang="en-US" altLang="en-US" sz="1600" dirty="0">
                <a:solidFill>
                  <a:srgbClr val="A9B7C6"/>
                </a:solidFill>
                <a:latin typeface="JetBrains Mono"/>
              </a:rPr>
              <a:t>} </a:t>
            </a:r>
            <a:br>
              <a:rPr lang="en-US" altLang="en-US" sz="1600" dirty="0">
                <a:solidFill>
                  <a:srgbClr val="A9B7C6"/>
                </a:solidFill>
                <a:latin typeface="JetBrains Mono"/>
              </a:rPr>
            </a:br>
            <a:br>
              <a:rPr lang="en-US" altLang="en-US" sz="1600" dirty="0">
                <a:solidFill>
                  <a:srgbClr val="A9B7C6"/>
                </a:solidFill>
                <a:latin typeface="JetBrains Mono"/>
              </a:rPr>
            </a:br>
            <a:r>
              <a:rPr lang="en-US" altLang="en-US" sz="1600" dirty="0">
                <a:solidFill>
                  <a:srgbClr val="A9B7C6"/>
                </a:solidFill>
                <a:latin typeface="JetBrains Mono"/>
              </a:rPr>
              <a:t>   </a:t>
            </a:r>
            <a:r>
              <a:rPr lang="en-US" altLang="en-US" sz="1600" dirty="0">
                <a:solidFill>
                  <a:srgbClr val="808080"/>
                </a:solidFill>
                <a:latin typeface="JetBrains Mono"/>
              </a:rPr>
              <a:t>// method to retrieve the name</a:t>
            </a:r>
            <a:br>
              <a:rPr lang="en-US" altLang="en-US" sz="1600" dirty="0">
                <a:solidFill>
                  <a:srgbClr val="808080"/>
                </a:solidFill>
                <a:latin typeface="JetBrains Mono"/>
              </a:rPr>
            </a:br>
            <a:r>
              <a:rPr lang="en-US" altLang="en-US" sz="1600" dirty="0">
                <a:solidFill>
                  <a:srgbClr val="808080"/>
                </a:solidFill>
                <a:latin typeface="JetBrains Mono"/>
              </a:rPr>
              <a:t>   </a:t>
            </a:r>
            <a:r>
              <a:rPr lang="en-US" altLang="en-US" sz="1600" dirty="0">
                <a:solidFill>
                  <a:srgbClr val="CC7832"/>
                </a:solidFill>
                <a:latin typeface="JetBrains Mono"/>
              </a:rPr>
              <a:t>public </a:t>
            </a:r>
            <a:r>
              <a:rPr lang="en-US" altLang="en-US" sz="1600" dirty="0">
                <a:solidFill>
                  <a:srgbClr val="A9B7C6"/>
                </a:solidFill>
                <a:latin typeface="JetBrains Mono"/>
              </a:rPr>
              <a:t>String </a:t>
            </a:r>
            <a:r>
              <a:rPr lang="en-US" altLang="en-US" sz="1600" dirty="0" err="1">
                <a:solidFill>
                  <a:srgbClr val="A9B7C6"/>
                </a:solidFill>
                <a:latin typeface="JetBrains Mono"/>
              </a:rPr>
              <a:t>getName</a:t>
            </a:r>
            <a:r>
              <a:rPr lang="en-US" altLang="en-US" sz="1600" dirty="0">
                <a:solidFill>
                  <a:srgbClr val="A9B7C6"/>
                </a:solidFill>
                <a:latin typeface="JetBrains Mono"/>
              </a:rPr>
              <a:t>() {</a:t>
            </a:r>
            <a:br>
              <a:rPr lang="en-US" altLang="en-US" sz="1600" dirty="0">
                <a:solidFill>
                  <a:srgbClr val="A9B7C6"/>
                </a:solidFill>
                <a:latin typeface="JetBrains Mono"/>
              </a:rPr>
            </a:br>
            <a:r>
              <a:rPr lang="en-US" altLang="en-US" sz="1600" dirty="0">
                <a:solidFill>
                  <a:srgbClr val="A9B7C6"/>
                </a:solidFill>
                <a:latin typeface="JetBrains Mono"/>
              </a:rPr>
              <a:t>      </a:t>
            </a:r>
            <a:r>
              <a:rPr lang="en-US" altLang="en-US" sz="1600" dirty="0">
                <a:solidFill>
                  <a:srgbClr val="CC7832"/>
                </a:solidFill>
                <a:latin typeface="JetBrains Mono"/>
              </a:rPr>
              <a:t>return </a:t>
            </a:r>
            <a:r>
              <a:rPr lang="en-US" altLang="en-US" sz="1600" dirty="0">
                <a:solidFill>
                  <a:srgbClr val="A9B7C6"/>
                </a:solidFill>
                <a:latin typeface="JetBrains Mono"/>
              </a:rPr>
              <a:t>name</a:t>
            </a:r>
            <a:r>
              <a:rPr lang="en-US" altLang="en-US" sz="1600" dirty="0">
                <a:solidFill>
                  <a:srgbClr val="CC7832"/>
                </a:solidFill>
                <a:latin typeface="JetBrains Mono"/>
              </a:rPr>
              <a:t>; </a:t>
            </a:r>
            <a:br>
              <a:rPr lang="en-US" altLang="en-US" sz="1600" dirty="0">
                <a:solidFill>
                  <a:srgbClr val="CC7832"/>
                </a:solidFill>
                <a:latin typeface="JetBrains Mono"/>
              </a:rPr>
            </a:br>
            <a:r>
              <a:rPr lang="en-US" altLang="en-US" sz="1600" dirty="0">
                <a:solidFill>
                  <a:srgbClr val="CC7832"/>
                </a:solidFill>
                <a:latin typeface="JetBrains Mono"/>
              </a:rPr>
              <a:t>   </a:t>
            </a:r>
            <a:r>
              <a:rPr lang="en-US" altLang="en-US" sz="1600" dirty="0">
                <a:solidFill>
                  <a:srgbClr val="A9B7C6"/>
                </a:solidFill>
                <a:latin typeface="JetBrains Mono"/>
              </a:rPr>
              <a:t>}  }</a:t>
            </a:r>
            <a:endParaRPr lang="en-US" altLang="en-US" sz="1600" dirty="0">
              <a:solidFill>
                <a:prstClr val="black"/>
              </a:solidFill>
            </a:endParaRPr>
          </a:p>
        </p:txBody>
      </p:sp>
      <p:sp>
        <p:nvSpPr>
          <p:cNvPr id="4" name="Rectangle 2">
            <a:extLst>
              <a:ext uri="{FF2B5EF4-FFF2-40B4-BE49-F238E27FC236}">
                <a16:creationId xmlns:a16="http://schemas.microsoft.com/office/drawing/2014/main" id="{72B124D6-342A-4CFE-A48F-8660E8912AA5}"/>
              </a:ext>
            </a:extLst>
          </p:cNvPr>
          <p:cNvSpPr>
            <a:spLocks noChangeArrowheads="1"/>
          </p:cNvSpPr>
          <p:nvPr/>
        </p:nvSpPr>
        <p:spPr bwMode="auto">
          <a:xfrm>
            <a:off x="6019800" y="-2709"/>
            <a:ext cx="4800600" cy="6863417"/>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hangingPunct="0"/>
            <a:r>
              <a:rPr lang="en-US" altLang="en-US" sz="2000" dirty="0">
                <a:solidFill>
                  <a:srgbClr val="808080"/>
                </a:solidFill>
                <a:latin typeface="JetBrains Mono"/>
              </a:rPr>
              <a:t>// Fig. 7.6: AccountTest.java</a:t>
            </a:r>
            <a:br>
              <a:rPr lang="en-US" altLang="en-US" sz="2000" dirty="0">
                <a:solidFill>
                  <a:srgbClr val="808080"/>
                </a:solidFill>
                <a:latin typeface="JetBrains Mono"/>
              </a:rPr>
            </a:br>
            <a:r>
              <a:rPr lang="en-US" altLang="en-US" sz="2000" dirty="0">
                <a:solidFill>
                  <a:srgbClr val="808080"/>
                </a:solidFill>
                <a:latin typeface="JetBrains Mono"/>
              </a:rPr>
              <a:t>// Using the Account constructor to initialize the name instance</a:t>
            </a:r>
            <a:br>
              <a:rPr lang="en-US" altLang="en-US" sz="2000" dirty="0">
                <a:solidFill>
                  <a:srgbClr val="808080"/>
                </a:solidFill>
                <a:latin typeface="JetBrains Mono"/>
              </a:rPr>
            </a:br>
            <a:r>
              <a:rPr lang="en-US" altLang="en-US" sz="2000" dirty="0">
                <a:solidFill>
                  <a:srgbClr val="808080"/>
                </a:solidFill>
                <a:latin typeface="JetBrains Mono"/>
              </a:rPr>
              <a:t>// variable at the time each Account object is created.</a:t>
            </a:r>
            <a:br>
              <a:rPr lang="en-US" altLang="en-US" sz="2000" dirty="0">
                <a:solidFill>
                  <a:srgbClr val="808080"/>
                </a:solidFill>
                <a:latin typeface="JetBrains Mono"/>
              </a:rPr>
            </a:br>
            <a:br>
              <a:rPr lang="en-US" altLang="en-US" sz="2000" dirty="0">
                <a:solidFill>
                  <a:srgbClr val="808080"/>
                </a:solidFill>
                <a:latin typeface="JetBrains Mono"/>
              </a:rPr>
            </a:br>
            <a:r>
              <a:rPr lang="en-US" altLang="en-US" sz="2000" dirty="0">
                <a:solidFill>
                  <a:srgbClr val="CC7832"/>
                </a:solidFill>
                <a:latin typeface="JetBrains Mono"/>
              </a:rPr>
              <a:t>public class </a:t>
            </a:r>
            <a:r>
              <a:rPr lang="en-US" altLang="en-US" sz="2000" dirty="0" err="1">
                <a:solidFill>
                  <a:srgbClr val="A9B7C6"/>
                </a:solidFill>
                <a:latin typeface="JetBrains Mono"/>
              </a:rPr>
              <a:t>AccountTest</a:t>
            </a:r>
            <a:r>
              <a:rPr lang="en-US" altLang="en-US" sz="2000" dirty="0">
                <a:solidFill>
                  <a:srgbClr val="A9B7C6"/>
                </a:solidFill>
                <a:latin typeface="JetBrains Mono"/>
              </a:rPr>
              <a:t> {</a:t>
            </a:r>
            <a:br>
              <a:rPr lang="en-US" altLang="en-US" sz="2000" dirty="0">
                <a:solidFill>
                  <a:srgbClr val="A9B7C6"/>
                </a:solidFill>
                <a:latin typeface="JetBrains Mono"/>
              </a:rPr>
            </a:br>
            <a:r>
              <a:rPr lang="en-US" altLang="en-US" sz="2000" dirty="0">
                <a:solidFill>
                  <a:srgbClr val="A9B7C6"/>
                </a:solidFill>
                <a:latin typeface="JetBrains Mono"/>
              </a:rPr>
              <a:t>   </a:t>
            </a:r>
            <a:r>
              <a:rPr lang="en-US" altLang="en-US" sz="2000" dirty="0">
                <a:solidFill>
                  <a:srgbClr val="CC7832"/>
                </a:solidFill>
                <a:latin typeface="JetBrains Mono"/>
              </a:rPr>
              <a:t>public static void </a:t>
            </a:r>
            <a:r>
              <a:rPr lang="en-US" altLang="en-US" sz="2000" dirty="0">
                <a:solidFill>
                  <a:srgbClr val="A9B7C6"/>
                </a:solidFill>
                <a:latin typeface="JetBrains Mono"/>
              </a:rPr>
              <a:t>main(String[] </a:t>
            </a:r>
            <a:r>
              <a:rPr lang="en-US" altLang="en-US" sz="2000" dirty="0" err="1">
                <a:solidFill>
                  <a:srgbClr val="A9B7C6"/>
                </a:solidFill>
                <a:latin typeface="JetBrains Mono"/>
              </a:rPr>
              <a:t>args</a:t>
            </a:r>
            <a:r>
              <a:rPr lang="en-US" altLang="en-US" sz="2000" dirty="0">
                <a:solidFill>
                  <a:srgbClr val="A9B7C6"/>
                </a:solidFill>
                <a:latin typeface="JetBrains Mono"/>
              </a:rPr>
              <a:t>) { </a:t>
            </a:r>
            <a:br>
              <a:rPr lang="en-US" altLang="en-US" sz="2000" dirty="0">
                <a:solidFill>
                  <a:srgbClr val="A9B7C6"/>
                </a:solidFill>
                <a:latin typeface="JetBrains Mono"/>
              </a:rPr>
            </a:br>
            <a:r>
              <a:rPr lang="en-US" altLang="en-US" sz="2000" dirty="0">
                <a:solidFill>
                  <a:srgbClr val="A9B7C6"/>
                </a:solidFill>
                <a:latin typeface="JetBrains Mono"/>
              </a:rPr>
              <a:t>      </a:t>
            </a:r>
            <a:r>
              <a:rPr lang="en-US" altLang="en-US" sz="2000" dirty="0">
                <a:solidFill>
                  <a:srgbClr val="808080"/>
                </a:solidFill>
                <a:latin typeface="JetBrains Mono"/>
              </a:rPr>
              <a:t>// create two Account objects</a:t>
            </a:r>
            <a:br>
              <a:rPr lang="en-US" altLang="en-US" sz="2000" dirty="0">
                <a:solidFill>
                  <a:srgbClr val="808080"/>
                </a:solidFill>
                <a:latin typeface="JetBrains Mono"/>
              </a:rPr>
            </a:br>
            <a:r>
              <a:rPr lang="en-US" altLang="en-US" sz="2000" dirty="0">
                <a:solidFill>
                  <a:srgbClr val="808080"/>
                </a:solidFill>
                <a:latin typeface="JetBrains Mono"/>
              </a:rPr>
              <a:t>      </a:t>
            </a:r>
            <a:r>
              <a:rPr lang="en-US" altLang="en-US" sz="2000" dirty="0">
                <a:solidFill>
                  <a:srgbClr val="A9B7C6"/>
                </a:solidFill>
                <a:latin typeface="JetBrains Mono"/>
              </a:rPr>
              <a:t>Account account1 = </a:t>
            </a:r>
            <a:r>
              <a:rPr lang="en-US" altLang="en-US" sz="2000" dirty="0">
                <a:solidFill>
                  <a:srgbClr val="CC7832"/>
                </a:solidFill>
                <a:latin typeface="JetBrains Mono"/>
              </a:rPr>
              <a:t>new </a:t>
            </a:r>
            <a:r>
              <a:rPr lang="en-US" altLang="en-US" sz="2000" dirty="0">
                <a:solidFill>
                  <a:srgbClr val="A9B7C6"/>
                </a:solidFill>
                <a:latin typeface="JetBrains Mono"/>
              </a:rPr>
              <a:t>Account(</a:t>
            </a:r>
            <a:r>
              <a:rPr lang="en-US" altLang="en-US" sz="2000" dirty="0">
                <a:solidFill>
                  <a:srgbClr val="6A8759"/>
                </a:solidFill>
                <a:latin typeface="JetBrains Mono"/>
              </a:rPr>
              <a:t>"Jane Green"</a:t>
            </a:r>
            <a:r>
              <a:rPr lang="en-US" altLang="en-US" sz="2000" dirty="0">
                <a:solidFill>
                  <a:srgbClr val="A9B7C6"/>
                </a:solidFill>
                <a:latin typeface="JetBrains Mono"/>
              </a:rPr>
              <a:t>)</a:t>
            </a:r>
            <a:r>
              <a:rPr lang="en-US" altLang="en-US" sz="2000" dirty="0">
                <a:solidFill>
                  <a:srgbClr val="CC7832"/>
                </a:solidFill>
                <a:latin typeface="JetBrains Mono"/>
              </a:rPr>
              <a:t>;</a:t>
            </a:r>
            <a:br>
              <a:rPr lang="en-US" altLang="en-US" sz="2000" dirty="0">
                <a:solidFill>
                  <a:srgbClr val="CC7832"/>
                </a:solidFill>
                <a:latin typeface="JetBrains Mono"/>
              </a:rPr>
            </a:br>
            <a:r>
              <a:rPr lang="en-US" altLang="en-US" sz="2000" dirty="0">
                <a:solidFill>
                  <a:srgbClr val="CC7832"/>
                </a:solidFill>
                <a:latin typeface="JetBrains Mono"/>
              </a:rPr>
              <a:t>      </a:t>
            </a:r>
            <a:r>
              <a:rPr lang="en-US" altLang="en-US" sz="2000" dirty="0">
                <a:solidFill>
                  <a:srgbClr val="A9B7C6"/>
                </a:solidFill>
                <a:latin typeface="JetBrains Mono"/>
              </a:rPr>
              <a:t>Account account2 = </a:t>
            </a:r>
            <a:r>
              <a:rPr lang="en-US" altLang="en-US" sz="2000" dirty="0">
                <a:solidFill>
                  <a:srgbClr val="CC7832"/>
                </a:solidFill>
                <a:latin typeface="JetBrains Mono"/>
              </a:rPr>
              <a:t>new </a:t>
            </a:r>
            <a:r>
              <a:rPr lang="en-US" altLang="en-US" sz="2000" dirty="0">
                <a:solidFill>
                  <a:srgbClr val="A9B7C6"/>
                </a:solidFill>
                <a:latin typeface="JetBrains Mono"/>
              </a:rPr>
              <a:t>Account(</a:t>
            </a:r>
            <a:r>
              <a:rPr lang="en-US" altLang="en-US" sz="2000" dirty="0">
                <a:solidFill>
                  <a:srgbClr val="6A8759"/>
                </a:solidFill>
                <a:latin typeface="JetBrains Mono"/>
              </a:rPr>
              <a:t>"John Blue"</a:t>
            </a:r>
            <a:r>
              <a:rPr lang="en-US" altLang="en-US" sz="2000" dirty="0">
                <a:solidFill>
                  <a:srgbClr val="A9B7C6"/>
                </a:solidFill>
                <a:latin typeface="JetBrains Mono"/>
              </a:rPr>
              <a:t>)</a:t>
            </a:r>
            <a:r>
              <a:rPr lang="en-US" altLang="en-US" sz="2000" dirty="0">
                <a:solidFill>
                  <a:srgbClr val="CC7832"/>
                </a:solidFill>
                <a:latin typeface="JetBrains Mono"/>
              </a:rPr>
              <a:t>; </a:t>
            </a:r>
            <a:br>
              <a:rPr lang="en-US" altLang="en-US" sz="2000" dirty="0">
                <a:solidFill>
                  <a:srgbClr val="CC7832"/>
                </a:solidFill>
                <a:latin typeface="JetBrains Mono"/>
              </a:rPr>
            </a:br>
            <a:endParaRPr lang="en-US" altLang="en-US" sz="2000" dirty="0">
              <a:solidFill>
                <a:srgbClr val="CC7832"/>
              </a:solidFill>
              <a:latin typeface="JetBrains Mono"/>
            </a:endParaRPr>
          </a:p>
          <a:p>
            <a:pPr eaLnBrk="0" hangingPunct="0"/>
            <a:br>
              <a:rPr lang="en-US" altLang="en-US" sz="2000" dirty="0">
                <a:solidFill>
                  <a:srgbClr val="CC7832"/>
                </a:solidFill>
                <a:latin typeface="JetBrains Mono"/>
              </a:rPr>
            </a:br>
            <a:r>
              <a:rPr lang="en-US" altLang="en-US" sz="2000" dirty="0">
                <a:solidFill>
                  <a:srgbClr val="CC7832"/>
                </a:solidFill>
                <a:latin typeface="JetBrains Mono"/>
              </a:rPr>
              <a:t>      </a:t>
            </a:r>
            <a:r>
              <a:rPr lang="en-US" altLang="en-US" sz="2000" dirty="0">
                <a:solidFill>
                  <a:srgbClr val="808080"/>
                </a:solidFill>
                <a:latin typeface="JetBrains Mono"/>
              </a:rPr>
              <a:t>// display initial value of name for each Account</a:t>
            </a:r>
            <a:br>
              <a:rPr lang="en-US" altLang="en-US" sz="2000" dirty="0">
                <a:solidFill>
                  <a:srgbClr val="808080"/>
                </a:solidFill>
                <a:latin typeface="JetBrains Mono"/>
              </a:rPr>
            </a:br>
            <a:r>
              <a:rPr lang="en-US" altLang="en-US" sz="2000" dirty="0">
                <a:solidFill>
                  <a:srgbClr val="808080"/>
                </a:solidFill>
                <a:latin typeface="JetBrains Mono"/>
              </a:rPr>
              <a:t>      </a:t>
            </a:r>
            <a:r>
              <a:rPr lang="en-US" altLang="en-US" sz="2000" dirty="0" err="1">
                <a:solidFill>
                  <a:srgbClr val="A9B7C6"/>
                </a:solidFill>
                <a:latin typeface="JetBrains Mono"/>
              </a:rPr>
              <a:t>System.out.printf</a:t>
            </a:r>
            <a:r>
              <a:rPr lang="en-US" altLang="en-US" sz="2000" dirty="0">
                <a:solidFill>
                  <a:srgbClr val="A9B7C6"/>
                </a:solidFill>
                <a:latin typeface="JetBrains Mono"/>
              </a:rPr>
              <a:t>(</a:t>
            </a:r>
            <a:r>
              <a:rPr lang="en-US" altLang="en-US" sz="2000" dirty="0">
                <a:solidFill>
                  <a:srgbClr val="6A8759"/>
                </a:solidFill>
                <a:latin typeface="JetBrains Mono"/>
              </a:rPr>
              <a:t>"account1 name is: %</a:t>
            </a:r>
            <a:r>
              <a:rPr lang="en-US" altLang="en-US" sz="2000" dirty="0" err="1">
                <a:solidFill>
                  <a:srgbClr val="6A8759"/>
                </a:solidFill>
                <a:latin typeface="JetBrains Mono"/>
              </a:rPr>
              <a:t>s%n</a:t>
            </a:r>
            <a:r>
              <a:rPr lang="en-US" altLang="en-US" sz="2000" dirty="0">
                <a:solidFill>
                  <a:srgbClr val="6A8759"/>
                </a:solidFill>
                <a:latin typeface="JetBrains Mono"/>
              </a:rPr>
              <a:t>"</a:t>
            </a:r>
            <a:r>
              <a:rPr lang="en-US" altLang="en-US" sz="2000" dirty="0">
                <a:solidFill>
                  <a:srgbClr val="CC7832"/>
                </a:solidFill>
                <a:latin typeface="JetBrains Mono"/>
              </a:rPr>
              <a:t>, </a:t>
            </a:r>
            <a:r>
              <a:rPr lang="en-US" altLang="en-US" sz="2000" dirty="0">
                <a:solidFill>
                  <a:srgbClr val="A9B7C6"/>
                </a:solidFill>
                <a:latin typeface="JetBrains Mono"/>
              </a:rPr>
              <a:t>account1.getName())</a:t>
            </a:r>
            <a:r>
              <a:rPr lang="en-US" altLang="en-US" sz="2000" dirty="0">
                <a:solidFill>
                  <a:srgbClr val="CC7832"/>
                </a:solidFill>
                <a:latin typeface="JetBrains Mono"/>
              </a:rPr>
              <a:t>;</a:t>
            </a:r>
            <a:br>
              <a:rPr lang="en-US" altLang="en-US" sz="2000" dirty="0">
                <a:solidFill>
                  <a:srgbClr val="CC7832"/>
                </a:solidFill>
                <a:latin typeface="JetBrains Mono"/>
              </a:rPr>
            </a:br>
            <a:r>
              <a:rPr lang="en-US" altLang="en-US" sz="2000" dirty="0">
                <a:solidFill>
                  <a:srgbClr val="CC7832"/>
                </a:solidFill>
                <a:latin typeface="JetBrains Mono"/>
              </a:rPr>
              <a:t>      </a:t>
            </a:r>
            <a:r>
              <a:rPr lang="en-US" altLang="en-US" sz="2000" dirty="0" err="1">
                <a:solidFill>
                  <a:srgbClr val="A9B7C6"/>
                </a:solidFill>
                <a:latin typeface="JetBrains Mono"/>
              </a:rPr>
              <a:t>System.out.printf</a:t>
            </a:r>
            <a:r>
              <a:rPr lang="en-US" altLang="en-US" sz="2000" dirty="0">
                <a:solidFill>
                  <a:srgbClr val="A9B7C6"/>
                </a:solidFill>
                <a:latin typeface="JetBrains Mono"/>
              </a:rPr>
              <a:t>(</a:t>
            </a:r>
            <a:r>
              <a:rPr lang="en-US" altLang="en-US" sz="2000" dirty="0">
                <a:solidFill>
                  <a:srgbClr val="6A8759"/>
                </a:solidFill>
                <a:latin typeface="JetBrains Mono"/>
              </a:rPr>
              <a:t>"account2 name is: %</a:t>
            </a:r>
            <a:r>
              <a:rPr lang="en-US" altLang="en-US" sz="2000" dirty="0" err="1">
                <a:solidFill>
                  <a:srgbClr val="6A8759"/>
                </a:solidFill>
                <a:latin typeface="JetBrains Mono"/>
              </a:rPr>
              <a:t>s%n</a:t>
            </a:r>
            <a:r>
              <a:rPr lang="en-US" altLang="en-US" sz="2000" dirty="0">
                <a:solidFill>
                  <a:srgbClr val="6A8759"/>
                </a:solidFill>
                <a:latin typeface="JetBrains Mono"/>
              </a:rPr>
              <a:t>"</a:t>
            </a:r>
            <a:r>
              <a:rPr lang="en-US" altLang="en-US" sz="2000" dirty="0">
                <a:solidFill>
                  <a:srgbClr val="CC7832"/>
                </a:solidFill>
                <a:latin typeface="JetBrains Mono"/>
              </a:rPr>
              <a:t>, </a:t>
            </a:r>
            <a:r>
              <a:rPr lang="en-US" altLang="en-US" sz="2000" dirty="0">
                <a:solidFill>
                  <a:srgbClr val="A9B7C6"/>
                </a:solidFill>
                <a:latin typeface="JetBrains Mono"/>
              </a:rPr>
              <a:t>account2.getName())</a:t>
            </a:r>
            <a:r>
              <a:rPr lang="en-US" altLang="en-US" sz="2000" dirty="0">
                <a:solidFill>
                  <a:srgbClr val="CC7832"/>
                </a:solidFill>
                <a:latin typeface="JetBrains Mono"/>
              </a:rPr>
              <a:t>;</a:t>
            </a:r>
            <a:br>
              <a:rPr lang="en-US" altLang="en-US" sz="2000" dirty="0">
                <a:solidFill>
                  <a:srgbClr val="CC7832"/>
                </a:solidFill>
                <a:latin typeface="JetBrains Mono"/>
              </a:rPr>
            </a:br>
            <a:r>
              <a:rPr lang="en-US" altLang="en-US" sz="2000" dirty="0">
                <a:solidFill>
                  <a:srgbClr val="CC7832"/>
                </a:solidFill>
                <a:latin typeface="JetBrains Mono"/>
              </a:rPr>
              <a:t>   </a:t>
            </a:r>
            <a:r>
              <a:rPr lang="en-US" altLang="en-US" sz="2000" dirty="0">
                <a:solidFill>
                  <a:srgbClr val="A9B7C6"/>
                </a:solidFill>
                <a:latin typeface="JetBrains Mono"/>
              </a:rPr>
              <a:t>} }</a:t>
            </a:r>
            <a:endParaRPr lang="en-US" altLang="en-US" sz="4800" dirty="0">
              <a:solidFill>
                <a:prstClr val="black"/>
              </a:solidFill>
            </a:endParaRPr>
          </a:p>
        </p:txBody>
      </p:sp>
    </p:spTree>
    <p:extLst>
      <p:ext uri="{BB962C8B-B14F-4D97-AF65-F5344CB8AC3E}">
        <p14:creationId xmlns:p14="http://schemas.microsoft.com/office/powerpoint/2010/main" val="85522428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9AAC3F1B-F740-4B37-B827-FC46568B6E56}"/>
              </a:ext>
            </a:extLst>
          </p:cNvPr>
          <p:cNvSpPr>
            <a:spLocks noGrp="1"/>
          </p:cNvSpPr>
          <p:nvPr>
            <p:ph idx="1"/>
          </p:nvPr>
        </p:nvSpPr>
        <p:spPr>
          <a:xfrm>
            <a:off x="671332" y="584200"/>
            <a:ext cx="10417215" cy="4525962"/>
          </a:xfrm>
        </p:spPr>
        <p:txBody>
          <a:bodyPr/>
          <a:lstStyle/>
          <a:p>
            <a:r>
              <a:rPr lang="en-US" sz="2400" dirty="0"/>
              <a:t>Improve the program above by adding three more variables in Account.java class (in addition to </a:t>
            </a:r>
            <a:r>
              <a:rPr lang="en-US" sz="2400" b="1" i="1" dirty="0"/>
              <a:t>“Name” </a:t>
            </a:r>
            <a:r>
              <a:rPr lang="en-US" sz="2400" dirty="0"/>
              <a:t>that you already have) e.g.:</a:t>
            </a:r>
          </a:p>
          <a:p>
            <a:pPr lvl="1"/>
            <a:r>
              <a:rPr lang="en-US" sz="2000" dirty="0"/>
              <a:t>SSN</a:t>
            </a:r>
          </a:p>
          <a:p>
            <a:pPr lvl="1"/>
            <a:r>
              <a:rPr lang="en-US" sz="2000" dirty="0"/>
              <a:t> Address</a:t>
            </a:r>
          </a:p>
          <a:p>
            <a:pPr lvl="1"/>
            <a:r>
              <a:rPr lang="en-US" sz="2000" dirty="0"/>
              <a:t>Account balance</a:t>
            </a:r>
          </a:p>
          <a:p>
            <a:pPr lvl="2"/>
            <a:r>
              <a:rPr lang="en-US" sz="2000" dirty="0"/>
              <a:t>Ensure you declare them with necessary variable type and use Set and Get methods as appropriate.</a:t>
            </a:r>
          </a:p>
          <a:p>
            <a:pPr lvl="2"/>
            <a:r>
              <a:rPr lang="en-US" sz="2000" dirty="0"/>
              <a:t>Declare constructors to take care of the new variables.</a:t>
            </a:r>
          </a:p>
          <a:p>
            <a:r>
              <a:rPr lang="en-US" sz="2400" dirty="0"/>
              <a:t>In the </a:t>
            </a:r>
            <a:r>
              <a:rPr lang="en-US" sz="2400" b="1" i="1" dirty="0"/>
              <a:t>AccountTest</a:t>
            </a:r>
            <a:r>
              <a:rPr lang="en-US" sz="2400" dirty="0"/>
              <a:t>.java class create objects of the new </a:t>
            </a:r>
            <a:r>
              <a:rPr lang="en-US" sz="2400" b="1" i="1" dirty="0"/>
              <a:t>Account</a:t>
            </a:r>
            <a:r>
              <a:rPr lang="en-US" sz="2400" dirty="0"/>
              <a:t>.java that would include all the additional variables that you have just created.</a:t>
            </a:r>
          </a:p>
          <a:p>
            <a:r>
              <a:rPr lang="en-US" sz="2400" dirty="0"/>
              <a:t>Create account objects for at least 4 members of your family in </a:t>
            </a:r>
            <a:r>
              <a:rPr lang="en-US" sz="2400" b="1" i="1" dirty="0"/>
              <a:t>AccountTest</a:t>
            </a:r>
            <a:r>
              <a:rPr lang="en-US" sz="2400" dirty="0"/>
              <a:t>.java class .  </a:t>
            </a:r>
          </a:p>
          <a:p>
            <a:pPr lvl="2"/>
            <a:endParaRPr lang="en-US" sz="2000" dirty="0"/>
          </a:p>
        </p:txBody>
      </p:sp>
      <p:sp>
        <p:nvSpPr>
          <p:cNvPr id="3" name="Title 2">
            <a:extLst>
              <a:ext uri="{FF2B5EF4-FFF2-40B4-BE49-F238E27FC236}">
                <a16:creationId xmlns:a16="http://schemas.microsoft.com/office/drawing/2014/main" id="{DED2B13A-2C24-4846-8B3F-44031514C3A3}"/>
              </a:ext>
            </a:extLst>
          </p:cNvPr>
          <p:cNvSpPr>
            <a:spLocks noGrp="1"/>
          </p:cNvSpPr>
          <p:nvPr>
            <p:ph type="title"/>
          </p:nvPr>
        </p:nvSpPr>
        <p:spPr>
          <a:xfrm>
            <a:off x="1981200" y="0"/>
            <a:ext cx="8229600" cy="584200"/>
          </a:xfrm>
        </p:spPr>
        <p:txBody>
          <a:bodyPr>
            <a:normAutofit fontScale="90000"/>
          </a:bodyPr>
          <a:lstStyle/>
          <a:p>
            <a:pPr algn="ctr"/>
            <a:r>
              <a:rPr lang="en-US" dirty="0">
                <a:highlight>
                  <a:srgbClr val="00FF00"/>
                </a:highlight>
              </a:rPr>
              <a:t>Class Activities</a:t>
            </a:r>
          </a:p>
        </p:txBody>
      </p:sp>
    </p:spTree>
    <p:extLst>
      <p:ext uri="{BB962C8B-B14F-4D97-AF65-F5344CB8AC3E}">
        <p14:creationId xmlns:p14="http://schemas.microsoft.com/office/powerpoint/2010/main" val="173222577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B1EE01-FFB0-419E-8AB7-09566CB28EB8}"/>
              </a:ext>
            </a:extLst>
          </p:cNvPr>
          <p:cNvSpPr>
            <a:spLocks noGrp="1"/>
          </p:cNvSpPr>
          <p:nvPr>
            <p:ph type="title"/>
          </p:nvPr>
        </p:nvSpPr>
        <p:spPr/>
        <p:txBody>
          <a:bodyPr>
            <a:noAutofit/>
          </a:bodyPr>
          <a:lstStyle/>
          <a:p>
            <a:pPr>
              <a:defRPr/>
            </a:pPr>
            <a:r>
              <a:rPr lang="en-US" sz="2800" dirty="0">
                <a:solidFill>
                  <a:srgbClr val="33B38C"/>
                </a:solidFill>
              </a:rPr>
              <a:t>7.4.2  Class </a:t>
            </a:r>
            <a:r>
              <a:rPr lang="en-US" sz="2800" dirty="0" err="1">
                <a:solidFill>
                  <a:srgbClr val="33B38C"/>
                </a:solidFill>
                <a:latin typeface="Consolas" panose="020B0609020204030204" pitchFamily="49" charset="0"/>
              </a:rPr>
              <a:t>AccountTest</a:t>
            </a:r>
            <a:r>
              <a:rPr lang="en-US" sz="2800" dirty="0">
                <a:solidFill>
                  <a:srgbClr val="33B38C"/>
                </a:solidFill>
              </a:rPr>
              <a:t>: Initializing Account Objects When They’re Created (Cont.)</a:t>
            </a:r>
          </a:p>
        </p:txBody>
      </p:sp>
      <p:sp>
        <p:nvSpPr>
          <p:cNvPr id="3" name="Text Placeholder 2">
            <a:extLst>
              <a:ext uri="{FF2B5EF4-FFF2-40B4-BE49-F238E27FC236}">
                <a16:creationId xmlns:a16="http://schemas.microsoft.com/office/drawing/2014/main" id="{501157E2-C367-47E9-8A86-F2508A77725D}"/>
              </a:ext>
            </a:extLst>
          </p:cNvPr>
          <p:cNvSpPr>
            <a:spLocks noGrp="1"/>
          </p:cNvSpPr>
          <p:nvPr>
            <p:ph type="body" idx="1"/>
          </p:nvPr>
        </p:nvSpPr>
        <p:spPr>
          <a:xfrm>
            <a:off x="1981200" y="1417638"/>
            <a:ext cx="8229600" cy="4525962"/>
          </a:xfrm>
        </p:spPr>
        <p:txBody>
          <a:bodyPr>
            <a:normAutofit/>
          </a:bodyPr>
          <a:lstStyle/>
          <a:p>
            <a:pPr marL="136525" indent="0">
              <a:lnSpc>
                <a:spcPct val="90000"/>
              </a:lnSpc>
              <a:buNone/>
              <a:defRPr/>
            </a:pPr>
            <a:r>
              <a:rPr lang="en-US" altLang="en-US" sz="2500" b="1" i="1" dirty="0">
                <a:solidFill>
                  <a:srgbClr val="000000"/>
                </a:solidFill>
                <a:latin typeface="Cambria" panose="02040503050406030204" pitchFamily="18" charset="0"/>
              </a:rPr>
              <a:t>Constructors Cannot Return Values</a:t>
            </a:r>
          </a:p>
          <a:p>
            <a:pPr marL="457200" indent="-457200">
              <a:lnSpc>
                <a:spcPct val="90000"/>
              </a:lnSpc>
              <a:defRPr/>
            </a:pPr>
            <a:r>
              <a:rPr lang="en-US" altLang="en-US" sz="2500" dirty="0">
                <a:solidFill>
                  <a:srgbClr val="000000"/>
                </a:solidFill>
                <a:latin typeface="Cambria" panose="02040503050406030204" pitchFamily="18" charset="0"/>
              </a:rPr>
              <a:t>Constructors can specify parameters but not return types.</a:t>
            </a:r>
          </a:p>
          <a:p>
            <a:pPr marL="457200" indent="-457200">
              <a:lnSpc>
                <a:spcPct val="90000"/>
              </a:lnSpc>
              <a:buNone/>
              <a:defRPr/>
            </a:pPr>
            <a:r>
              <a:rPr lang="en-US" altLang="en-US" sz="2500" b="1" i="1" dirty="0">
                <a:solidFill>
                  <a:srgbClr val="000000"/>
                </a:solidFill>
                <a:latin typeface="Cambria" panose="02040503050406030204" pitchFamily="18" charset="0"/>
              </a:rPr>
              <a:t>Default Constructor</a:t>
            </a:r>
          </a:p>
          <a:p>
            <a:pPr marL="457200" indent="-457200">
              <a:lnSpc>
                <a:spcPct val="90000"/>
              </a:lnSpc>
              <a:defRPr/>
            </a:pPr>
            <a:r>
              <a:rPr lang="en-US" altLang="en-US" sz="2500" dirty="0">
                <a:solidFill>
                  <a:srgbClr val="000000"/>
                </a:solidFill>
                <a:latin typeface="Cambria" panose="02040503050406030204" pitchFamily="18" charset="0"/>
              </a:rPr>
              <a:t>If a class does not define constructors, the compiler provides a default constructor with no parameters, and the class’s instance variables are initialized to their default values. </a:t>
            </a:r>
          </a:p>
          <a:p>
            <a:pPr marL="136525" indent="0">
              <a:lnSpc>
                <a:spcPct val="90000"/>
              </a:lnSpc>
              <a:buNone/>
              <a:defRPr/>
            </a:pPr>
            <a:r>
              <a:rPr lang="en-US" altLang="en-US" sz="2500" b="1" i="1" dirty="0">
                <a:solidFill>
                  <a:srgbClr val="000000"/>
                </a:solidFill>
                <a:latin typeface="Cambria" panose="02040503050406030204" pitchFamily="18" charset="0"/>
              </a:rPr>
              <a:t>There’s No Default Constructor in a Class That Declares a Constructor</a:t>
            </a:r>
          </a:p>
          <a:p>
            <a:pPr marL="457200" indent="-457200">
              <a:lnSpc>
                <a:spcPct val="90000"/>
              </a:lnSpc>
              <a:defRPr/>
            </a:pPr>
            <a:r>
              <a:rPr lang="en-US" altLang="en-US" sz="2500" dirty="0">
                <a:solidFill>
                  <a:srgbClr val="000000"/>
                </a:solidFill>
                <a:latin typeface="Cambria" panose="02040503050406030204" pitchFamily="18" charset="0"/>
              </a:rPr>
              <a:t>If you declare a constructor for a class, the compiler will </a:t>
            </a:r>
            <a:r>
              <a:rPr lang="en-US" altLang="en-US" sz="2500" i="1" dirty="0">
                <a:solidFill>
                  <a:srgbClr val="000000"/>
                </a:solidFill>
                <a:latin typeface="Cambria" panose="02040503050406030204" pitchFamily="18" charset="0"/>
              </a:rPr>
              <a:t>not</a:t>
            </a:r>
            <a:r>
              <a:rPr lang="en-US" altLang="en-US" sz="2500" dirty="0">
                <a:solidFill>
                  <a:srgbClr val="000000"/>
                </a:solidFill>
                <a:latin typeface="Cambria" panose="02040503050406030204" pitchFamily="18" charset="0"/>
              </a:rPr>
              <a:t> create a </a:t>
            </a:r>
            <a:r>
              <a:rPr lang="en-US" altLang="en-US" sz="2500" i="1" dirty="0">
                <a:solidFill>
                  <a:srgbClr val="000000"/>
                </a:solidFill>
                <a:latin typeface="Cambria" panose="02040503050406030204" pitchFamily="18" charset="0"/>
              </a:rPr>
              <a:t>default constructor</a:t>
            </a:r>
            <a:r>
              <a:rPr lang="en-US" altLang="en-US" sz="2500" dirty="0">
                <a:solidFill>
                  <a:srgbClr val="000000"/>
                </a:solidFill>
                <a:latin typeface="Cambria" panose="02040503050406030204" pitchFamily="18" charset="0"/>
              </a:rPr>
              <a:t> for that class.</a:t>
            </a:r>
          </a:p>
        </p:txBody>
      </p:sp>
      <p:sp>
        <p:nvSpPr>
          <p:cNvPr id="4" name="Footer Placeholder 3">
            <a:extLst>
              <a:ext uri="{FF2B5EF4-FFF2-40B4-BE49-F238E27FC236}">
                <a16:creationId xmlns:a16="http://schemas.microsoft.com/office/drawing/2014/main" id="{BCFE9E80-0F17-4445-B65D-2FFE50D751C5}"/>
              </a:ext>
            </a:extLst>
          </p:cNvPr>
          <p:cNvSpPr>
            <a:spLocks noGrp="1"/>
          </p:cNvSpPr>
          <p:nvPr>
            <p:ph type="ftr" sz="quarter" idx="11"/>
          </p:nvPr>
        </p:nvSpPr>
        <p:spPr/>
        <p:txBody>
          <a:bodyPr/>
          <a:lstStyle/>
          <a:p>
            <a:pPr>
              <a:defRPr/>
            </a:pPr>
            <a:r>
              <a:rPr lang="en-US">
                <a:solidFill>
                  <a:prstClr val="black"/>
                </a:solidFill>
              </a:rPr>
              <a:t>© Copyright 1992-2018 by Pearson Education, Inc. All Rights Reserved.</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7_IntroToClasses_Page_24">
            <a:extLst>
              <a:ext uri="{FF2B5EF4-FFF2-40B4-BE49-F238E27FC236}">
                <a16:creationId xmlns:a16="http://schemas.microsoft.com/office/drawing/2014/main" id="{520A655F-556F-4AF1-AAD1-04583157B54B}"/>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1524000" y="1763317"/>
            <a:ext cx="9144000" cy="3331369"/>
          </a:xfrm>
          <a:prstGeom prst="rect">
            <a:avLst/>
          </a:prstGeom>
        </p:spPr>
      </p:pic>
      <p:sp>
        <p:nvSpPr>
          <p:cNvPr id="2" name="Footer Placeholder 1">
            <a:extLst>
              <a:ext uri="{FF2B5EF4-FFF2-40B4-BE49-F238E27FC236}">
                <a16:creationId xmlns:a16="http://schemas.microsoft.com/office/drawing/2014/main" id="{C7985BEF-133B-430C-A62F-BB243F63F6C3}"/>
              </a:ext>
            </a:extLst>
          </p:cNvPr>
          <p:cNvSpPr>
            <a:spLocks noGrp="1"/>
          </p:cNvSpPr>
          <p:nvPr>
            <p:ph type="ftr" sz="quarter" idx="11"/>
          </p:nvPr>
        </p:nvSpPr>
        <p:spPr/>
        <p:txBody>
          <a:bodyPr/>
          <a:lstStyle/>
          <a:p>
            <a:pPr>
              <a:defRPr/>
            </a:pPr>
            <a:r>
              <a:rPr lang="en-US">
                <a:solidFill>
                  <a:prstClr val="black"/>
                </a:solidFill>
              </a:rPr>
              <a:t>© Copyright 1992-2018 by Pearson Education, Inc. All Rights Reserved.</a:t>
            </a:r>
          </a:p>
        </p:txBody>
      </p:sp>
    </p:spTree>
    <p:extLst>
      <p:ext uri="{BB962C8B-B14F-4D97-AF65-F5344CB8AC3E}">
        <p14:creationId xmlns:p14="http://schemas.microsoft.com/office/powerpoint/2010/main" val="407144634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6E0C7-0D46-42D5-9336-CB00F706EF0C}"/>
              </a:ext>
            </a:extLst>
          </p:cNvPr>
          <p:cNvSpPr>
            <a:spLocks noGrp="1"/>
          </p:cNvSpPr>
          <p:nvPr>
            <p:ph type="title"/>
          </p:nvPr>
        </p:nvSpPr>
        <p:spPr/>
        <p:txBody>
          <a:bodyPr>
            <a:normAutofit fontScale="90000"/>
          </a:bodyPr>
          <a:lstStyle/>
          <a:p>
            <a:pPr fontAlgn="auto">
              <a:spcAft>
                <a:spcPts val="0"/>
              </a:spcAft>
              <a:defRPr/>
            </a:pPr>
            <a:r>
              <a:rPr lang="en-US" dirty="0">
                <a:solidFill>
                  <a:srgbClr val="24B5A1"/>
                </a:solidFill>
                <a:latin typeface="Calibri" panose="020F0502020204030204" pitchFamily="34" charset="0"/>
              </a:rPr>
              <a:t>8.4  </a:t>
            </a:r>
            <a:r>
              <a:rPr lang="en-US" dirty="0">
                <a:solidFill>
                  <a:srgbClr val="3380E6"/>
                </a:solidFill>
                <a:latin typeface="Calibri" panose="020F0502020204030204" pitchFamily="34" charset="0"/>
              </a:rPr>
              <a:t>Referring to the Current Object’s Members with the </a:t>
            </a:r>
            <a:r>
              <a:rPr lang="en-US" dirty="0">
                <a:solidFill>
                  <a:srgbClr val="3380E6"/>
                </a:solidFill>
                <a:latin typeface="Consolas" panose="020B0609020204030204" pitchFamily="49" charset="0"/>
              </a:rPr>
              <a:t>this</a:t>
            </a:r>
            <a:r>
              <a:rPr lang="en-US" dirty="0">
                <a:solidFill>
                  <a:srgbClr val="3380E6"/>
                </a:solidFill>
                <a:latin typeface="Calibri" panose="020F0502020204030204" pitchFamily="34" charset="0"/>
              </a:rPr>
              <a:t> Reference</a:t>
            </a:r>
          </a:p>
        </p:txBody>
      </p:sp>
      <p:sp>
        <p:nvSpPr>
          <p:cNvPr id="33795" name="Text Placeholder 2">
            <a:extLst>
              <a:ext uri="{FF2B5EF4-FFF2-40B4-BE49-F238E27FC236}">
                <a16:creationId xmlns:a16="http://schemas.microsoft.com/office/drawing/2014/main" id="{F33B8FC9-9059-4A83-931B-3C96733316F1}"/>
              </a:ext>
            </a:extLst>
          </p:cNvPr>
          <p:cNvSpPr>
            <a:spLocks noGrp="1"/>
          </p:cNvSpPr>
          <p:nvPr>
            <p:ph type="body" idx="1"/>
          </p:nvPr>
        </p:nvSpPr>
        <p:spPr/>
        <p:txBody>
          <a:bodyPr/>
          <a:lstStyle/>
          <a:p>
            <a:pPr eaLnBrk="1" hangingPunct="1">
              <a:lnSpc>
                <a:spcPct val="90000"/>
              </a:lnSpc>
            </a:pPr>
            <a:r>
              <a:rPr lang="en-US" altLang="en-US" dirty="0">
                <a:solidFill>
                  <a:srgbClr val="000000"/>
                </a:solidFill>
              </a:rPr>
              <a:t>Every object can access a reference to itself with keyword </a:t>
            </a:r>
            <a:r>
              <a:rPr lang="en-US" altLang="en-US" dirty="0">
                <a:solidFill>
                  <a:srgbClr val="0000FF"/>
                </a:solidFill>
                <a:latin typeface="Consolas" panose="020B0609020204030204" pitchFamily="49" charset="0"/>
              </a:rPr>
              <a:t>this</a:t>
            </a:r>
            <a:r>
              <a:rPr lang="en-US" altLang="en-US" dirty="0">
                <a:solidFill>
                  <a:srgbClr val="000000"/>
                </a:solidFill>
              </a:rPr>
              <a:t>.</a:t>
            </a:r>
          </a:p>
          <a:p>
            <a:pPr eaLnBrk="1" hangingPunct="1">
              <a:lnSpc>
                <a:spcPct val="90000"/>
              </a:lnSpc>
            </a:pPr>
            <a:r>
              <a:rPr lang="en-US" altLang="en-US" dirty="0">
                <a:solidFill>
                  <a:srgbClr val="000000"/>
                </a:solidFill>
              </a:rPr>
              <a:t>When an instance method is called for a particular object, the method’s body </a:t>
            </a:r>
            <a:r>
              <a:rPr lang="en-US" altLang="en-US" i="1" dirty="0">
                <a:solidFill>
                  <a:srgbClr val="000000"/>
                </a:solidFill>
              </a:rPr>
              <a:t>implicitly</a:t>
            </a:r>
            <a:r>
              <a:rPr lang="en-US" altLang="en-US" dirty="0">
                <a:solidFill>
                  <a:srgbClr val="000000"/>
                </a:solidFill>
              </a:rPr>
              <a:t> uses keyword </a:t>
            </a:r>
            <a:r>
              <a:rPr lang="en-US" altLang="en-US" dirty="0">
                <a:solidFill>
                  <a:srgbClr val="000000"/>
                </a:solidFill>
                <a:latin typeface="Consolas" panose="020B0609020204030204" pitchFamily="49" charset="0"/>
              </a:rPr>
              <a:t>this</a:t>
            </a:r>
            <a:r>
              <a:rPr lang="en-US" altLang="en-US" dirty="0">
                <a:solidFill>
                  <a:srgbClr val="000000"/>
                </a:solidFill>
              </a:rPr>
              <a:t> to refer to the object’s instance variables and other methods. </a:t>
            </a:r>
          </a:p>
          <a:p>
            <a:pPr lvl="1" eaLnBrk="1" hangingPunct="1">
              <a:lnSpc>
                <a:spcPct val="90000"/>
              </a:lnSpc>
            </a:pPr>
            <a:r>
              <a:rPr lang="en-US" altLang="en-US" dirty="0">
                <a:solidFill>
                  <a:srgbClr val="000000"/>
                </a:solidFill>
              </a:rPr>
              <a:t>Enables the class’s code to know which object should be manipulated. </a:t>
            </a:r>
          </a:p>
          <a:p>
            <a:pPr lvl="1" eaLnBrk="1" hangingPunct="1">
              <a:lnSpc>
                <a:spcPct val="90000"/>
              </a:lnSpc>
            </a:pPr>
            <a:r>
              <a:rPr lang="en-US" altLang="en-US" dirty="0">
                <a:solidFill>
                  <a:srgbClr val="000000"/>
                </a:solidFill>
              </a:rPr>
              <a:t>Can also use keyword </a:t>
            </a:r>
            <a:r>
              <a:rPr lang="en-US" altLang="en-US" dirty="0">
                <a:solidFill>
                  <a:srgbClr val="000000"/>
                </a:solidFill>
                <a:latin typeface="Consolas" panose="020B0609020204030204" pitchFamily="49" charset="0"/>
              </a:rPr>
              <a:t>this</a:t>
            </a:r>
            <a:r>
              <a:rPr lang="en-US" altLang="en-US" dirty="0">
                <a:solidFill>
                  <a:srgbClr val="000000"/>
                </a:solidFill>
              </a:rPr>
              <a:t> </a:t>
            </a:r>
            <a:r>
              <a:rPr lang="en-US" altLang="en-US" i="1" dirty="0">
                <a:solidFill>
                  <a:srgbClr val="000000"/>
                </a:solidFill>
              </a:rPr>
              <a:t>explicitly</a:t>
            </a:r>
            <a:r>
              <a:rPr lang="en-US" altLang="en-US" dirty="0">
                <a:solidFill>
                  <a:srgbClr val="000000"/>
                </a:solidFill>
              </a:rPr>
              <a:t> in an instance method’s body. </a:t>
            </a:r>
          </a:p>
          <a:p>
            <a:pPr eaLnBrk="1" hangingPunct="1">
              <a:lnSpc>
                <a:spcPct val="90000"/>
              </a:lnSpc>
            </a:pPr>
            <a:r>
              <a:rPr lang="en-US" altLang="en-US" dirty="0">
                <a:solidFill>
                  <a:srgbClr val="000000"/>
                </a:solidFill>
              </a:rPr>
              <a:t>Can use the </a:t>
            </a:r>
            <a:r>
              <a:rPr lang="en-US" altLang="en-US" dirty="0">
                <a:solidFill>
                  <a:srgbClr val="000000"/>
                </a:solidFill>
                <a:latin typeface="Consolas" panose="020B0609020204030204" pitchFamily="49" charset="0"/>
              </a:rPr>
              <a:t>this</a:t>
            </a:r>
            <a:r>
              <a:rPr lang="en-US" altLang="en-US" dirty="0">
                <a:solidFill>
                  <a:srgbClr val="000000"/>
                </a:solidFill>
              </a:rPr>
              <a:t> reference implicitly and explicitly.</a:t>
            </a:r>
          </a:p>
        </p:txBody>
      </p:sp>
    </p:spTree>
    <p:extLst>
      <p:ext uri="{BB962C8B-B14F-4D97-AF65-F5344CB8AC3E}">
        <p14:creationId xmlns:p14="http://schemas.microsoft.com/office/powerpoint/2010/main" val="113620295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C3F376-4E67-4783-A605-A51183909C72}"/>
              </a:ext>
            </a:extLst>
          </p:cNvPr>
          <p:cNvSpPr>
            <a:spLocks noGrp="1"/>
          </p:cNvSpPr>
          <p:nvPr>
            <p:ph type="title"/>
          </p:nvPr>
        </p:nvSpPr>
        <p:spPr/>
        <p:txBody>
          <a:bodyPr>
            <a:normAutofit fontScale="90000"/>
          </a:bodyPr>
          <a:lstStyle/>
          <a:p>
            <a:pPr fontAlgn="auto">
              <a:spcAft>
                <a:spcPts val="0"/>
              </a:spcAft>
              <a:defRPr/>
            </a:pPr>
            <a:r>
              <a:rPr lang="en-US" dirty="0">
                <a:solidFill>
                  <a:srgbClr val="24B5A1"/>
                </a:solidFill>
                <a:latin typeface="Calibri" panose="020F0502020204030204" pitchFamily="34" charset="0"/>
              </a:rPr>
              <a:t>8.4  </a:t>
            </a:r>
            <a:r>
              <a:rPr lang="en-US" dirty="0">
                <a:solidFill>
                  <a:srgbClr val="3380E6"/>
                </a:solidFill>
                <a:latin typeface="Calibri" panose="020F0502020204030204" pitchFamily="34" charset="0"/>
              </a:rPr>
              <a:t>Referring to the Current Object’s Members with the </a:t>
            </a:r>
            <a:r>
              <a:rPr lang="en-US" dirty="0">
                <a:solidFill>
                  <a:srgbClr val="3380E6"/>
                </a:solidFill>
                <a:latin typeface="Consolas" panose="020B0609020204030204" pitchFamily="49" charset="0"/>
              </a:rPr>
              <a:t>this</a:t>
            </a:r>
            <a:r>
              <a:rPr lang="en-US" dirty="0">
                <a:solidFill>
                  <a:srgbClr val="3380E6"/>
                </a:solidFill>
                <a:latin typeface="Calibri" panose="020F0502020204030204" pitchFamily="34" charset="0"/>
              </a:rPr>
              <a:t> Reference (Cont.)</a:t>
            </a:r>
          </a:p>
        </p:txBody>
      </p:sp>
      <p:sp>
        <p:nvSpPr>
          <p:cNvPr id="34819" name="Text Placeholder 2">
            <a:extLst>
              <a:ext uri="{FF2B5EF4-FFF2-40B4-BE49-F238E27FC236}">
                <a16:creationId xmlns:a16="http://schemas.microsoft.com/office/drawing/2014/main" id="{5900120A-0FA3-4C8C-A1CD-D76519A87448}"/>
              </a:ext>
            </a:extLst>
          </p:cNvPr>
          <p:cNvSpPr>
            <a:spLocks noGrp="1"/>
          </p:cNvSpPr>
          <p:nvPr>
            <p:ph type="body" idx="1"/>
          </p:nvPr>
        </p:nvSpPr>
        <p:spPr/>
        <p:txBody>
          <a:bodyPr/>
          <a:lstStyle/>
          <a:p>
            <a:pPr eaLnBrk="1" hangingPunct="1"/>
            <a:r>
              <a:rPr lang="en-US" altLang="en-US" dirty="0">
                <a:solidFill>
                  <a:srgbClr val="000000"/>
                </a:solidFill>
              </a:rPr>
              <a:t>When you compile a </a:t>
            </a:r>
            <a:r>
              <a:rPr lang="en-US" altLang="en-US" dirty="0">
                <a:solidFill>
                  <a:srgbClr val="000000"/>
                </a:solidFill>
                <a:latin typeface="Consolas" panose="020B0609020204030204" pitchFamily="49" charset="0"/>
              </a:rPr>
              <a:t>.java</a:t>
            </a:r>
            <a:r>
              <a:rPr lang="en-US" altLang="en-US" dirty="0">
                <a:solidFill>
                  <a:srgbClr val="000000"/>
                </a:solidFill>
              </a:rPr>
              <a:t> file containing more than one class, the compiler produces a separate class file with the </a:t>
            </a:r>
            <a:r>
              <a:rPr lang="en-US" altLang="en-US" dirty="0">
                <a:solidFill>
                  <a:srgbClr val="000000"/>
                </a:solidFill>
                <a:latin typeface="Consolas" panose="020B0609020204030204" pitchFamily="49" charset="0"/>
              </a:rPr>
              <a:t>.class</a:t>
            </a:r>
            <a:r>
              <a:rPr lang="en-US" altLang="en-US" dirty="0">
                <a:solidFill>
                  <a:srgbClr val="000000"/>
                </a:solidFill>
              </a:rPr>
              <a:t> extension for every compiled class. </a:t>
            </a:r>
          </a:p>
          <a:p>
            <a:pPr eaLnBrk="1" hangingPunct="1"/>
            <a:r>
              <a:rPr lang="en-US" altLang="en-US" dirty="0">
                <a:solidFill>
                  <a:srgbClr val="000000"/>
                </a:solidFill>
              </a:rPr>
              <a:t>When one source-code (</a:t>
            </a:r>
            <a:r>
              <a:rPr lang="en-US" altLang="en-US" dirty="0">
                <a:solidFill>
                  <a:srgbClr val="000000"/>
                </a:solidFill>
                <a:latin typeface="Consolas" panose="020B0609020204030204" pitchFamily="49" charset="0"/>
              </a:rPr>
              <a:t>.java</a:t>
            </a:r>
            <a:r>
              <a:rPr lang="en-US" altLang="en-US" dirty="0">
                <a:solidFill>
                  <a:srgbClr val="000000"/>
                </a:solidFill>
              </a:rPr>
              <a:t>) file contains multiple class declarations, the compiler places both class files for those classes in the same directory. </a:t>
            </a:r>
          </a:p>
          <a:p>
            <a:pPr eaLnBrk="1" hangingPunct="1"/>
            <a:r>
              <a:rPr lang="en-US" altLang="en-US" b="1" dirty="0">
                <a:solidFill>
                  <a:srgbClr val="000000"/>
                </a:solidFill>
              </a:rPr>
              <a:t>A source-code file can contain only </a:t>
            </a:r>
            <a:r>
              <a:rPr lang="en-US" altLang="en-US" b="1" i="1" dirty="0">
                <a:solidFill>
                  <a:schemeClr val="accent2"/>
                </a:solidFill>
              </a:rPr>
              <a:t>one</a:t>
            </a:r>
            <a:r>
              <a:rPr lang="en-US" altLang="en-US" b="1" dirty="0">
                <a:solidFill>
                  <a:schemeClr val="accent2"/>
                </a:solidFill>
              </a:rPr>
              <a:t> </a:t>
            </a:r>
            <a:r>
              <a:rPr lang="en-US" altLang="en-US" b="1" dirty="0">
                <a:solidFill>
                  <a:schemeClr val="accent2"/>
                </a:solidFill>
                <a:latin typeface="Consolas" panose="020B0609020204030204" pitchFamily="49" charset="0"/>
              </a:rPr>
              <a:t>public</a:t>
            </a:r>
            <a:r>
              <a:rPr lang="en-US" altLang="en-US" b="1" dirty="0">
                <a:solidFill>
                  <a:schemeClr val="accent2"/>
                </a:solidFill>
              </a:rPr>
              <a:t> class</a:t>
            </a:r>
            <a:r>
              <a:rPr lang="en-US" altLang="en-US" b="1" dirty="0">
                <a:solidFill>
                  <a:srgbClr val="000000"/>
                </a:solidFill>
              </a:rPr>
              <a:t>—otherwise, a compilation error occurs. </a:t>
            </a:r>
          </a:p>
          <a:p>
            <a:pPr eaLnBrk="1" hangingPunct="1"/>
            <a:r>
              <a:rPr lang="en-US" altLang="en-US" dirty="0">
                <a:solidFill>
                  <a:srgbClr val="000000"/>
                </a:solidFill>
              </a:rPr>
              <a:t>Non-</a:t>
            </a:r>
            <a:r>
              <a:rPr lang="en-US" altLang="en-US" dirty="0">
                <a:solidFill>
                  <a:srgbClr val="000000"/>
                </a:solidFill>
                <a:latin typeface="Consolas" panose="020B0609020204030204" pitchFamily="49" charset="0"/>
              </a:rPr>
              <a:t>public</a:t>
            </a:r>
            <a:r>
              <a:rPr lang="en-US" altLang="en-US" dirty="0">
                <a:solidFill>
                  <a:srgbClr val="000000"/>
                </a:solidFill>
              </a:rPr>
              <a:t> classes can be used only by other classes in the </a:t>
            </a:r>
            <a:r>
              <a:rPr lang="en-US" altLang="en-US" i="1" dirty="0">
                <a:solidFill>
                  <a:srgbClr val="000000"/>
                </a:solidFill>
              </a:rPr>
              <a:t>same package</a:t>
            </a:r>
            <a:r>
              <a:rPr lang="en-US" altLang="en-US" dirty="0">
                <a:solidFill>
                  <a:srgbClr val="000000"/>
                </a:solidFill>
              </a:rPr>
              <a:t>. </a:t>
            </a:r>
          </a:p>
        </p:txBody>
      </p:sp>
    </p:spTree>
    <p:extLst>
      <p:ext uri="{BB962C8B-B14F-4D97-AF65-F5344CB8AC3E}">
        <p14:creationId xmlns:p14="http://schemas.microsoft.com/office/powerpoint/2010/main" val="101577119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8_OBP_Page_20">
            <a:extLst>
              <a:ext uri="{FF2B5EF4-FFF2-40B4-BE49-F238E27FC236}">
                <a16:creationId xmlns:a16="http://schemas.microsoft.com/office/drawing/2014/main" id="{ACB858B1-C93B-4F7C-8EBD-D923E9A5A1FC}"/>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121185" y="1407538"/>
            <a:ext cx="12192000" cy="4768850"/>
          </a:xfrm>
          <a:prstGeom prst="rect">
            <a:avLst/>
          </a:prstGeom>
        </p:spPr>
      </p:pic>
      <p:sp>
        <p:nvSpPr>
          <p:cNvPr id="5" name="TextBox 4">
            <a:extLst>
              <a:ext uri="{FF2B5EF4-FFF2-40B4-BE49-F238E27FC236}">
                <a16:creationId xmlns:a16="http://schemas.microsoft.com/office/drawing/2014/main" id="{51ED16CD-74EF-4474-BE2E-3E6324C45577}"/>
              </a:ext>
            </a:extLst>
          </p:cNvPr>
          <p:cNvSpPr txBox="1"/>
          <p:nvPr/>
        </p:nvSpPr>
        <p:spPr>
          <a:xfrm>
            <a:off x="3073706" y="681612"/>
            <a:ext cx="6070060" cy="584775"/>
          </a:xfrm>
          <a:prstGeom prst="rect">
            <a:avLst/>
          </a:prstGeom>
          <a:noFill/>
        </p:spPr>
        <p:txBody>
          <a:bodyPr wrap="none" rtlCol="0">
            <a:spAutoFit/>
          </a:bodyPr>
          <a:lstStyle/>
          <a:p>
            <a:r>
              <a:rPr lang="en-US" sz="3200" dirty="0" err="1"/>
              <a:t>SimpleTime</a:t>
            </a:r>
            <a:r>
              <a:rPr lang="en-US" sz="3200" dirty="0"/>
              <a:t> class is in next slide</a:t>
            </a:r>
          </a:p>
        </p:txBody>
      </p:sp>
    </p:spTree>
    <p:extLst>
      <p:ext uri="{BB962C8B-B14F-4D97-AF65-F5344CB8AC3E}">
        <p14:creationId xmlns:p14="http://schemas.microsoft.com/office/powerpoint/2010/main" val="83448369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8_OBP_Page_21">
            <a:extLst>
              <a:ext uri="{FF2B5EF4-FFF2-40B4-BE49-F238E27FC236}">
                <a16:creationId xmlns:a16="http://schemas.microsoft.com/office/drawing/2014/main" id="{F402F84F-706F-4260-A3DE-A86DAED143FB}"/>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405114" y="318293"/>
            <a:ext cx="12192000" cy="6221413"/>
          </a:xfrm>
          <a:prstGeom prst="rect">
            <a:avLst/>
          </a:prstGeom>
        </p:spPr>
      </p:pic>
      <p:sp>
        <p:nvSpPr>
          <p:cNvPr id="4" name="TextBox 3">
            <a:extLst>
              <a:ext uri="{FF2B5EF4-FFF2-40B4-BE49-F238E27FC236}">
                <a16:creationId xmlns:a16="http://schemas.microsoft.com/office/drawing/2014/main" id="{A310DD03-AC44-5418-939E-345DE07119F7}"/>
              </a:ext>
            </a:extLst>
          </p:cNvPr>
          <p:cNvSpPr txBox="1"/>
          <p:nvPr/>
        </p:nvSpPr>
        <p:spPr>
          <a:xfrm>
            <a:off x="9896354" y="1206326"/>
            <a:ext cx="1976377" cy="2751522"/>
          </a:xfrm>
          <a:prstGeom prst="rect">
            <a:avLst/>
          </a:prstGeom>
          <a:noFill/>
        </p:spPr>
        <p:txBody>
          <a:bodyPr wrap="square">
            <a:spAutoFit/>
          </a:bodyPr>
          <a:lstStyle/>
          <a:p>
            <a:pPr eaLnBrk="1" hangingPunct="1">
              <a:lnSpc>
                <a:spcPct val="80000"/>
              </a:lnSpc>
            </a:pPr>
            <a:r>
              <a:rPr lang="en-US" altLang="en-US" sz="1800" b="1" dirty="0">
                <a:solidFill>
                  <a:srgbClr val="000000"/>
                </a:solidFill>
                <a:highlight>
                  <a:srgbClr val="FF0000"/>
                </a:highlight>
              </a:rPr>
              <a:t>If parameter names for the constructor that are </a:t>
            </a:r>
            <a:r>
              <a:rPr lang="en-US" altLang="en-US" sz="1800" b="1" i="1" dirty="0">
                <a:solidFill>
                  <a:srgbClr val="000000"/>
                </a:solidFill>
                <a:highlight>
                  <a:srgbClr val="FF0000"/>
                </a:highlight>
              </a:rPr>
              <a:t>identical</a:t>
            </a:r>
            <a:r>
              <a:rPr lang="en-US" altLang="en-US" sz="1800" b="1" dirty="0">
                <a:solidFill>
                  <a:srgbClr val="000000"/>
                </a:solidFill>
                <a:highlight>
                  <a:srgbClr val="FF0000"/>
                </a:highlight>
              </a:rPr>
              <a:t> to the class’s instance-variable names. </a:t>
            </a:r>
          </a:p>
          <a:p>
            <a:pPr eaLnBrk="1" hangingPunct="1">
              <a:lnSpc>
                <a:spcPct val="80000"/>
              </a:lnSpc>
            </a:pPr>
            <a:r>
              <a:rPr lang="en-US" altLang="en-US" sz="1800" b="1" dirty="0">
                <a:solidFill>
                  <a:srgbClr val="000000"/>
                </a:solidFill>
                <a:highlight>
                  <a:srgbClr val="FF0000"/>
                </a:highlight>
              </a:rPr>
              <a:t>We use the </a:t>
            </a:r>
            <a:r>
              <a:rPr lang="en-US" altLang="en-US" sz="1800" b="1" dirty="0">
                <a:solidFill>
                  <a:srgbClr val="000000"/>
                </a:solidFill>
                <a:highlight>
                  <a:srgbClr val="FF0000"/>
                </a:highlight>
                <a:latin typeface="Consolas" panose="020B0609020204030204" pitchFamily="49" charset="0"/>
              </a:rPr>
              <a:t>this </a:t>
            </a:r>
            <a:r>
              <a:rPr lang="en-US" altLang="en-US" sz="1800" b="1" dirty="0">
                <a:solidFill>
                  <a:srgbClr val="000000"/>
                </a:solidFill>
                <a:highlight>
                  <a:srgbClr val="FF0000"/>
                </a:highlight>
              </a:rPr>
              <a:t>reference to refer to the instance variables.</a:t>
            </a:r>
          </a:p>
        </p:txBody>
      </p:sp>
      <p:sp>
        <p:nvSpPr>
          <p:cNvPr id="5" name="Arrow: Down 4">
            <a:extLst>
              <a:ext uri="{FF2B5EF4-FFF2-40B4-BE49-F238E27FC236}">
                <a16:creationId xmlns:a16="http://schemas.microsoft.com/office/drawing/2014/main" id="{5E31E44E-77C6-E853-6B75-63FD97A24E56}"/>
              </a:ext>
            </a:extLst>
          </p:cNvPr>
          <p:cNvSpPr/>
          <p:nvPr/>
        </p:nvSpPr>
        <p:spPr>
          <a:xfrm rot="3514412">
            <a:off x="9255602" y="3136550"/>
            <a:ext cx="649311" cy="1340104"/>
          </a:xfrm>
          <a:prstGeom prst="downArrow">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3815058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8_OBP_Page_22">
            <a:extLst>
              <a:ext uri="{FF2B5EF4-FFF2-40B4-BE49-F238E27FC236}">
                <a16:creationId xmlns:a16="http://schemas.microsoft.com/office/drawing/2014/main" id="{C9A75678-4B79-4393-BCEE-E4A742DA3548}"/>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603250" y="0"/>
            <a:ext cx="10985500" cy="6858000"/>
          </a:xfrm>
          <a:prstGeom prst="rect">
            <a:avLst/>
          </a:prstGeom>
        </p:spPr>
      </p:pic>
      <p:sp>
        <p:nvSpPr>
          <p:cNvPr id="2" name="Footer Placeholder 1">
            <a:extLst>
              <a:ext uri="{FF2B5EF4-FFF2-40B4-BE49-F238E27FC236}">
                <a16:creationId xmlns:a16="http://schemas.microsoft.com/office/drawing/2014/main" id="{D583D50B-8ECA-4F85-B70F-B22A84C7B83E}"/>
              </a:ext>
            </a:extLst>
          </p:cNvPr>
          <p:cNvSpPr>
            <a:spLocks noGrp="1"/>
          </p:cNvSpPr>
          <p:nvPr>
            <p:ph type="ftr" sz="quarter" idx="4294967295"/>
          </p:nvPr>
        </p:nvSpPr>
        <p:spPr>
          <a:xfrm>
            <a:off x="609600" y="6408739"/>
            <a:ext cx="8365067" cy="365125"/>
          </a:xfrm>
          <a:prstGeom prst="rect">
            <a:avLst/>
          </a:prstGeom>
        </p:spPr>
        <p:txBody>
          <a:bodyPr/>
          <a:lstStyle/>
          <a:p>
            <a:r>
              <a:rPr lang="en-US"/>
              <a:t>© Copyright 1992-2018 by Pearson Education, Inc. All Rights Reserved.</a:t>
            </a:r>
          </a:p>
        </p:txBody>
      </p:sp>
    </p:spTree>
    <p:extLst>
      <p:ext uri="{BB962C8B-B14F-4D97-AF65-F5344CB8AC3E}">
        <p14:creationId xmlns:p14="http://schemas.microsoft.com/office/powerpoint/2010/main" val="70773942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1B8EA0-9450-49EF-868B-7C730DB91841}"/>
              </a:ext>
            </a:extLst>
          </p:cNvPr>
          <p:cNvSpPr>
            <a:spLocks noGrp="1"/>
          </p:cNvSpPr>
          <p:nvPr>
            <p:ph type="title"/>
          </p:nvPr>
        </p:nvSpPr>
        <p:spPr/>
        <p:txBody>
          <a:bodyPr>
            <a:normAutofit fontScale="90000"/>
          </a:bodyPr>
          <a:lstStyle/>
          <a:p>
            <a:pPr fontAlgn="auto">
              <a:spcAft>
                <a:spcPts val="0"/>
              </a:spcAft>
              <a:defRPr/>
            </a:pPr>
            <a:r>
              <a:rPr lang="en-US" dirty="0">
                <a:solidFill>
                  <a:srgbClr val="24B5A1"/>
                </a:solidFill>
                <a:latin typeface="Calibri" panose="020F0502020204030204" pitchFamily="34" charset="0"/>
              </a:rPr>
              <a:t>8.4  </a:t>
            </a:r>
            <a:r>
              <a:rPr lang="en-US" dirty="0">
                <a:solidFill>
                  <a:srgbClr val="3380E6"/>
                </a:solidFill>
                <a:latin typeface="Calibri" panose="020F0502020204030204" pitchFamily="34" charset="0"/>
              </a:rPr>
              <a:t>Referring to the Current Object’s Members with the </a:t>
            </a:r>
            <a:r>
              <a:rPr lang="en-US" dirty="0">
                <a:solidFill>
                  <a:srgbClr val="3380E6"/>
                </a:solidFill>
                <a:latin typeface="Consolas" panose="020B0609020204030204" pitchFamily="49" charset="0"/>
              </a:rPr>
              <a:t>this</a:t>
            </a:r>
            <a:r>
              <a:rPr lang="en-US" dirty="0">
                <a:solidFill>
                  <a:srgbClr val="3380E6"/>
                </a:solidFill>
                <a:latin typeface="Calibri" panose="020F0502020204030204" pitchFamily="34" charset="0"/>
              </a:rPr>
              <a:t> Reference (Cont.)</a:t>
            </a:r>
          </a:p>
        </p:txBody>
      </p:sp>
      <p:sp>
        <p:nvSpPr>
          <p:cNvPr id="38915" name="Text Placeholder 2">
            <a:extLst>
              <a:ext uri="{FF2B5EF4-FFF2-40B4-BE49-F238E27FC236}">
                <a16:creationId xmlns:a16="http://schemas.microsoft.com/office/drawing/2014/main" id="{1762E4E3-D560-4E80-8B8B-8B34D08B0E8D}"/>
              </a:ext>
            </a:extLst>
          </p:cNvPr>
          <p:cNvSpPr>
            <a:spLocks noGrp="1"/>
          </p:cNvSpPr>
          <p:nvPr>
            <p:ph type="body" idx="1"/>
          </p:nvPr>
        </p:nvSpPr>
        <p:spPr/>
        <p:txBody>
          <a:bodyPr/>
          <a:lstStyle/>
          <a:p>
            <a:pPr eaLnBrk="1" hangingPunct="1">
              <a:lnSpc>
                <a:spcPct val="80000"/>
              </a:lnSpc>
            </a:pPr>
            <a:r>
              <a:rPr lang="en-US" altLang="en-US" sz="2500" dirty="0" err="1">
                <a:solidFill>
                  <a:srgbClr val="000000"/>
                </a:solidFill>
                <a:latin typeface="Consolas" panose="020B0609020204030204" pitchFamily="49" charset="0"/>
              </a:rPr>
              <a:t>SimpleTime</a:t>
            </a:r>
            <a:r>
              <a:rPr lang="en-US" altLang="en-US" sz="2500" dirty="0">
                <a:solidFill>
                  <a:srgbClr val="000000"/>
                </a:solidFill>
              </a:rPr>
              <a:t> declares three </a:t>
            </a:r>
            <a:r>
              <a:rPr lang="en-US" altLang="en-US" sz="2500" dirty="0">
                <a:solidFill>
                  <a:srgbClr val="000000"/>
                </a:solidFill>
                <a:latin typeface="Consolas" panose="020B0609020204030204" pitchFamily="49" charset="0"/>
              </a:rPr>
              <a:t>private</a:t>
            </a:r>
            <a:r>
              <a:rPr lang="en-US" altLang="en-US" sz="2500" dirty="0">
                <a:solidFill>
                  <a:srgbClr val="000000"/>
                </a:solidFill>
              </a:rPr>
              <a:t> instance variables—</a:t>
            </a:r>
            <a:r>
              <a:rPr lang="en-US" altLang="en-US" sz="2500" dirty="0">
                <a:solidFill>
                  <a:srgbClr val="000000"/>
                </a:solidFill>
                <a:latin typeface="Consolas" panose="020B0609020204030204" pitchFamily="49" charset="0"/>
              </a:rPr>
              <a:t>hour</a:t>
            </a:r>
            <a:r>
              <a:rPr lang="en-US" altLang="en-US" sz="2500" dirty="0">
                <a:solidFill>
                  <a:srgbClr val="000000"/>
                </a:solidFill>
              </a:rPr>
              <a:t>, </a:t>
            </a:r>
            <a:r>
              <a:rPr lang="en-US" altLang="en-US" sz="2500" dirty="0">
                <a:solidFill>
                  <a:srgbClr val="000000"/>
                </a:solidFill>
                <a:latin typeface="Consolas" panose="020B0609020204030204" pitchFamily="49" charset="0"/>
              </a:rPr>
              <a:t>minute</a:t>
            </a:r>
            <a:r>
              <a:rPr lang="en-US" altLang="en-US" sz="2500" dirty="0">
                <a:solidFill>
                  <a:srgbClr val="000000"/>
                </a:solidFill>
              </a:rPr>
              <a:t> and </a:t>
            </a:r>
            <a:r>
              <a:rPr lang="en-US" altLang="en-US" sz="2500" dirty="0">
                <a:solidFill>
                  <a:srgbClr val="000000"/>
                </a:solidFill>
                <a:latin typeface="Consolas" panose="020B0609020204030204" pitchFamily="49" charset="0"/>
              </a:rPr>
              <a:t>second</a:t>
            </a:r>
            <a:r>
              <a:rPr lang="en-US" altLang="en-US" sz="2500" dirty="0">
                <a:solidFill>
                  <a:srgbClr val="000000"/>
                </a:solidFill>
              </a:rPr>
              <a:t>. </a:t>
            </a:r>
          </a:p>
          <a:p>
            <a:pPr eaLnBrk="1" hangingPunct="1">
              <a:lnSpc>
                <a:spcPct val="80000"/>
              </a:lnSpc>
            </a:pPr>
            <a:r>
              <a:rPr lang="en-US" altLang="en-US" sz="2500" dirty="0">
                <a:solidFill>
                  <a:srgbClr val="000000"/>
                </a:solidFill>
              </a:rPr>
              <a:t>If parameter names for the constructor that are </a:t>
            </a:r>
            <a:r>
              <a:rPr lang="en-US" altLang="en-US" sz="2500" i="1" dirty="0">
                <a:solidFill>
                  <a:srgbClr val="000000"/>
                </a:solidFill>
              </a:rPr>
              <a:t>identical</a:t>
            </a:r>
            <a:r>
              <a:rPr lang="en-US" altLang="en-US" sz="2500" dirty="0">
                <a:solidFill>
                  <a:srgbClr val="000000"/>
                </a:solidFill>
              </a:rPr>
              <a:t> to the class’s instance-variable names. </a:t>
            </a:r>
          </a:p>
          <a:p>
            <a:pPr eaLnBrk="1" hangingPunct="1">
              <a:lnSpc>
                <a:spcPct val="80000"/>
              </a:lnSpc>
            </a:pPr>
            <a:r>
              <a:rPr lang="en-US" altLang="en-US" sz="2500" dirty="0">
                <a:solidFill>
                  <a:srgbClr val="000000"/>
                </a:solidFill>
              </a:rPr>
              <a:t>We use the </a:t>
            </a:r>
            <a:r>
              <a:rPr lang="en-US" altLang="en-US" sz="2500" dirty="0">
                <a:solidFill>
                  <a:srgbClr val="000000"/>
                </a:solidFill>
                <a:latin typeface="Consolas" panose="020B0609020204030204" pitchFamily="49" charset="0"/>
              </a:rPr>
              <a:t>this </a:t>
            </a:r>
            <a:r>
              <a:rPr lang="en-US" altLang="en-US" sz="2500" dirty="0">
                <a:solidFill>
                  <a:srgbClr val="000000"/>
                </a:solidFill>
              </a:rPr>
              <a:t>reference to refer to the instance variables.</a:t>
            </a:r>
          </a:p>
          <a:p>
            <a:pPr eaLnBrk="1" hangingPunct="1">
              <a:lnSpc>
                <a:spcPct val="80000"/>
              </a:lnSpc>
            </a:pPr>
            <a:endParaRPr lang="en-US" altLang="en-US" sz="2500" dirty="0">
              <a:solidFill>
                <a:srgbClr val="000000"/>
              </a:solidFill>
            </a:endParaRPr>
          </a:p>
        </p:txBody>
      </p:sp>
    </p:spTree>
    <p:extLst>
      <p:ext uri="{BB962C8B-B14F-4D97-AF65-F5344CB8AC3E}">
        <p14:creationId xmlns:p14="http://schemas.microsoft.com/office/powerpoint/2010/main" val="82729672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8_OBP_Page_23">
            <a:extLst>
              <a:ext uri="{FF2B5EF4-FFF2-40B4-BE49-F238E27FC236}">
                <a16:creationId xmlns:a16="http://schemas.microsoft.com/office/drawing/2014/main" id="{7EF6BE3D-3CE6-430A-A832-9D511DE8AD14}"/>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1763713"/>
            <a:ext cx="12192000" cy="3330575"/>
          </a:xfrm>
          <a:prstGeom prst="rect">
            <a:avLst/>
          </a:prstGeom>
        </p:spPr>
      </p:pic>
      <p:sp>
        <p:nvSpPr>
          <p:cNvPr id="2" name="Footer Placeholder 1">
            <a:extLst>
              <a:ext uri="{FF2B5EF4-FFF2-40B4-BE49-F238E27FC236}">
                <a16:creationId xmlns:a16="http://schemas.microsoft.com/office/drawing/2014/main" id="{83447DFC-8301-470C-B294-2FB764876FD9}"/>
              </a:ext>
            </a:extLst>
          </p:cNvPr>
          <p:cNvSpPr>
            <a:spLocks noGrp="1"/>
          </p:cNvSpPr>
          <p:nvPr>
            <p:ph type="ftr" sz="quarter" idx="4294967295"/>
          </p:nvPr>
        </p:nvSpPr>
        <p:spPr>
          <a:xfrm>
            <a:off x="609600" y="6408739"/>
            <a:ext cx="8365067" cy="365125"/>
          </a:xfrm>
          <a:prstGeom prst="rect">
            <a:avLst/>
          </a:prstGeom>
        </p:spPr>
        <p:txBody>
          <a:bodyPr/>
          <a:lstStyle/>
          <a:p>
            <a:r>
              <a:rPr lang="en-US"/>
              <a:t>© Copyright 1992-2018 by Pearson Education, Inc. All Rights Reserved.</a:t>
            </a:r>
          </a:p>
        </p:txBody>
      </p:sp>
    </p:spTree>
    <p:extLst>
      <p:ext uri="{BB962C8B-B14F-4D97-AF65-F5344CB8AC3E}">
        <p14:creationId xmlns:p14="http://schemas.microsoft.com/office/powerpoint/2010/main" val="170456095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Picture 2" descr="jhtp_08_OBP_Page_24">
            <a:extLst>
              <a:ext uri="{FF2B5EF4-FFF2-40B4-BE49-F238E27FC236}">
                <a16:creationId xmlns:a16="http://schemas.microsoft.com/office/drawing/2014/main" id="{6A398BC7-7C52-46C5-A064-7FD3B737DC55}"/>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933450"/>
            <a:ext cx="12192000" cy="4991100"/>
          </a:xfrm>
          <a:prstGeom prst="rect">
            <a:avLst/>
          </a:prstGeom>
        </p:spPr>
      </p:pic>
      <p:sp>
        <p:nvSpPr>
          <p:cNvPr id="2" name="Footer Placeholder 1">
            <a:extLst>
              <a:ext uri="{FF2B5EF4-FFF2-40B4-BE49-F238E27FC236}">
                <a16:creationId xmlns:a16="http://schemas.microsoft.com/office/drawing/2014/main" id="{1DB31283-AE15-4334-B010-D45ADB5D78F7}"/>
              </a:ext>
            </a:extLst>
          </p:cNvPr>
          <p:cNvSpPr>
            <a:spLocks noGrp="1"/>
          </p:cNvSpPr>
          <p:nvPr>
            <p:ph type="ftr" sz="quarter" idx="4294967295"/>
          </p:nvPr>
        </p:nvSpPr>
        <p:spPr>
          <a:xfrm>
            <a:off x="609600" y="6408739"/>
            <a:ext cx="8365067" cy="365125"/>
          </a:xfrm>
          <a:prstGeom prst="rect">
            <a:avLst/>
          </a:prstGeom>
        </p:spPr>
        <p:txBody>
          <a:bodyPr/>
          <a:lstStyle/>
          <a:p>
            <a:r>
              <a:rPr lang="en-US"/>
              <a:t>© Copyright 1992-2018 by Pearson Education, Inc. All Rights Reserved.</a:t>
            </a:r>
          </a:p>
        </p:txBody>
      </p:sp>
    </p:spTree>
    <p:extLst>
      <p:ext uri="{BB962C8B-B14F-4D97-AF65-F5344CB8AC3E}">
        <p14:creationId xmlns:p14="http://schemas.microsoft.com/office/powerpoint/2010/main" val="321313498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41D350-B631-467C-9282-415860AFC0FA}"/>
              </a:ext>
            </a:extLst>
          </p:cNvPr>
          <p:cNvSpPr>
            <a:spLocks noGrp="1"/>
          </p:cNvSpPr>
          <p:nvPr>
            <p:ph type="title"/>
          </p:nvPr>
        </p:nvSpPr>
        <p:spPr/>
        <p:txBody>
          <a:bodyPr>
            <a:normAutofit/>
          </a:bodyPr>
          <a:lstStyle/>
          <a:p>
            <a:pPr fontAlgn="auto">
              <a:spcAft>
                <a:spcPts val="0"/>
              </a:spcAft>
              <a:defRPr/>
            </a:pPr>
            <a:r>
              <a:rPr lang="en-US" dirty="0">
                <a:solidFill>
                  <a:srgbClr val="24B5A1"/>
                </a:solidFill>
                <a:latin typeface="Calibri" panose="020F0502020204030204" pitchFamily="34" charset="0"/>
              </a:rPr>
              <a:t>8.5  </a:t>
            </a:r>
            <a:r>
              <a:rPr lang="en-US" dirty="0">
                <a:solidFill>
                  <a:srgbClr val="3380E6"/>
                </a:solidFill>
                <a:latin typeface="Consolas" panose="020B0609020204030204" pitchFamily="49" charset="0"/>
              </a:rPr>
              <a:t>Time</a:t>
            </a:r>
            <a:r>
              <a:rPr lang="en-US" dirty="0">
                <a:solidFill>
                  <a:srgbClr val="3380E6"/>
                </a:solidFill>
                <a:latin typeface="Calibri" panose="020F0502020204030204" pitchFamily="34" charset="0"/>
              </a:rPr>
              <a:t> Class Case Study: Overloaded Constructors </a:t>
            </a:r>
          </a:p>
        </p:txBody>
      </p:sp>
      <p:sp>
        <p:nvSpPr>
          <p:cNvPr id="41987" name="Text Placeholder 2">
            <a:extLst>
              <a:ext uri="{FF2B5EF4-FFF2-40B4-BE49-F238E27FC236}">
                <a16:creationId xmlns:a16="http://schemas.microsoft.com/office/drawing/2014/main" id="{D9F4BB69-49E8-475B-BB54-07D1D33128DF}"/>
              </a:ext>
            </a:extLst>
          </p:cNvPr>
          <p:cNvSpPr>
            <a:spLocks noGrp="1"/>
          </p:cNvSpPr>
          <p:nvPr>
            <p:ph type="body" idx="1"/>
          </p:nvPr>
        </p:nvSpPr>
        <p:spPr/>
        <p:txBody>
          <a:bodyPr/>
          <a:lstStyle/>
          <a:p>
            <a:pPr eaLnBrk="1" hangingPunct="1"/>
            <a:r>
              <a:rPr lang="en-US" altLang="en-US" dirty="0">
                <a:solidFill>
                  <a:srgbClr val="0000FF"/>
                </a:solidFill>
              </a:rPr>
              <a:t>Overloaded constructors</a:t>
            </a:r>
            <a:r>
              <a:rPr lang="en-US" altLang="en-US" dirty="0">
                <a:solidFill>
                  <a:srgbClr val="000000"/>
                </a:solidFill>
              </a:rPr>
              <a:t> enable objects of a class to be initialized in different ways. </a:t>
            </a:r>
          </a:p>
          <a:p>
            <a:pPr eaLnBrk="1" hangingPunct="1"/>
            <a:r>
              <a:rPr lang="en-US" altLang="en-US" dirty="0">
                <a:solidFill>
                  <a:srgbClr val="000000"/>
                </a:solidFill>
              </a:rPr>
              <a:t>To overload constructors, simply provide multiple constructor declarations with different signatures. </a:t>
            </a:r>
          </a:p>
          <a:p>
            <a:pPr eaLnBrk="1" hangingPunct="1"/>
            <a:r>
              <a:rPr lang="en-US" altLang="en-US" dirty="0">
                <a:solidFill>
                  <a:srgbClr val="000000"/>
                </a:solidFill>
              </a:rPr>
              <a:t>Recall that the compiler differentiates signatures by the </a:t>
            </a:r>
            <a:r>
              <a:rPr lang="en-US" altLang="en-US" i="1" dirty="0">
                <a:solidFill>
                  <a:srgbClr val="000000"/>
                </a:solidFill>
              </a:rPr>
              <a:t>number </a:t>
            </a:r>
            <a:r>
              <a:rPr lang="en-US" altLang="en-US" dirty="0">
                <a:solidFill>
                  <a:srgbClr val="000000"/>
                </a:solidFill>
              </a:rPr>
              <a:t>of parameters, the</a:t>
            </a:r>
            <a:r>
              <a:rPr lang="en-US" altLang="en-US" i="1" dirty="0">
                <a:solidFill>
                  <a:srgbClr val="000000"/>
                </a:solidFill>
              </a:rPr>
              <a:t> types </a:t>
            </a:r>
            <a:r>
              <a:rPr lang="en-US" altLang="en-US" dirty="0">
                <a:solidFill>
                  <a:srgbClr val="000000"/>
                </a:solidFill>
              </a:rPr>
              <a:t>of the parameters and the </a:t>
            </a:r>
            <a:r>
              <a:rPr lang="en-US" altLang="en-US" i="1" dirty="0">
                <a:solidFill>
                  <a:srgbClr val="000000"/>
                </a:solidFill>
              </a:rPr>
              <a:t>order </a:t>
            </a:r>
            <a:r>
              <a:rPr lang="en-US" altLang="en-US" dirty="0">
                <a:solidFill>
                  <a:srgbClr val="000000"/>
                </a:solidFill>
              </a:rPr>
              <a:t>of the parameter types in each signature.</a:t>
            </a:r>
          </a:p>
        </p:txBody>
      </p:sp>
    </p:spTree>
    <p:extLst>
      <p:ext uri="{BB962C8B-B14F-4D97-AF65-F5344CB8AC3E}">
        <p14:creationId xmlns:p14="http://schemas.microsoft.com/office/powerpoint/2010/main" val="215313611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245C75-E761-4FBE-8CD8-40CFFFBCC5AC}"/>
              </a:ext>
            </a:extLst>
          </p:cNvPr>
          <p:cNvSpPr>
            <a:spLocks noGrp="1"/>
          </p:cNvSpPr>
          <p:nvPr>
            <p:ph type="title"/>
          </p:nvPr>
        </p:nvSpPr>
        <p:spPr/>
        <p:txBody>
          <a:bodyPr>
            <a:normAutofit fontScale="90000"/>
          </a:bodyPr>
          <a:lstStyle/>
          <a:p>
            <a:pPr fontAlgn="auto">
              <a:spcAft>
                <a:spcPts val="0"/>
              </a:spcAft>
              <a:defRPr/>
            </a:pPr>
            <a:r>
              <a:rPr lang="en-US" dirty="0">
                <a:solidFill>
                  <a:srgbClr val="24B5A1"/>
                </a:solidFill>
                <a:latin typeface="Calibri" panose="020F0502020204030204" pitchFamily="34" charset="0"/>
              </a:rPr>
              <a:t>8.5  </a:t>
            </a:r>
            <a:r>
              <a:rPr lang="en-US" dirty="0">
                <a:solidFill>
                  <a:srgbClr val="3380E6"/>
                </a:solidFill>
                <a:latin typeface="Consolas" panose="020B0609020204030204" pitchFamily="49" charset="0"/>
              </a:rPr>
              <a:t>Time</a:t>
            </a:r>
            <a:r>
              <a:rPr lang="en-US" dirty="0">
                <a:solidFill>
                  <a:srgbClr val="3380E6"/>
                </a:solidFill>
                <a:latin typeface="Calibri" panose="020F0502020204030204" pitchFamily="34" charset="0"/>
              </a:rPr>
              <a:t> Class Case Study: Overloaded Constructors (Cont.)</a:t>
            </a:r>
          </a:p>
        </p:txBody>
      </p:sp>
      <p:sp>
        <p:nvSpPr>
          <p:cNvPr id="43011" name="Text Placeholder 2">
            <a:extLst>
              <a:ext uri="{FF2B5EF4-FFF2-40B4-BE49-F238E27FC236}">
                <a16:creationId xmlns:a16="http://schemas.microsoft.com/office/drawing/2014/main" id="{0ECB5187-84AF-46C0-89EF-EFCF6EEB3485}"/>
              </a:ext>
            </a:extLst>
          </p:cNvPr>
          <p:cNvSpPr>
            <a:spLocks noGrp="1"/>
          </p:cNvSpPr>
          <p:nvPr>
            <p:ph type="body" idx="1"/>
          </p:nvPr>
        </p:nvSpPr>
        <p:spPr/>
        <p:txBody>
          <a:bodyPr/>
          <a:lstStyle/>
          <a:p>
            <a:pPr eaLnBrk="1" hangingPunct="1"/>
            <a:r>
              <a:rPr lang="en-US" altLang="en-US" dirty="0">
                <a:solidFill>
                  <a:srgbClr val="000000"/>
                </a:solidFill>
              </a:rPr>
              <a:t>Class </a:t>
            </a:r>
            <a:r>
              <a:rPr lang="en-US" altLang="en-US" dirty="0">
                <a:solidFill>
                  <a:srgbClr val="000000"/>
                </a:solidFill>
                <a:latin typeface="Consolas" panose="020B0609020204030204" pitchFamily="49" charset="0"/>
              </a:rPr>
              <a:t>Time2</a:t>
            </a:r>
            <a:r>
              <a:rPr lang="en-US" altLang="en-US" dirty="0">
                <a:solidFill>
                  <a:srgbClr val="000000"/>
                </a:solidFill>
              </a:rPr>
              <a:t> (Fig. 8.5) contains five overloaded constructors that provide convenient ways to initialize objects. </a:t>
            </a:r>
          </a:p>
          <a:p>
            <a:pPr eaLnBrk="1" hangingPunct="1"/>
            <a:r>
              <a:rPr lang="en-US" altLang="en-US" dirty="0">
                <a:solidFill>
                  <a:srgbClr val="000000"/>
                </a:solidFill>
              </a:rPr>
              <a:t>The compiler invokes the appropriate constructor by matching the number, types and order of the types of the arguments specified in the constructor call with the number, types and order of the types of the parameters specified in each constructor declaration. </a:t>
            </a:r>
          </a:p>
          <a:p>
            <a:pPr eaLnBrk="1" hangingPunct="1"/>
            <a:endParaRPr lang="en-US" altLang="en-US" dirty="0">
              <a:solidFill>
                <a:srgbClr val="000000"/>
              </a:solidFill>
            </a:endParaRPr>
          </a:p>
        </p:txBody>
      </p:sp>
    </p:spTree>
    <p:extLst>
      <p:ext uri="{BB962C8B-B14F-4D97-AF65-F5344CB8AC3E}">
        <p14:creationId xmlns:p14="http://schemas.microsoft.com/office/powerpoint/2010/main" val="126689668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245C75-E761-4FBE-8CD8-40CFFFBCC5AC}"/>
              </a:ext>
            </a:extLst>
          </p:cNvPr>
          <p:cNvSpPr>
            <a:spLocks noGrp="1"/>
          </p:cNvSpPr>
          <p:nvPr>
            <p:ph type="title"/>
          </p:nvPr>
        </p:nvSpPr>
        <p:spPr/>
        <p:txBody>
          <a:bodyPr>
            <a:normAutofit fontScale="90000"/>
          </a:bodyPr>
          <a:lstStyle/>
          <a:p>
            <a:pPr fontAlgn="auto">
              <a:spcAft>
                <a:spcPts val="0"/>
              </a:spcAft>
              <a:defRPr/>
            </a:pPr>
            <a:r>
              <a:rPr lang="en-US" dirty="0">
                <a:solidFill>
                  <a:srgbClr val="24B5A1"/>
                </a:solidFill>
                <a:latin typeface="Calibri" panose="020F0502020204030204" pitchFamily="34" charset="0"/>
              </a:rPr>
              <a:t>8.5  </a:t>
            </a:r>
            <a:r>
              <a:rPr lang="en-US" dirty="0">
                <a:solidFill>
                  <a:srgbClr val="3380E6"/>
                </a:solidFill>
                <a:latin typeface="Consolas" panose="020B0609020204030204" pitchFamily="49" charset="0"/>
              </a:rPr>
              <a:t>Time</a:t>
            </a:r>
            <a:r>
              <a:rPr lang="en-US" dirty="0">
                <a:solidFill>
                  <a:srgbClr val="3380E6"/>
                </a:solidFill>
                <a:latin typeface="Calibri" panose="020F0502020204030204" pitchFamily="34" charset="0"/>
              </a:rPr>
              <a:t> Class Case Study: Overloaded Constructors (Cont.)</a:t>
            </a:r>
          </a:p>
        </p:txBody>
      </p:sp>
      <p:sp>
        <p:nvSpPr>
          <p:cNvPr id="43011" name="Text Placeholder 2">
            <a:extLst>
              <a:ext uri="{FF2B5EF4-FFF2-40B4-BE49-F238E27FC236}">
                <a16:creationId xmlns:a16="http://schemas.microsoft.com/office/drawing/2014/main" id="{0ECB5187-84AF-46C0-89EF-EFCF6EEB3485}"/>
              </a:ext>
            </a:extLst>
          </p:cNvPr>
          <p:cNvSpPr>
            <a:spLocks noGrp="1"/>
          </p:cNvSpPr>
          <p:nvPr>
            <p:ph type="body" idx="1"/>
          </p:nvPr>
        </p:nvSpPr>
        <p:spPr/>
        <p:txBody>
          <a:bodyPr/>
          <a:lstStyle/>
          <a:p>
            <a:r>
              <a:rPr lang="en-US" dirty="0"/>
              <a:t>Using </a:t>
            </a:r>
            <a:r>
              <a:rPr lang="en-US" dirty="0">
                <a:latin typeface="Consolas" panose="020B0609020204030204" pitchFamily="49" charset="0"/>
              </a:rPr>
              <a:t>this</a:t>
            </a:r>
            <a:r>
              <a:rPr lang="en-US" dirty="0"/>
              <a:t> as shown here is a popular way to </a:t>
            </a:r>
            <a:r>
              <a:rPr lang="en-US" i="1" dirty="0"/>
              <a:t>reuse</a:t>
            </a:r>
            <a:r>
              <a:rPr lang="en-US" dirty="0"/>
              <a:t> initialization code provided by another of the class’s constructors </a:t>
            </a:r>
          </a:p>
          <a:p>
            <a:r>
              <a:rPr lang="en-US" dirty="0"/>
              <a:t>A constructor that calls another constructor in this manner is known as a </a:t>
            </a:r>
            <a:r>
              <a:rPr lang="en-US" b="1" dirty="0"/>
              <a:t>delegating constructor</a:t>
            </a:r>
          </a:p>
          <a:p>
            <a:r>
              <a:rPr lang="en-US" dirty="0"/>
              <a:t>Makes the class easier to maintain and modify</a:t>
            </a:r>
          </a:p>
          <a:p>
            <a:pPr lvl="1"/>
            <a:r>
              <a:rPr lang="en-US" dirty="0"/>
              <a:t>If we need to change how objects of class </a:t>
            </a:r>
            <a:r>
              <a:rPr lang="en-US" dirty="0">
                <a:latin typeface="Consolas" panose="020B0609020204030204" pitchFamily="49" charset="0"/>
              </a:rPr>
              <a:t>Time2</a:t>
            </a:r>
            <a:r>
              <a:rPr lang="en-US" dirty="0"/>
              <a:t> are initialized, only the constructor that the class’s other constructors call will need to be modified</a:t>
            </a:r>
          </a:p>
          <a:p>
            <a:pPr eaLnBrk="1" hangingPunct="1"/>
            <a:endParaRPr lang="en-US" altLang="en-US" dirty="0">
              <a:solidFill>
                <a:srgbClr val="000000"/>
              </a:solidFill>
            </a:endParaRPr>
          </a:p>
        </p:txBody>
      </p:sp>
      <p:sp>
        <p:nvSpPr>
          <p:cNvPr id="4" name="Footer Placeholder 3">
            <a:extLst>
              <a:ext uri="{FF2B5EF4-FFF2-40B4-BE49-F238E27FC236}">
                <a16:creationId xmlns:a16="http://schemas.microsoft.com/office/drawing/2014/main" id="{B59F35E0-5494-4005-9CED-AB1940D25820}"/>
              </a:ext>
            </a:extLst>
          </p:cNvPr>
          <p:cNvSpPr>
            <a:spLocks noGrp="1"/>
          </p:cNvSpPr>
          <p:nvPr>
            <p:ph type="ftr" sz="quarter" idx="4294967295"/>
          </p:nvPr>
        </p:nvSpPr>
        <p:spPr>
          <a:xfrm>
            <a:off x="4488296" y="6408739"/>
            <a:ext cx="7044267" cy="365125"/>
          </a:xfrm>
          <a:prstGeom prst="rect">
            <a:avLst/>
          </a:prstGeom>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67737891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8_OBP_Page_25">
            <a:extLst>
              <a:ext uri="{FF2B5EF4-FFF2-40B4-BE49-F238E27FC236}">
                <a16:creationId xmlns:a16="http://schemas.microsoft.com/office/drawing/2014/main" id="{7C72E6A9-6684-4A30-8CCC-196691E2F03C}"/>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1362075" y="0"/>
            <a:ext cx="9466263" cy="6858000"/>
          </a:xfrm>
          <a:prstGeom prst="rect">
            <a:avLst/>
          </a:prstGeom>
        </p:spPr>
      </p:pic>
      <p:sp>
        <p:nvSpPr>
          <p:cNvPr id="2" name="Footer Placeholder 1">
            <a:extLst>
              <a:ext uri="{FF2B5EF4-FFF2-40B4-BE49-F238E27FC236}">
                <a16:creationId xmlns:a16="http://schemas.microsoft.com/office/drawing/2014/main" id="{8F69963A-A4A7-46DD-9467-6DFBBF801B59}"/>
              </a:ext>
            </a:extLst>
          </p:cNvPr>
          <p:cNvSpPr>
            <a:spLocks noGrp="1"/>
          </p:cNvSpPr>
          <p:nvPr>
            <p:ph type="ftr" sz="quarter" idx="4294967295"/>
          </p:nvPr>
        </p:nvSpPr>
        <p:spPr>
          <a:xfrm>
            <a:off x="609600" y="6408739"/>
            <a:ext cx="8365067" cy="365125"/>
          </a:xfrm>
          <a:prstGeom prst="rect">
            <a:avLst/>
          </a:prstGeom>
        </p:spPr>
        <p:txBody>
          <a:bodyPr/>
          <a:lstStyle/>
          <a:p>
            <a:r>
              <a:rPr lang="en-US"/>
              <a:t>© Copyright 1992-2018 by Pearson Education, Inc. All Rights Reserved.</a:t>
            </a:r>
          </a:p>
        </p:txBody>
      </p:sp>
    </p:spTree>
    <p:extLst>
      <p:ext uri="{BB962C8B-B14F-4D97-AF65-F5344CB8AC3E}">
        <p14:creationId xmlns:p14="http://schemas.microsoft.com/office/powerpoint/2010/main" val="360104485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8_OBP_Page_26">
            <a:extLst>
              <a:ext uri="{FF2B5EF4-FFF2-40B4-BE49-F238E27FC236}">
                <a16:creationId xmlns:a16="http://schemas.microsoft.com/office/drawing/2014/main" id="{B6F09BD8-A784-4909-9B10-7E7F43A82C2D}"/>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1362075" y="0"/>
            <a:ext cx="9466263" cy="6858000"/>
          </a:xfrm>
          <a:prstGeom prst="rect">
            <a:avLst/>
          </a:prstGeom>
        </p:spPr>
      </p:pic>
      <p:sp>
        <p:nvSpPr>
          <p:cNvPr id="2" name="Footer Placeholder 1">
            <a:extLst>
              <a:ext uri="{FF2B5EF4-FFF2-40B4-BE49-F238E27FC236}">
                <a16:creationId xmlns:a16="http://schemas.microsoft.com/office/drawing/2014/main" id="{F355C034-1F8A-453E-9973-FFEF21887140}"/>
              </a:ext>
            </a:extLst>
          </p:cNvPr>
          <p:cNvSpPr>
            <a:spLocks noGrp="1"/>
          </p:cNvSpPr>
          <p:nvPr>
            <p:ph type="ftr" sz="quarter" idx="4294967295"/>
          </p:nvPr>
        </p:nvSpPr>
        <p:spPr>
          <a:xfrm>
            <a:off x="609600" y="6408739"/>
            <a:ext cx="8365067" cy="365125"/>
          </a:xfrm>
          <a:prstGeom prst="rect">
            <a:avLst/>
          </a:prstGeom>
        </p:spPr>
        <p:txBody>
          <a:bodyPr/>
          <a:lstStyle/>
          <a:p>
            <a:r>
              <a:rPr lang="en-US"/>
              <a:t>© Copyright 1992-2018 by Pearson Education, Inc. All Rights Reserved.</a:t>
            </a:r>
          </a:p>
        </p:txBody>
      </p:sp>
    </p:spTree>
    <p:extLst>
      <p:ext uri="{BB962C8B-B14F-4D97-AF65-F5344CB8AC3E}">
        <p14:creationId xmlns:p14="http://schemas.microsoft.com/office/powerpoint/2010/main" val="48991257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8_OBP_Page_27">
            <a:extLst>
              <a:ext uri="{FF2B5EF4-FFF2-40B4-BE49-F238E27FC236}">
                <a16:creationId xmlns:a16="http://schemas.microsoft.com/office/drawing/2014/main" id="{9E047A41-1A64-482B-B704-22D12A0B186C}"/>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844550" y="0"/>
            <a:ext cx="10502900" cy="6858000"/>
          </a:xfrm>
          <a:prstGeom prst="rect">
            <a:avLst/>
          </a:prstGeom>
        </p:spPr>
      </p:pic>
      <p:sp>
        <p:nvSpPr>
          <p:cNvPr id="2" name="Footer Placeholder 1">
            <a:extLst>
              <a:ext uri="{FF2B5EF4-FFF2-40B4-BE49-F238E27FC236}">
                <a16:creationId xmlns:a16="http://schemas.microsoft.com/office/drawing/2014/main" id="{BBE6E0BF-CBF0-4BA8-B111-A2FD48B7855B}"/>
              </a:ext>
            </a:extLst>
          </p:cNvPr>
          <p:cNvSpPr>
            <a:spLocks noGrp="1"/>
          </p:cNvSpPr>
          <p:nvPr>
            <p:ph type="ftr" sz="quarter" idx="4294967295"/>
          </p:nvPr>
        </p:nvSpPr>
        <p:spPr>
          <a:xfrm>
            <a:off x="609600" y="6408739"/>
            <a:ext cx="8365067" cy="365125"/>
          </a:xfrm>
          <a:prstGeom prst="rect">
            <a:avLst/>
          </a:prstGeom>
        </p:spPr>
        <p:txBody>
          <a:bodyPr/>
          <a:lstStyle/>
          <a:p>
            <a:r>
              <a:rPr lang="en-US"/>
              <a:t>© Copyright 1992-2018 by Pearson Education, Inc. All Rights Reserved.</a:t>
            </a:r>
          </a:p>
        </p:txBody>
      </p:sp>
    </p:spTree>
    <p:extLst>
      <p:ext uri="{BB962C8B-B14F-4D97-AF65-F5344CB8AC3E}">
        <p14:creationId xmlns:p14="http://schemas.microsoft.com/office/powerpoint/2010/main" val="360792106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8_OBP_Page_28">
            <a:extLst>
              <a:ext uri="{FF2B5EF4-FFF2-40B4-BE49-F238E27FC236}">
                <a16:creationId xmlns:a16="http://schemas.microsoft.com/office/drawing/2014/main" id="{57CF420F-975F-469D-AA93-3761940BCA9B}"/>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431800" y="0"/>
            <a:ext cx="11328400" cy="6858000"/>
          </a:xfrm>
          <a:prstGeom prst="rect">
            <a:avLst/>
          </a:prstGeom>
        </p:spPr>
      </p:pic>
      <p:sp>
        <p:nvSpPr>
          <p:cNvPr id="2" name="Footer Placeholder 1">
            <a:extLst>
              <a:ext uri="{FF2B5EF4-FFF2-40B4-BE49-F238E27FC236}">
                <a16:creationId xmlns:a16="http://schemas.microsoft.com/office/drawing/2014/main" id="{EF14AFFF-D090-45E9-8702-56D7DF631BF0}"/>
              </a:ext>
            </a:extLst>
          </p:cNvPr>
          <p:cNvSpPr>
            <a:spLocks noGrp="1"/>
          </p:cNvSpPr>
          <p:nvPr>
            <p:ph type="ftr" sz="quarter" idx="4294967295"/>
          </p:nvPr>
        </p:nvSpPr>
        <p:spPr>
          <a:xfrm>
            <a:off x="609600" y="6408739"/>
            <a:ext cx="8365067" cy="365125"/>
          </a:xfrm>
          <a:prstGeom prst="rect">
            <a:avLst/>
          </a:prstGeom>
        </p:spPr>
        <p:txBody>
          <a:bodyPr/>
          <a:lstStyle/>
          <a:p>
            <a:r>
              <a:rPr lang="en-US"/>
              <a:t>© Copyright 1992-2018 by Pearson Education, Inc. All Rights Reserved.</a:t>
            </a:r>
          </a:p>
        </p:txBody>
      </p:sp>
    </p:spTree>
    <p:extLst>
      <p:ext uri="{BB962C8B-B14F-4D97-AF65-F5344CB8AC3E}">
        <p14:creationId xmlns:p14="http://schemas.microsoft.com/office/powerpoint/2010/main" val="309061000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8_OBP_Page_29">
            <a:extLst>
              <a:ext uri="{FF2B5EF4-FFF2-40B4-BE49-F238E27FC236}">
                <a16:creationId xmlns:a16="http://schemas.microsoft.com/office/drawing/2014/main" id="{F4112186-C17A-4D75-A58E-97F25939DD88}"/>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201613" y="0"/>
            <a:ext cx="11787187" cy="6858000"/>
          </a:xfrm>
          <a:prstGeom prst="rect">
            <a:avLst/>
          </a:prstGeom>
        </p:spPr>
      </p:pic>
      <p:sp>
        <p:nvSpPr>
          <p:cNvPr id="2" name="Footer Placeholder 1">
            <a:extLst>
              <a:ext uri="{FF2B5EF4-FFF2-40B4-BE49-F238E27FC236}">
                <a16:creationId xmlns:a16="http://schemas.microsoft.com/office/drawing/2014/main" id="{8A283878-2243-4493-978B-D89CA3CB0B35}"/>
              </a:ext>
            </a:extLst>
          </p:cNvPr>
          <p:cNvSpPr>
            <a:spLocks noGrp="1"/>
          </p:cNvSpPr>
          <p:nvPr>
            <p:ph type="ftr" sz="quarter" idx="4294967295"/>
          </p:nvPr>
        </p:nvSpPr>
        <p:spPr>
          <a:xfrm>
            <a:off x="609600" y="6408739"/>
            <a:ext cx="8365067" cy="365125"/>
          </a:xfrm>
          <a:prstGeom prst="rect">
            <a:avLst/>
          </a:prstGeom>
        </p:spPr>
        <p:txBody>
          <a:bodyPr/>
          <a:lstStyle/>
          <a:p>
            <a:r>
              <a:rPr lang="en-US"/>
              <a:t>© Copyright 1992-2018 by Pearson Education, Inc. All Rights Reserved.</a:t>
            </a:r>
          </a:p>
        </p:txBody>
      </p:sp>
    </p:spTree>
    <p:extLst>
      <p:ext uri="{BB962C8B-B14F-4D97-AF65-F5344CB8AC3E}">
        <p14:creationId xmlns:p14="http://schemas.microsoft.com/office/powerpoint/2010/main" val="341004345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8_OBP_Page_30">
            <a:extLst>
              <a:ext uri="{FF2B5EF4-FFF2-40B4-BE49-F238E27FC236}">
                <a16:creationId xmlns:a16="http://schemas.microsoft.com/office/drawing/2014/main" id="{688452B8-BD8E-48E3-A912-91F562DE2F5B}"/>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461963"/>
            <a:ext cx="12192000" cy="5934075"/>
          </a:xfrm>
          <a:prstGeom prst="rect">
            <a:avLst/>
          </a:prstGeom>
        </p:spPr>
      </p:pic>
      <p:sp>
        <p:nvSpPr>
          <p:cNvPr id="2" name="Footer Placeholder 1">
            <a:extLst>
              <a:ext uri="{FF2B5EF4-FFF2-40B4-BE49-F238E27FC236}">
                <a16:creationId xmlns:a16="http://schemas.microsoft.com/office/drawing/2014/main" id="{1E04F0BD-C803-4CE3-A023-AF6DE6E0FDB8}"/>
              </a:ext>
            </a:extLst>
          </p:cNvPr>
          <p:cNvSpPr>
            <a:spLocks noGrp="1"/>
          </p:cNvSpPr>
          <p:nvPr>
            <p:ph type="ftr" sz="quarter" idx="4294967295"/>
          </p:nvPr>
        </p:nvSpPr>
        <p:spPr>
          <a:xfrm>
            <a:off x="609600" y="6408739"/>
            <a:ext cx="8365067" cy="365125"/>
          </a:xfrm>
          <a:prstGeom prst="rect">
            <a:avLst/>
          </a:prstGeom>
        </p:spPr>
        <p:txBody>
          <a:bodyPr/>
          <a:lstStyle/>
          <a:p>
            <a:r>
              <a:rPr lang="en-US"/>
              <a:t>© Copyright 1992-2018 by Pearson Education, Inc. All Rights Reserved.</a:t>
            </a:r>
          </a:p>
        </p:txBody>
      </p:sp>
    </p:spTree>
    <p:extLst>
      <p:ext uri="{BB962C8B-B14F-4D97-AF65-F5344CB8AC3E}">
        <p14:creationId xmlns:p14="http://schemas.microsoft.com/office/powerpoint/2010/main" val="360900636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8_OBP_Page_31">
            <a:extLst>
              <a:ext uri="{FF2B5EF4-FFF2-40B4-BE49-F238E27FC236}">
                <a16:creationId xmlns:a16="http://schemas.microsoft.com/office/drawing/2014/main" id="{CC86CFAF-6454-4E65-B098-091E88ED4C7D}"/>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1423988"/>
            <a:ext cx="12192000" cy="4008437"/>
          </a:xfrm>
          <a:prstGeom prst="rect">
            <a:avLst/>
          </a:prstGeom>
        </p:spPr>
      </p:pic>
      <p:sp>
        <p:nvSpPr>
          <p:cNvPr id="2" name="Footer Placeholder 1">
            <a:extLst>
              <a:ext uri="{FF2B5EF4-FFF2-40B4-BE49-F238E27FC236}">
                <a16:creationId xmlns:a16="http://schemas.microsoft.com/office/drawing/2014/main" id="{CB6FE895-E03C-47A5-9BB2-D59F662C97C4}"/>
              </a:ext>
            </a:extLst>
          </p:cNvPr>
          <p:cNvSpPr>
            <a:spLocks noGrp="1"/>
          </p:cNvSpPr>
          <p:nvPr>
            <p:ph type="ftr" sz="quarter" idx="4294967295"/>
          </p:nvPr>
        </p:nvSpPr>
        <p:spPr>
          <a:xfrm>
            <a:off x="609600" y="6408739"/>
            <a:ext cx="8365067" cy="365125"/>
          </a:xfrm>
          <a:prstGeom prst="rect">
            <a:avLst/>
          </a:prstGeom>
        </p:spPr>
        <p:txBody>
          <a:bodyPr/>
          <a:lstStyle/>
          <a:p>
            <a:r>
              <a:rPr lang="en-US"/>
              <a:t>© Copyright 1992-2018 by Pearson Education, Inc. All Rights Reserved.</a:t>
            </a:r>
          </a:p>
        </p:txBody>
      </p:sp>
    </p:spTree>
    <p:extLst>
      <p:ext uri="{BB962C8B-B14F-4D97-AF65-F5344CB8AC3E}">
        <p14:creationId xmlns:p14="http://schemas.microsoft.com/office/powerpoint/2010/main" val="345497514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Picture 2" descr="jhtp_08_OBP_Page_32">
            <a:extLst>
              <a:ext uri="{FF2B5EF4-FFF2-40B4-BE49-F238E27FC236}">
                <a16:creationId xmlns:a16="http://schemas.microsoft.com/office/drawing/2014/main" id="{294E99E3-9CFF-485F-A44C-559D5D9FC453}"/>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1514475"/>
            <a:ext cx="12192000" cy="3827463"/>
          </a:xfrm>
          <a:prstGeom prst="rect">
            <a:avLst/>
          </a:prstGeom>
        </p:spPr>
      </p:pic>
      <p:sp>
        <p:nvSpPr>
          <p:cNvPr id="2" name="Footer Placeholder 1">
            <a:extLst>
              <a:ext uri="{FF2B5EF4-FFF2-40B4-BE49-F238E27FC236}">
                <a16:creationId xmlns:a16="http://schemas.microsoft.com/office/drawing/2014/main" id="{AD1696C2-9F79-46F3-83F4-F93ED3CE8BC5}"/>
              </a:ext>
            </a:extLst>
          </p:cNvPr>
          <p:cNvSpPr>
            <a:spLocks noGrp="1"/>
          </p:cNvSpPr>
          <p:nvPr>
            <p:ph type="ftr" sz="quarter" idx="4294967295"/>
          </p:nvPr>
        </p:nvSpPr>
        <p:spPr>
          <a:xfrm>
            <a:off x="609600" y="6408739"/>
            <a:ext cx="8365067" cy="365125"/>
          </a:xfrm>
          <a:prstGeom prst="rect">
            <a:avLst/>
          </a:prstGeom>
        </p:spPr>
        <p:txBody>
          <a:bodyPr/>
          <a:lstStyle/>
          <a:p>
            <a:r>
              <a:rPr lang="en-US"/>
              <a:t>© Copyright 1992-2018 by Pearson Education, Inc. All Rights Reserved.</a:t>
            </a:r>
          </a:p>
        </p:txBody>
      </p:sp>
    </p:spTree>
    <p:extLst>
      <p:ext uri="{BB962C8B-B14F-4D97-AF65-F5344CB8AC3E}">
        <p14:creationId xmlns:p14="http://schemas.microsoft.com/office/powerpoint/2010/main" val="382226159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8_OBP_Page_33">
            <a:extLst>
              <a:ext uri="{FF2B5EF4-FFF2-40B4-BE49-F238E27FC236}">
                <a16:creationId xmlns:a16="http://schemas.microsoft.com/office/drawing/2014/main" id="{B74C20FB-DF91-4C43-B2B7-69129110274A}"/>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28575"/>
            <a:ext cx="12192000" cy="6800850"/>
          </a:xfrm>
          <a:prstGeom prst="rect">
            <a:avLst/>
          </a:prstGeom>
        </p:spPr>
      </p:pic>
      <p:sp>
        <p:nvSpPr>
          <p:cNvPr id="2" name="Footer Placeholder 1">
            <a:extLst>
              <a:ext uri="{FF2B5EF4-FFF2-40B4-BE49-F238E27FC236}">
                <a16:creationId xmlns:a16="http://schemas.microsoft.com/office/drawing/2014/main" id="{22619587-59FB-4DD4-908C-0D594A5CBCF7}"/>
              </a:ext>
            </a:extLst>
          </p:cNvPr>
          <p:cNvSpPr>
            <a:spLocks noGrp="1"/>
          </p:cNvSpPr>
          <p:nvPr>
            <p:ph type="ftr" sz="quarter" idx="4294967295"/>
          </p:nvPr>
        </p:nvSpPr>
        <p:spPr>
          <a:xfrm>
            <a:off x="609600" y="6408739"/>
            <a:ext cx="8365067" cy="365125"/>
          </a:xfrm>
          <a:prstGeom prst="rect">
            <a:avLst/>
          </a:prstGeom>
        </p:spPr>
        <p:txBody>
          <a:bodyPr/>
          <a:lstStyle/>
          <a:p>
            <a:r>
              <a:rPr lang="en-US"/>
              <a:t>© Copyright 1992-2018 by Pearson Education, Inc. All Rights Reserved.</a:t>
            </a:r>
          </a:p>
        </p:txBody>
      </p:sp>
    </p:spTree>
    <p:extLst>
      <p:ext uri="{BB962C8B-B14F-4D97-AF65-F5344CB8AC3E}">
        <p14:creationId xmlns:p14="http://schemas.microsoft.com/office/powerpoint/2010/main" val="148884891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8_OBP_Page_34">
            <a:extLst>
              <a:ext uri="{FF2B5EF4-FFF2-40B4-BE49-F238E27FC236}">
                <a16:creationId xmlns:a16="http://schemas.microsoft.com/office/drawing/2014/main" id="{94D08499-5926-4663-A56F-B7DD37604972}"/>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28575"/>
            <a:ext cx="12192000" cy="6800850"/>
          </a:xfrm>
          <a:prstGeom prst="rect">
            <a:avLst/>
          </a:prstGeom>
        </p:spPr>
      </p:pic>
      <p:sp>
        <p:nvSpPr>
          <p:cNvPr id="2" name="Footer Placeholder 1">
            <a:extLst>
              <a:ext uri="{FF2B5EF4-FFF2-40B4-BE49-F238E27FC236}">
                <a16:creationId xmlns:a16="http://schemas.microsoft.com/office/drawing/2014/main" id="{00698535-276A-4368-9E02-AACE72D8ACA1}"/>
              </a:ext>
            </a:extLst>
          </p:cNvPr>
          <p:cNvSpPr>
            <a:spLocks noGrp="1"/>
          </p:cNvSpPr>
          <p:nvPr>
            <p:ph type="ftr" sz="quarter" idx="4294967295"/>
          </p:nvPr>
        </p:nvSpPr>
        <p:spPr>
          <a:xfrm>
            <a:off x="609600" y="6408739"/>
            <a:ext cx="8365067" cy="365125"/>
          </a:xfrm>
          <a:prstGeom prst="rect">
            <a:avLst/>
          </a:prstGeom>
        </p:spPr>
        <p:txBody>
          <a:bodyPr/>
          <a:lstStyle/>
          <a:p>
            <a:r>
              <a:rPr lang="en-US"/>
              <a:t>© Copyright 1992-2018 by Pearson Education, Inc. All Rights Reserved.</a:t>
            </a:r>
          </a:p>
        </p:txBody>
      </p:sp>
    </p:spTree>
    <p:extLst>
      <p:ext uri="{BB962C8B-B14F-4D97-AF65-F5344CB8AC3E}">
        <p14:creationId xmlns:p14="http://schemas.microsoft.com/office/powerpoint/2010/main" val="282274688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8_OBP_Page_35">
            <a:extLst>
              <a:ext uri="{FF2B5EF4-FFF2-40B4-BE49-F238E27FC236}">
                <a16:creationId xmlns:a16="http://schemas.microsoft.com/office/drawing/2014/main" id="{2FAB97D5-28A3-4767-AD57-6FF965C060F5}"/>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111125" y="0"/>
            <a:ext cx="11969750" cy="6858000"/>
          </a:xfrm>
          <a:prstGeom prst="rect">
            <a:avLst/>
          </a:prstGeom>
        </p:spPr>
      </p:pic>
      <p:sp>
        <p:nvSpPr>
          <p:cNvPr id="2" name="Footer Placeholder 1">
            <a:extLst>
              <a:ext uri="{FF2B5EF4-FFF2-40B4-BE49-F238E27FC236}">
                <a16:creationId xmlns:a16="http://schemas.microsoft.com/office/drawing/2014/main" id="{39D79EB9-72BB-4144-9C5E-274E32B83406}"/>
              </a:ext>
            </a:extLst>
          </p:cNvPr>
          <p:cNvSpPr>
            <a:spLocks noGrp="1"/>
          </p:cNvSpPr>
          <p:nvPr>
            <p:ph type="ftr" sz="quarter" idx="4294967295"/>
          </p:nvPr>
        </p:nvSpPr>
        <p:spPr>
          <a:xfrm>
            <a:off x="609600" y="6408739"/>
            <a:ext cx="8365067" cy="365125"/>
          </a:xfrm>
          <a:prstGeom prst="rect">
            <a:avLst/>
          </a:prstGeom>
        </p:spPr>
        <p:txBody>
          <a:bodyPr/>
          <a:lstStyle/>
          <a:p>
            <a:r>
              <a:rPr lang="en-US"/>
              <a:t>© Copyright 1992-2018 by Pearson Education, Inc. All Rights Reserved.</a:t>
            </a:r>
          </a:p>
        </p:txBody>
      </p:sp>
    </p:spTree>
    <p:extLst>
      <p:ext uri="{BB962C8B-B14F-4D97-AF65-F5344CB8AC3E}">
        <p14:creationId xmlns:p14="http://schemas.microsoft.com/office/powerpoint/2010/main" val="122360529"/>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E89972-B5F1-47E2-AA96-C7B7ED7E5CAF}"/>
              </a:ext>
            </a:extLst>
          </p:cNvPr>
          <p:cNvSpPr>
            <a:spLocks noGrp="1"/>
          </p:cNvSpPr>
          <p:nvPr>
            <p:ph type="title"/>
          </p:nvPr>
        </p:nvSpPr>
        <p:spPr/>
        <p:txBody>
          <a:bodyPr>
            <a:normAutofit fontScale="90000"/>
          </a:bodyPr>
          <a:lstStyle/>
          <a:p>
            <a:pPr fontAlgn="auto">
              <a:spcAft>
                <a:spcPts val="0"/>
              </a:spcAft>
              <a:defRPr/>
            </a:pPr>
            <a:r>
              <a:rPr lang="en-US" dirty="0">
                <a:solidFill>
                  <a:srgbClr val="24B5A1"/>
                </a:solidFill>
                <a:latin typeface="Calibri" panose="020F0502020204030204" pitchFamily="34" charset="0"/>
              </a:rPr>
              <a:t>8.5  </a:t>
            </a:r>
            <a:r>
              <a:rPr lang="en-US" dirty="0">
                <a:solidFill>
                  <a:srgbClr val="3380E6"/>
                </a:solidFill>
                <a:latin typeface="Consolas" panose="020B0609020204030204" pitchFamily="49" charset="0"/>
              </a:rPr>
              <a:t>Time</a:t>
            </a:r>
            <a:r>
              <a:rPr lang="en-US" dirty="0">
                <a:solidFill>
                  <a:srgbClr val="3380E6"/>
                </a:solidFill>
                <a:latin typeface="Calibri" panose="020F0502020204030204" pitchFamily="34" charset="0"/>
              </a:rPr>
              <a:t> Class Case Study: Overloaded Constructors (Cont.)</a:t>
            </a:r>
          </a:p>
        </p:txBody>
      </p:sp>
      <p:sp>
        <p:nvSpPr>
          <p:cNvPr id="55299" name="Text Placeholder 2">
            <a:extLst>
              <a:ext uri="{FF2B5EF4-FFF2-40B4-BE49-F238E27FC236}">
                <a16:creationId xmlns:a16="http://schemas.microsoft.com/office/drawing/2014/main" id="{743F6E73-25A3-4FE7-B2D3-6AECF9D028D8}"/>
              </a:ext>
            </a:extLst>
          </p:cNvPr>
          <p:cNvSpPr>
            <a:spLocks noGrp="1"/>
          </p:cNvSpPr>
          <p:nvPr>
            <p:ph type="body" idx="1"/>
          </p:nvPr>
        </p:nvSpPr>
        <p:spPr/>
        <p:txBody>
          <a:bodyPr/>
          <a:lstStyle/>
          <a:p>
            <a:pPr eaLnBrk="1" hangingPunct="1">
              <a:lnSpc>
                <a:spcPct val="90000"/>
              </a:lnSpc>
            </a:pPr>
            <a:r>
              <a:rPr lang="en-US" altLang="en-US" sz="2500" dirty="0">
                <a:solidFill>
                  <a:srgbClr val="000000"/>
                </a:solidFill>
              </a:rPr>
              <a:t>A program can declare a so-called </a:t>
            </a:r>
            <a:r>
              <a:rPr lang="en-US" altLang="en-US" sz="2500" dirty="0">
                <a:solidFill>
                  <a:srgbClr val="0000FF"/>
                </a:solidFill>
              </a:rPr>
              <a:t>no-argument constructor</a:t>
            </a:r>
            <a:r>
              <a:rPr lang="en-US" altLang="en-US" sz="2500" dirty="0">
                <a:solidFill>
                  <a:srgbClr val="000000"/>
                </a:solidFill>
              </a:rPr>
              <a:t> that is invoked without arguments. </a:t>
            </a:r>
          </a:p>
          <a:p>
            <a:pPr eaLnBrk="1" hangingPunct="1">
              <a:lnSpc>
                <a:spcPct val="90000"/>
              </a:lnSpc>
            </a:pPr>
            <a:r>
              <a:rPr lang="en-US" altLang="en-US" sz="2500" dirty="0">
                <a:solidFill>
                  <a:srgbClr val="000000"/>
                </a:solidFill>
              </a:rPr>
              <a:t>Such a constructor simply initializes the object as specified in the constructor’s body. </a:t>
            </a:r>
          </a:p>
          <a:p>
            <a:pPr eaLnBrk="1" hangingPunct="1">
              <a:lnSpc>
                <a:spcPct val="90000"/>
              </a:lnSpc>
            </a:pPr>
            <a:r>
              <a:rPr lang="en-US" altLang="en-US" sz="2500" dirty="0">
                <a:solidFill>
                  <a:srgbClr val="000000"/>
                </a:solidFill>
              </a:rPr>
              <a:t>Using </a:t>
            </a:r>
            <a:r>
              <a:rPr lang="en-US" altLang="en-US" sz="2500" dirty="0">
                <a:solidFill>
                  <a:srgbClr val="000000"/>
                </a:solidFill>
                <a:latin typeface="Consolas" panose="020B0609020204030204" pitchFamily="49" charset="0"/>
              </a:rPr>
              <a:t>this</a:t>
            </a:r>
            <a:r>
              <a:rPr lang="en-US" altLang="en-US" sz="2500" dirty="0">
                <a:solidFill>
                  <a:srgbClr val="000000"/>
                </a:solidFill>
              </a:rPr>
              <a:t> in method-call syntax as the first statement in a constructor’s body invokes another constructor of the same class.</a:t>
            </a:r>
          </a:p>
          <a:p>
            <a:pPr lvl="1" eaLnBrk="1" hangingPunct="1">
              <a:lnSpc>
                <a:spcPct val="90000"/>
              </a:lnSpc>
            </a:pPr>
            <a:r>
              <a:rPr lang="en-US" altLang="en-US" sz="2100" dirty="0">
                <a:solidFill>
                  <a:srgbClr val="000000"/>
                </a:solidFill>
              </a:rPr>
              <a:t>Popular way to </a:t>
            </a:r>
            <a:r>
              <a:rPr lang="en-US" altLang="en-US" sz="2100" i="1" dirty="0">
                <a:solidFill>
                  <a:srgbClr val="000000"/>
                </a:solidFill>
              </a:rPr>
              <a:t>reuse </a:t>
            </a:r>
            <a:r>
              <a:rPr lang="en-US" altLang="en-US" sz="2100" dirty="0">
                <a:solidFill>
                  <a:srgbClr val="000000"/>
                </a:solidFill>
              </a:rPr>
              <a:t>initialization code provided by another of the class’s constructors rather than defining similar code in the no-argument constructor’s body. </a:t>
            </a:r>
          </a:p>
          <a:p>
            <a:pPr eaLnBrk="1" hangingPunct="1">
              <a:lnSpc>
                <a:spcPct val="90000"/>
              </a:lnSpc>
            </a:pPr>
            <a:r>
              <a:rPr lang="en-US" altLang="en-US" sz="2500" dirty="0">
                <a:solidFill>
                  <a:srgbClr val="000000"/>
                </a:solidFill>
              </a:rPr>
              <a:t>Once you declare any constructors in a class, the compiler will not provide a default constructor.</a:t>
            </a:r>
          </a:p>
        </p:txBody>
      </p:sp>
      <p:sp>
        <p:nvSpPr>
          <p:cNvPr id="4" name="Footer Placeholder 3">
            <a:extLst>
              <a:ext uri="{FF2B5EF4-FFF2-40B4-BE49-F238E27FC236}">
                <a16:creationId xmlns:a16="http://schemas.microsoft.com/office/drawing/2014/main" id="{D5F5B1A2-2BB8-4ED9-8DDB-273B16638152}"/>
              </a:ext>
            </a:extLst>
          </p:cNvPr>
          <p:cNvSpPr>
            <a:spLocks noGrp="1"/>
          </p:cNvSpPr>
          <p:nvPr>
            <p:ph type="ftr" sz="quarter" idx="4294967295"/>
          </p:nvPr>
        </p:nvSpPr>
        <p:spPr>
          <a:xfrm>
            <a:off x="4488296" y="6408739"/>
            <a:ext cx="7044267" cy="365125"/>
          </a:xfrm>
          <a:prstGeom prst="rect">
            <a:avLst/>
          </a:prstGeom>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1793518299"/>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54394B-C0E5-423D-8A5C-4C61C1712692}"/>
              </a:ext>
            </a:extLst>
          </p:cNvPr>
          <p:cNvSpPr>
            <a:spLocks noGrp="1"/>
          </p:cNvSpPr>
          <p:nvPr>
            <p:ph type="title"/>
          </p:nvPr>
        </p:nvSpPr>
        <p:spPr/>
        <p:txBody>
          <a:bodyPr>
            <a:normAutofit fontScale="90000"/>
          </a:bodyPr>
          <a:lstStyle/>
          <a:p>
            <a:pPr fontAlgn="auto">
              <a:spcAft>
                <a:spcPts val="0"/>
              </a:spcAft>
              <a:defRPr/>
            </a:pPr>
            <a:r>
              <a:rPr lang="en-US" dirty="0">
                <a:solidFill>
                  <a:srgbClr val="24B5A1"/>
                </a:solidFill>
                <a:latin typeface="Calibri" panose="020F0502020204030204" pitchFamily="34" charset="0"/>
              </a:rPr>
              <a:t>8.5  </a:t>
            </a:r>
            <a:r>
              <a:rPr lang="en-US" dirty="0">
                <a:solidFill>
                  <a:srgbClr val="3380E6"/>
                </a:solidFill>
                <a:latin typeface="Consolas" panose="020B0609020204030204" pitchFamily="49" charset="0"/>
              </a:rPr>
              <a:t>Time</a:t>
            </a:r>
            <a:r>
              <a:rPr lang="en-US" dirty="0">
                <a:solidFill>
                  <a:srgbClr val="3380E6"/>
                </a:solidFill>
                <a:latin typeface="Calibri" panose="020F0502020204030204" pitchFamily="34" charset="0"/>
              </a:rPr>
              <a:t> Class Case Study: Overloaded Constructors (Cont.)</a:t>
            </a:r>
          </a:p>
        </p:txBody>
      </p:sp>
      <p:sp>
        <p:nvSpPr>
          <p:cNvPr id="57347" name="Text Placeholder 2">
            <a:extLst>
              <a:ext uri="{FF2B5EF4-FFF2-40B4-BE49-F238E27FC236}">
                <a16:creationId xmlns:a16="http://schemas.microsoft.com/office/drawing/2014/main" id="{2CA663F0-9785-40F3-9DCB-60711DBEA222}"/>
              </a:ext>
            </a:extLst>
          </p:cNvPr>
          <p:cNvSpPr>
            <a:spLocks noGrp="1"/>
          </p:cNvSpPr>
          <p:nvPr>
            <p:ph type="body" idx="1"/>
          </p:nvPr>
        </p:nvSpPr>
        <p:spPr/>
        <p:txBody>
          <a:bodyPr/>
          <a:lstStyle/>
          <a:p>
            <a:pPr marL="109537" indent="0">
              <a:lnSpc>
                <a:spcPct val="90000"/>
              </a:lnSpc>
              <a:buNone/>
              <a:defRPr/>
            </a:pPr>
            <a:r>
              <a:rPr lang="en-US" altLang="en-US" sz="2300" b="1" i="1" dirty="0">
                <a:solidFill>
                  <a:srgbClr val="000000"/>
                </a:solidFill>
              </a:rPr>
              <a:t>Notes Regarding Class </a:t>
            </a:r>
            <a:r>
              <a:rPr lang="en-US" altLang="en-US" sz="2300" b="1" i="1" dirty="0">
                <a:solidFill>
                  <a:srgbClr val="000000"/>
                </a:solidFill>
                <a:latin typeface="Consolas" panose="020B0609020204030204" pitchFamily="49" charset="0"/>
              </a:rPr>
              <a:t>Time2</a:t>
            </a:r>
            <a:r>
              <a:rPr lang="en-US" altLang="en-US" sz="2300" b="1" i="1" dirty="0">
                <a:solidFill>
                  <a:srgbClr val="000000"/>
                </a:solidFill>
              </a:rPr>
              <a:t>’s </a:t>
            </a:r>
            <a:r>
              <a:rPr lang="en-US" altLang="en-US" sz="2300" b="1" dirty="0">
                <a:solidFill>
                  <a:srgbClr val="000000"/>
                </a:solidFill>
              </a:rPr>
              <a:t>set</a:t>
            </a:r>
            <a:r>
              <a:rPr lang="en-US" altLang="en-US" sz="2300" b="1" i="1" dirty="0">
                <a:solidFill>
                  <a:srgbClr val="000000"/>
                </a:solidFill>
              </a:rPr>
              <a:t> and </a:t>
            </a:r>
            <a:r>
              <a:rPr lang="en-US" altLang="en-US" sz="2300" b="1" dirty="0">
                <a:solidFill>
                  <a:srgbClr val="000000"/>
                </a:solidFill>
              </a:rPr>
              <a:t>get</a:t>
            </a:r>
            <a:r>
              <a:rPr lang="en-US" altLang="en-US" sz="2300" b="1" i="1" dirty="0">
                <a:solidFill>
                  <a:srgbClr val="000000"/>
                </a:solidFill>
              </a:rPr>
              <a:t> Methods and Constructors</a:t>
            </a:r>
          </a:p>
          <a:p>
            <a:pPr eaLnBrk="1" hangingPunct="1">
              <a:lnSpc>
                <a:spcPct val="90000"/>
              </a:lnSpc>
              <a:defRPr/>
            </a:pPr>
            <a:r>
              <a:rPr lang="en-US" altLang="en-US" sz="2300" dirty="0">
                <a:solidFill>
                  <a:srgbClr val="000000"/>
                </a:solidFill>
              </a:rPr>
              <a:t>Methods can access a class’s private data directly without calling the </a:t>
            </a:r>
            <a:r>
              <a:rPr lang="en-US" altLang="en-US" sz="2300" i="1" dirty="0">
                <a:solidFill>
                  <a:srgbClr val="000000"/>
                </a:solidFill>
              </a:rPr>
              <a:t>get </a:t>
            </a:r>
            <a:r>
              <a:rPr lang="en-US" altLang="en-US" sz="2300" dirty="0">
                <a:solidFill>
                  <a:srgbClr val="000000"/>
                </a:solidFill>
              </a:rPr>
              <a:t>methods</a:t>
            </a:r>
            <a:r>
              <a:rPr lang="en-US" altLang="en-US" sz="2300" i="1" dirty="0">
                <a:solidFill>
                  <a:srgbClr val="000000"/>
                </a:solidFill>
              </a:rPr>
              <a:t>. </a:t>
            </a:r>
          </a:p>
          <a:p>
            <a:pPr eaLnBrk="1" hangingPunct="1">
              <a:lnSpc>
                <a:spcPct val="90000"/>
              </a:lnSpc>
              <a:defRPr/>
            </a:pPr>
            <a:r>
              <a:rPr lang="en-US" altLang="en-US" sz="2300" dirty="0">
                <a:solidFill>
                  <a:srgbClr val="000000"/>
                </a:solidFill>
              </a:rPr>
              <a:t>However, consider changing the representation of the time from three </a:t>
            </a:r>
            <a:r>
              <a:rPr lang="en-US" altLang="en-US" sz="2300" dirty="0" err="1">
                <a:solidFill>
                  <a:srgbClr val="000000"/>
                </a:solidFill>
                <a:latin typeface="Consolas" panose="020B0609020204030204" pitchFamily="49" charset="0"/>
              </a:rPr>
              <a:t>int</a:t>
            </a:r>
            <a:r>
              <a:rPr lang="en-US" altLang="en-US" sz="2300" dirty="0">
                <a:solidFill>
                  <a:srgbClr val="000000"/>
                </a:solidFill>
              </a:rPr>
              <a:t> values (requiring 12 bytes of memory) to a single </a:t>
            </a:r>
            <a:r>
              <a:rPr lang="en-US" altLang="en-US" sz="2300" dirty="0" err="1">
                <a:solidFill>
                  <a:srgbClr val="000000"/>
                </a:solidFill>
                <a:latin typeface="Consolas" panose="020B0609020204030204" pitchFamily="49" charset="0"/>
              </a:rPr>
              <a:t>int</a:t>
            </a:r>
            <a:r>
              <a:rPr lang="en-US" altLang="en-US" sz="2300" dirty="0">
                <a:solidFill>
                  <a:srgbClr val="000000"/>
                </a:solidFill>
              </a:rPr>
              <a:t> value representing the total number of seconds that have elapsed since midnight (requiring only four bytes of memory). </a:t>
            </a:r>
          </a:p>
          <a:p>
            <a:pPr lvl="1" eaLnBrk="1" hangingPunct="1">
              <a:lnSpc>
                <a:spcPct val="90000"/>
              </a:lnSpc>
              <a:defRPr/>
            </a:pPr>
            <a:r>
              <a:rPr lang="en-US" altLang="en-US" sz="2000" dirty="0">
                <a:solidFill>
                  <a:srgbClr val="000000"/>
                </a:solidFill>
              </a:rPr>
              <a:t>If we made such a change, only the bodies of the methods that access the </a:t>
            </a:r>
            <a:r>
              <a:rPr lang="en-US" altLang="en-US" sz="2000" dirty="0">
                <a:solidFill>
                  <a:srgbClr val="000000"/>
                </a:solidFill>
                <a:latin typeface="Consolas" panose="020B0609020204030204" pitchFamily="49" charset="0"/>
              </a:rPr>
              <a:t>private</a:t>
            </a:r>
            <a:r>
              <a:rPr lang="en-US" altLang="en-US" sz="2000" dirty="0">
                <a:solidFill>
                  <a:srgbClr val="000000"/>
                </a:solidFill>
              </a:rPr>
              <a:t> data directly would need to change—in particular, the three-argument constructor, the </a:t>
            </a:r>
            <a:r>
              <a:rPr lang="en-US" altLang="en-US" sz="2000" dirty="0" err="1">
                <a:solidFill>
                  <a:srgbClr val="000000"/>
                </a:solidFill>
                <a:latin typeface="Consolas" panose="020B0609020204030204" pitchFamily="49" charset="0"/>
              </a:rPr>
              <a:t>setTime</a:t>
            </a:r>
            <a:r>
              <a:rPr lang="en-US" altLang="en-US" sz="2000" dirty="0">
                <a:solidFill>
                  <a:srgbClr val="000000"/>
                </a:solidFill>
              </a:rPr>
              <a:t> method and the individual </a:t>
            </a:r>
            <a:r>
              <a:rPr lang="en-US" altLang="en-US" sz="2000" i="1" dirty="0">
                <a:solidFill>
                  <a:srgbClr val="000000"/>
                </a:solidFill>
              </a:rPr>
              <a:t>set </a:t>
            </a:r>
            <a:r>
              <a:rPr lang="en-US" altLang="en-US" sz="2000" dirty="0">
                <a:solidFill>
                  <a:srgbClr val="000000"/>
                </a:solidFill>
              </a:rPr>
              <a:t>and</a:t>
            </a:r>
            <a:r>
              <a:rPr lang="en-US" altLang="en-US" sz="2000" i="1" dirty="0">
                <a:solidFill>
                  <a:srgbClr val="000000"/>
                </a:solidFill>
              </a:rPr>
              <a:t> ge</a:t>
            </a:r>
            <a:r>
              <a:rPr lang="en-US" altLang="en-US" sz="2000" dirty="0">
                <a:solidFill>
                  <a:srgbClr val="000000"/>
                </a:solidFill>
              </a:rPr>
              <a:t>t methods for the </a:t>
            </a:r>
            <a:r>
              <a:rPr lang="en-US" altLang="en-US" sz="2000" dirty="0">
                <a:solidFill>
                  <a:srgbClr val="000000"/>
                </a:solidFill>
                <a:latin typeface="Consolas" panose="020B0609020204030204" pitchFamily="49" charset="0"/>
              </a:rPr>
              <a:t>hour</a:t>
            </a:r>
            <a:r>
              <a:rPr lang="en-US" altLang="en-US" sz="2000" dirty="0">
                <a:solidFill>
                  <a:srgbClr val="000000"/>
                </a:solidFill>
              </a:rPr>
              <a:t>, </a:t>
            </a:r>
            <a:r>
              <a:rPr lang="en-US" altLang="en-US" sz="2000" dirty="0">
                <a:solidFill>
                  <a:srgbClr val="000000"/>
                </a:solidFill>
                <a:latin typeface="Consolas" panose="020B0609020204030204" pitchFamily="49" charset="0"/>
              </a:rPr>
              <a:t>minute</a:t>
            </a:r>
            <a:r>
              <a:rPr lang="en-US" altLang="en-US" sz="2000" dirty="0">
                <a:solidFill>
                  <a:srgbClr val="000000"/>
                </a:solidFill>
              </a:rPr>
              <a:t> and </a:t>
            </a:r>
            <a:r>
              <a:rPr lang="en-US" altLang="en-US" sz="2000" dirty="0">
                <a:solidFill>
                  <a:srgbClr val="000000"/>
                </a:solidFill>
                <a:latin typeface="Consolas" panose="020B0609020204030204" pitchFamily="49" charset="0"/>
              </a:rPr>
              <a:t>second</a:t>
            </a:r>
            <a:r>
              <a:rPr lang="en-US" altLang="en-US" sz="2000" dirty="0">
                <a:solidFill>
                  <a:srgbClr val="000000"/>
                </a:solidFill>
              </a:rPr>
              <a:t>. </a:t>
            </a:r>
          </a:p>
          <a:p>
            <a:pPr lvl="1" eaLnBrk="1" hangingPunct="1">
              <a:lnSpc>
                <a:spcPct val="90000"/>
              </a:lnSpc>
              <a:defRPr/>
            </a:pPr>
            <a:r>
              <a:rPr lang="en-US" altLang="en-US" sz="2000" dirty="0">
                <a:solidFill>
                  <a:srgbClr val="000000"/>
                </a:solidFill>
              </a:rPr>
              <a:t>There would be no need to modify the bodies of methods </a:t>
            </a:r>
            <a:r>
              <a:rPr lang="en-US" altLang="en-US" sz="2000" dirty="0" err="1">
                <a:solidFill>
                  <a:srgbClr val="000000"/>
                </a:solidFill>
                <a:latin typeface="Consolas" panose="020B0609020204030204" pitchFamily="49" charset="0"/>
              </a:rPr>
              <a:t>toUniversalString</a:t>
            </a:r>
            <a:r>
              <a:rPr lang="en-US" altLang="en-US" sz="2000" dirty="0">
                <a:solidFill>
                  <a:srgbClr val="000000"/>
                </a:solidFill>
              </a:rPr>
              <a:t> or </a:t>
            </a:r>
            <a:r>
              <a:rPr lang="en-US" altLang="en-US" sz="2000" dirty="0" err="1">
                <a:solidFill>
                  <a:srgbClr val="000000"/>
                </a:solidFill>
                <a:latin typeface="Consolas" panose="020B0609020204030204" pitchFamily="49" charset="0"/>
              </a:rPr>
              <a:t>toString</a:t>
            </a:r>
            <a:r>
              <a:rPr lang="en-US" altLang="en-US" sz="2000" dirty="0">
                <a:solidFill>
                  <a:srgbClr val="000000"/>
                </a:solidFill>
              </a:rPr>
              <a:t> because they do </a:t>
            </a:r>
            <a:r>
              <a:rPr lang="en-US" altLang="en-US" sz="2000" i="1" dirty="0">
                <a:solidFill>
                  <a:srgbClr val="000000"/>
                </a:solidFill>
              </a:rPr>
              <a:t>not</a:t>
            </a:r>
            <a:r>
              <a:rPr lang="en-US" altLang="en-US" sz="2000" dirty="0">
                <a:solidFill>
                  <a:srgbClr val="000000"/>
                </a:solidFill>
              </a:rPr>
              <a:t> access the data directly. </a:t>
            </a:r>
          </a:p>
        </p:txBody>
      </p:sp>
      <p:sp>
        <p:nvSpPr>
          <p:cNvPr id="4" name="Footer Placeholder 3">
            <a:extLst>
              <a:ext uri="{FF2B5EF4-FFF2-40B4-BE49-F238E27FC236}">
                <a16:creationId xmlns:a16="http://schemas.microsoft.com/office/drawing/2014/main" id="{CD65E33D-19E1-4508-B341-A2A492F073C0}"/>
              </a:ext>
            </a:extLst>
          </p:cNvPr>
          <p:cNvSpPr>
            <a:spLocks noGrp="1"/>
          </p:cNvSpPr>
          <p:nvPr>
            <p:ph type="ftr" sz="quarter" idx="4294967295"/>
          </p:nvPr>
        </p:nvSpPr>
        <p:spPr>
          <a:xfrm>
            <a:off x="4488296" y="6408739"/>
            <a:ext cx="7044267" cy="365125"/>
          </a:xfrm>
          <a:prstGeom prst="rect">
            <a:avLst/>
          </a:prstGeom>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368524102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6882FB-52E0-4480-A7EC-D87C20542444}"/>
              </a:ext>
            </a:extLst>
          </p:cNvPr>
          <p:cNvSpPr>
            <a:spLocks noGrp="1"/>
          </p:cNvSpPr>
          <p:nvPr>
            <p:ph type="title"/>
          </p:nvPr>
        </p:nvSpPr>
        <p:spPr/>
        <p:txBody>
          <a:bodyPr>
            <a:normAutofit fontScale="90000"/>
          </a:bodyPr>
          <a:lstStyle/>
          <a:p>
            <a:pPr fontAlgn="auto">
              <a:spcAft>
                <a:spcPts val="0"/>
              </a:spcAft>
              <a:defRPr/>
            </a:pPr>
            <a:r>
              <a:rPr lang="en-US" dirty="0">
                <a:solidFill>
                  <a:srgbClr val="24B5A1"/>
                </a:solidFill>
                <a:latin typeface="Calibri" panose="020F0502020204030204" pitchFamily="34" charset="0"/>
              </a:rPr>
              <a:t>8.5  </a:t>
            </a:r>
            <a:r>
              <a:rPr lang="en-US" dirty="0">
                <a:solidFill>
                  <a:srgbClr val="3380E6"/>
                </a:solidFill>
                <a:latin typeface="Consolas" panose="020B0609020204030204" pitchFamily="49" charset="0"/>
              </a:rPr>
              <a:t>Time</a:t>
            </a:r>
            <a:r>
              <a:rPr lang="en-US" dirty="0">
                <a:solidFill>
                  <a:srgbClr val="3380E6"/>
                </a:solidFill>
                <a:latin typeface="Calibri" panose="020F0502020204030204" pitchFamily="34" charset="0"/>
              </a:rPr>
              <a:t> Class Case Study: Overloaded Constructors (Cont.)</a:t>
            </a:r>
          </a:p>
        </p:txBody>
      </p:sp>
      <p:sp>
        <p:nvSpPr>
          <p:cNvPr id="57347" name="Text Placeholder 2">
            <a:extLst>
              <a:ext uri="{FF2B5EF4-FFF2-40B4-BE49-F238E27FC236}">
                <a16:creationId xmlns:a16="http://schemas.microsoft.com/office/drawing/2014/main" id="{972707F3-E622-43C3-BCD7-C9BDFD2E3C2C}"/>
              </a:ext>
            </a:extLst>
          </p:cNvPr>
          <p:cNvSpPr>
            <a:spLocks noGrp="1"/>
          </p:cNvSpPr>
          <p:nvPr>
            <p:ph type="body" idx="1"/>
          </p:nvPr>
        </p:nvSpPr>
        <p:spPr/>
        <p:txBody>
          <a:bodyPr/>
          <a:lstStyle/>
          <a:p>
            <a:pPr eaLnBrk="1" hangingPunct="1">
              <a:lnSpc>
                <a:spcPct val="80000"/>
              </a:lnSpc>
            </a:pPr>
            <a:r>
              <a:rPr lang="en-US" altLang="en-US" sz="2500" dirty="0">
                <a:solidFill>
                  <a:srgbClr val="000000"/>
                </a:solidFill>
              </a:rPr>
              <a:t>Designing the class in this manner reduces the likelihood of programming errors when altering the class’s implementation. </a:t>
            </a:r>
          </a:p>
          <a:p>
            <a:pPr eaLnBrk="1" hangingPunct="1">
              <a:lnSpc>
                <a:spcPct val="80000"/>
              </a:lnSpc>
            </a:pPr>
            <a:r>
              <a:rPr lang="en-US" altLang="en-US" sz="2500" dirty="0">
                <a:solidFill>
                  <a:srgbClr val="000000"/>
                </a:solidFill>
              </a:rPr>
              <a:t>Similarly, each </a:t>
            </a:r>
            <a:r>
              <a:rPr lang="en-US" altLang="en-US" sz="2500" dirty="0">
                <a:solidFill>
                  <a:srgbClr val="000000"/>
                </a:solidFill>
                <a:latin typeface="Consolas" panose="020B0609020204030204" pitchFamily="49" charset="0"/>
              </a:rPr>
              <a:t>Time2</a:t>
            </a:r>
            <a:r>
              <a:rPr lang="en-US" altLang="en-US" sz="2500" dirty="0">
                <a:solidFill>
                  <a:srgbClr val="000000"/>
                </a:solidFill>
              </a:rPr>
              <a:t> constructor could be written to include a copy of the appropriate statements from the three-argument constructor. </a:t>
            </a:r>
          </a:p>
          <a:p>
            <a:pPr lvl="1" eaLnBrk="1" hangingPunct="1">
              <a:lnSpc>
                <a:spcPct val="80000"/>
              </a:lnSpc>
            </a:pPr>
            <a:r>
              <a:rPr lang="en-US" altLang="en-US" sz="2100" dirty="0">
                <a:solidFill>
                  <a:srgbClr val="000000"/>
                </a:solidFill>
              </a:rPr>
              <a:t>Doing so may be slightly more efficient, because the extra constructor calls are eliminated. </a:t>
            </a:r>
          </a:p>
          <a:p>
            <a:pPr lvl="1" eaLnBrk="1" hangingPunct="1">
              <a:lnSpc>
                <a:spcPct val="80000"/>
              </a:lnSpc>
            </a:pPr>
            <a:r>
              <a:rPr lang="en-US" altLang="en-US" sz="2100" dirty="0">
                <a:solidFill>
                  <a:srgbClr val="000000"/>
                </a:solidFill>
              </a:rPr>
              <a:t>But, </a:t>
            </a:r>
            <a:r>
              <a:rPr lang="en-US" altLang="en-US" sz="2100" i="1" dirty="0">
                <a:solidFill>
                  <a:srgbClr val="000000"/>
                </a:solidFill>
              </a:rPr>
              <a:t>duplicating</a:t>
            </a:r>
            <a:r>
              <a:rPr lang="en-US" altLang="en-US" sz="2100" dirty="0">
                <a:solidFill>
                  <a:srgbClr val="000000"/>
                </a:solidFill>
              </a:rPr>
              <a:t> statements makes changing the class’s internal data representation more difficult. </a:t>
            </a:r>
          </a:p>
          <a:p>
            <a:pPr lvl="1" eaLnBrk="1" hangingPunct="1">
              <a:lnSpc>
                <a:spcPct val="80000"/>
              </a:lnSpc>
            </a:pPr>
            <a:r>
              <a:rPr lang="en-US" altLang="en-US" sz="2100" dirty="0">
                <a:solidFill>
                  <a:srgbClr val="000000"/>
                </a:solidFill>
              </a:rPr>
              <a:t>Having the </a:t>
            </a:r>
            <a:r>
              <a:rPr lang="en-US" altLang="en-US" sz="2100" dirty="0">
                <a:solidFill>
                  <a:srgbClr val="000000"/>
                </a:solidFill>
                <a:latin typeface="Consolas" panose="020B0609020204030204" pitchFamily="49" charset="0"/>
              </a:rPr>
              <a:t>Time2</a:t>
            </a:r>
            <a:r>
              <a:rPr lang="en-US" altLang="en-US" sz="2100" dirty="0">
                <a:solidFill>
                  <a:srgbClr val="000000"/>
                </a:solidFill>
              </a:rPr>
              <a:t> constructors call the constructor with three arguments requires any changes to the implementation of the three-argument constructor</a:t>
            </a:r>
            <a:r>
              <a:rPr lang="en-US" altLang="en-US" sz="2100" dirty="0">
                <a:solidFill>
                  <a:srgbClr val="000000"/>
                </a:solidFill>
                <a:cs typeface="Times New Roman" panose="02020603050405020304" pitchFamily="18" charset="0"/>
              </a:rPr>
              <a:t> </a:t>
            </a:r>
            <a:r>
              <a:rPr lang="en-US" altLang="en-US" sz="2100" dirty="0">
                <a:solidFill>
                  <a:srgbClr val="000000"/>
                </a:solidFill>
              </a:rPr>
              <a:t>be made only once. </a:t>
            </a:r>
          </a:p>
        </p:txBody>
      </p:sp>
      <p:sp>
        <p:nvSpPr>
          <p:cNvPr id="4" name="Footer Placeholder 3">
            <a:extLst>
              <a:ext uri="{FF2B5EF4-FFF2-40B4-BE49-F238E27FC236}">
                <a16:creationId xmlns:a16="http://schemas.microsoft.com/office/drawing/2014/main" id="{D9D3F040-41ED-4C31-9355-E34E87F52312}"/>
              </a:ext>
            </a:extLst>
          </p:cNvPr>
          <p:cNvSpPr>
            <a:spLocks noGrp="1"/>
          </p:cNvSpPr>
          <p:nvPr>
            <p:ph type="ftr" sz="quarter" idx="4294967295"/>
          </p:nvPr>
        </p:nvSpPr>
        <p:spPr>
          <a:xfrm>
            <a:off x="4488296" y="6408739"/>
            <a:ext cx="7044267" cy="365125"/>
          </a:xfrm>
          <a:prstGeom prst="rect">
            <a:avLst/>
          </a:prstGeom>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2250044695"/>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8A6F5-5E31-4F19-B587-2E00945DDD16}"/>
              </a:ext>
            </a:extLst>
          </p:cNvPr>
          <p:cNvSpPr>
            <a:spLocks noGrp="1"/>
          </p:cNvSpPr>
          <p:nvPr>
            <p:ph type="title"/>
          </p:nvPr>
        </p:nvSpPr>
        <p:spPr/>
        <p:txBody>
          <a:bodyPr>
            <a:normAutofit/>
          </a:bodyPr>
          <a:lstStyle/>
          <a:p>
            <a:pPr fontAlgn="auto">
              <a:spcAft>
                <a:spcPts val="0"/>
              </a:spcAft>
              <a:defRPr/>
            </a:pPr>
            <a:r>
              <a:rPr lang="en-US" dirty="0">
                <a:solidFill>
                  <a:srgbClr val="24B5A1"/>
                </a:solidFill>
                <a:latin typeface="Calibri" panose="020F0502020204030204" pitchFamily="34" charset="0"/>
              </a:rPr>
              <a:t>8.6  </a:t>
            </a:r>
            <a:r>
              <a:rPr lang="en-US" dirty="0">
                <a:solidFill>
                  <a:srgbClr val="3380E6"/>
                </a:solidFill>
                <a:latin typeface="Calibri" panose="020F0502020204030204" pitchFamily="34" charset="0"/>
              </a:rPr>
              <a:t>Default and No-Argument Constructors</a:t>
            </a:r>
          </a:p>
        </p:txBody>
      </p:sp>
      <p:sp>
        <p:nvSpPr>
          <p:cNvPr id="58371" name="Text Placeholder 2">
            <a:extLst>
              <a:ext uri="{FF2B5EF4-FFF2-40B4-BE49-F238E27FC236}">
                <a16:creationId xmlns:a16="http://schemas.microsoft.com/office/drawing/2014/main" id="{A6AEC354-8507-456D-9410-8F50CD773030}"/>
              </a:ext>
            </a:extLst>
          </p:cNvPr>
          <p:cNvSpPr>
            <a:spLocks noGrp="1"/>
          </p:cNvSpPr>
          <p:nvPr>
            <p:ph type="body" idx="1"/>
          </p:nvPr>
        </p:nvSpPr>
        <p:spPr/>
        <p:txBody>
          <a:bodyPr/>
          <a:lstStyle/>
          <a:p>
            <a:pPr eaLnBrk="1" hangingPunct="1">
              <a:lnSpc>
                <a:spcPct val="80000"/>
              </a:lnSpc>
            </a:pPr>
            <a:r>
              <a:rPr lang="en-US" altLang="en-US" sz="2300" dirty="0">
                <a:solidFill>
                  <a:srgbClr val="000000"/>
                </a:solidFill>
              </a:rPr>
              <a:t>Every class </a:t>
            </a:r>
            <a:r>
              <a:rPr lang="en-US" altLang="en-US" sz="2300" i="1" dirty="0">
                <a:solidFill>
                  <a:srgbClr val="000000"/>
                </a:solidFill>
              </a:rPr>
              <a:t>must</a:t>
            </a:r>
            <a:r>
              <a:rPr lang="en-US" altLang="en-US" sz="2300" dirty="0">
                <a:solidFill>
                  <a:srgbClr val="000000"/>
                </a:solidFill>
              </a:rPr>
              <a:t> have at least </a:t>
            </a:r>
            <a:r>
              <a:rPr lang="en-US" altLang="en-US" sz="2300" i="1" dirty="0">
                <a:solidFill>
                  <a:srgbClr val="000000"/>
                </a:solidFill>
              </a:rPr>
              <a:t>one</a:t>
            </a:r>
            <a:r>
              <a:rPr lang="en-US" altLang="en-US" sz="2300" dirty="0">
                <a:solidFill>
                  <a:srgbClr val="000000"/>
                </a:solidFill>
              </a:rPr>
              <a:t> constructor. </a:t>
            </a:r>
          </a:p>
          <a:p>
            <a:pPr eaLnBrk="1" hangingPunct="1">
              <a:lnSpc>
                <a:spcPct val="80000"/>
              </a:lnSpc>
            </a:pPr>
            <a:r>
              <a:rPr lang="en-US" altLang="en-US" sz="2300" dirty="0">
                <a:solidFill>
                  <a:srgbClr val="000000"/>
                </a:solidFill>
              </a:rPr>
              <a:t>If you do not provide any constructors in a class’s declaration, the compiler creates a </a:t>
            </a:r>
            <a:r>
              <a:rPr lang="en-US" altLang="en-US" sz="2300" i="1" dirty="0">
                <a:solidFill>
                  <a:srgbClr val="000000"/>
                </a:solidFill>
              </a:rPr>
              <a:t>default constructor </a:t>
            </a:r>
            <a:r>
              <a:rPr lang="en-US" altLang="en-US" sz="2300" dirty="0">
                <a:solidFill>
                  <a:srgbClr val="000000"/>
                </a:solidFill>
              </a:rPr>
              <a:t>that takes </a:t>
            </a:r>
            <a:r>
              <a:rPr lang="en-US" altLang="en-US" sz="2300" i="1" dirty="0">
                <a:solidFill>
                  <a:srgbClr val="000000"/>
                </a:solidFill>
              </a:rPr>
              <a:t>no</a:t>
            </a:r>
            <a:r>
              <a:rPr lang="en-US" altLang="en-US" sz="2300" dirty="0">
                <a:solidFill>
                  <a:srgbClr val="000000"/>
                </a:solidFill>
              </a:rPr>
              <a:t> arguments when it’s invoked. </a:t>
            </a:r>
          </a:p>
          <a:p>
            <a:pPr eaLnBrk="1" hangingPunct="1">
              <a:lnSpc>
                <a:spcPct val="80000"/>
              </a:lnSpc>
            </a:pPr>
            <a:r>
              <a:rPr lang="en-US" altLang="en-US" sz="2300" dirty="0">
                <a:solidFill>
                  <a:srgbClr val="000000"/>
                </a:solidFill>
              </a:rPr>
              <a:t>The default constructor initializes the instance variables to the initial values specified in their declarations or to their default values (zero for primitive numeric types, </a:t>
            </a:r>
            <a:r>
              <a:rPr lang="en-US" altLang="en-US" sz="2300" dirty="0">
                <a:solidFill>
                  <a:srgbClr val="000000"/>
                </a:solidFill>
                <a:latin typeface="Consolas" panose="020B0609020204030204" pitchFamily="49" charset="0"/>
              </a:rPr>
              <a:t>false</a:t>
            </a:r>
            <a:r>
              <a:rPr lang="en-US" altLang="en-US" sz="2300" dirty="0">
                <a:solidFill>
                  <a:srgbClr val="000000"/>
                </a:solidFill>
              </a:rPr>
              <a:t> for </a:t>
            </a:r>
            <a:r>
              <a:rPr lang="en-US" altLang="en-US" sz="2300" dirty="0" err="1">
                <a:solidFill>
                  <a:srgbClr val="000000"/>
                </a:solidFill>
                <a:latin typeface="Consolas" panose="020B0609020204030204" pitchFamily="49" charset="0"/>
              </a:rPr>
              <a:t>boolean</a:t>
            </a:r>
            <a:r>
              <a:rPr lang="en-US" altLang="en-US" sz="2300" dirty="0">
                <a:solidFill>
                  <a:srgbClr val="000000"/>
                </a:solidFill>
              </a:rPr>
              <a:t> values and </a:t>
            </a:r>
            <a:r>
              <a:rPr lang="en-US" altLang="en-US" sz="2300" dirty="0">
                <a:solidFill>
                  <a:srgbClr val="000000"/>
                </a:solidFill>
                <a:latin typeface="Consolas" panose="020B0609020204030204" pitchFamily="49" charset="0"/>
              </a:rPr>
              <a:t>null</a:t>
            </a:r>
            <a:r>
              <a:rPr lang="en-US" altLang="en-US" sz="2300" dirty="0">
                <a:solidFill>
                  <a:srgbClr val="000000"/>
                </a:solidFill>
              </a:rPr>
              <a:t> for references). </a:t>
            </a:r>
          </a:p>
          <a:p>
            <a:pPr eaLnBrk="1" hangingPunct="1">
              <a:lnSpc>
                <a:spcPct val="80000"/>
              </a:lnSpc>
            </a:pPr>
            <a:r>
              <a:rPr lang="en-US" altLang="en-US" sz="2300" dirty="0">
                <a:solidFill>
                  <a:srgbClr val="000000"/>
                </a:solidFill>
              </a:rPr>
              <a:t>Recall that if your class declares constructors, the compiler will </a:t>
            </a:r>
            <a:r>
              <a:rPr lang="en-US" altLang="en-US" sz="2300" i="1" dirty="0">
                <a:solidFill>
                  <a:srgbClr val="000000"/>
                </a:solidFill>
              </a:rPr>
              <a:t>not</a:t>
            </a:r>
            <a:r>
              <a:rPr lang="en-US" altLang="en-US" sz="2300" dirty="0">
                <a:solidFill>
                  <a:srgbClr val="000000"/>
                </a:solidFill>
              </a:rPr>
              <a:t> create a default constructor. </a:t>
            </a:r>
          </a:p>
          <a:p>
            <a:pPr lvl="1" eaLnBrk="1" hangingPunct="1">
              <a:lnSpc>
                <a:spcPct val="80000"/>
              </a:lnSpc>
            </a:pPr>
            <a:r>
              <a:rPr lang="en-US" altLang="en-US" sz="2000" dirty="0">
                <a:solidFill>
                  <a:srgbClr val="000000"/>
                </a:solidFill>
              </a:rPr>
              <a:t>In this case, you must declare a no-argument constructor if default initialization is required. </a:t>
            </a:r>
          </a:p>
          <a:p>
            <a:pPr lvl="1" eaLnBrk="1" hangingPunct="1">
              <a:lnSpc>
                <a:spcPct val="80000"/>
              </a:lnSpc>
            </a:pPr>
            <a:r>
              <a:rPr lang="en-US" altLang="en-US" sz="2000" dirty="0">
                <a:solidFill>
                  <a:srgbClr val="000000"/>
                </a:solidFill>
              </a:rPr>
              <a:t>Like a default constructor, a no-argument constructor is invoked with empty parentheses. </a:t>
            </a:r>
          </a:p>
        </p:txBody>
      </p:sp>
      <p:sp>
        <p:nvSpPr>
          <p:cNvPr id="4" name="Footer Placeholder 3">
            <a:extLst>
              <a:ext uri="{FF2B5EF4-FFF2-40B4-BE49-F238E27FC236}">
                <a16:creationId xmlns:a16="http://schemas.microsoft.com/office/drawing/2014/main" id="{F42FECEA-2E67-4F96-9EF7-CCE58A00DE7F}"/>
              </a:ext>
            </a:extLst>
          </p:cNvPr>
          <p:cNvSpPr>
            <a:spLocks noGrp="1"/>
          </p:cNvSpPr>
          <p:nvPr>
            <p:ph type="ftr" sz="quarter" idx="4294967295"/>
          </p:nvPr>
        </p:nvSpPr>
        <p:spPr>
          <a:xfrm>
            <a:off x="4488296" y="6408739"/>
            <a:ext cx="7044267" cy="365125"/>
          </a:xfrm>
          <a:prstGeom prst="rect">
            <a:avLst/>
          </a:prstGeom>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413707700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8_OBP_Page_36">
            <a:extLst>
              <a:ext uri="{FF2B5EF4-FFF2-40B4-BE49-F238E27FC236}">
                <a16:creationId xmlns:a16="http://schemas.microsoft.com/office/drawing/2014/main" id="{50147A9E-0644-4D11-8998-78F0CA5F2DDA}"/>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952500"/>
            <a:ext cx="12192000" cy="4951413"/>
          </a:xfrm>
          <a:prstGeom prst="rect">
            <a:avLst/>
          </a:prstGeom>
        </p:spPr>
      </p:pic>
      <p:sp>
        <p:nvSpPr>
          <p:cNvPr id="2" name="Footer Placeholder 1">
            <a:extLst>
              <a:ext uri="{FF2B5EF4-FFF2-40B4-BE49-F238E27FC236}">
                <a16:creationId xmlns:a16="http://schemas.microsoft.com/office/drawing/2014/main" id="{E3919645-C05C-4874-BC78-688C6A79E8B0}"/>
              </a:ext>
            </a:extLst>
          </p:cNvPr>
          <p:cNvSpPr>
            <a:spLocks noGrp="1"/>
          </p:cNvSpPr>
          <p:nvPr>
            <p:ph type="ftr" sz="quarter" idx="4294967295"/>
          </p:nvPr>
        </p:nvSpPr>
        <p:spPr>
          <a:xfrm>
            <a:off x="609600" y="6408739"/>
            <a:ext cx="8365067" cy="365125"/>
          </a:xfrm>
          <a:prstGeom prst="rect">
            <a:avLst/>
          </a:prstGeom>
        </p:spPr>
        <p:txBody>
          <a:bodyPr/>
          <a:lstStyle/>
          <a:p>
            <a:r>
              <a:rPr lang="en-US"/>
              <a:t>© Copyright 1992-2018 by Pearson Education, Inc. All Rights Reserved.</a:t>
            </a:r>
          </a:p>
        </p:txBody>
      </p:sp>
    </p:spTree>
    <p:extLst>
      <p:ext uri="{BB962C8B-B14F-4D97-AF65-F5344CB8AC3E}">
        <p14:creationId xmlns:p14="http://schemas.microsoft.com/office/powerpoint/2010/main" val="181013114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8_OBP_Page_37">
            <a:extLst>
              <a:ext uri="{FF2B5EF4-FFF2-40B4-BE49-F238E27FC236}">
                <a16:creationId xmlns:a16="http://schemas.microsoft.com/office/drawing/2014/main" id="{FF6F7207-0B27-411C-9900-18FF2D9F7224}"/>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1531938"/>
            <a:ext cx="12192000" cy="3792537"/>
          </a:xfrm>
          <a:prstGeom prst="rect">
            <a:avLst/>
          </a:prstGeom>
        </p:spPr>
      </p:pic>
      <p:sp>
        <p:nvSpPr>
          <p:cNvPr id="2" name="Footer Placeholder 1">
            <a:extLst>
              <a:ext uri="{FF2B5EF4-FFF2-40B4-BE49-F238E27FC236}">
                <a16:creationId xmlns:a16="http://schemas.microsoft.com/office/drawing/2014/main" id="{D8529E29-9966-475C-98E6-5211700A338E}"/>
              </a:ext>
            </a:extLst>
          </p:cNvPr>
          <p:cNvSpPr>
            <a:spLocks noGrp="1"/>
          </p:cNvSpPr>
          <p:nvPr>
            <p:ph type="ftr" sz="quarter" idx="4294967295"/>
          </p:nvPr>
        </p:nvSpPr>
        <p:spPr>
          <a:xfrm>
            <a:off x="609600" y="6408739"/>
            <a:ext cx="8365067" cy="365125"/>
          </a:xfrm>
          <a:prstGeom prst="rect">
            <a:avLst/>
          </a:prstGeom>
        </p:spPr>
        <p:txBody>
          <a:bodyPr/>
          <a:lstStyle/>
          <a:p>
            <a:r>
              <a:rPr lang="en-US"/>
              <a:t>© Copyright 1992-2018 by Pearson Education, Inc. All Rights Reserved.</a:t>
            </a:r>
          </a:p>
        </p:txBody>
      </p:sp>
    </p:spTree>
    <p:extLst>
      <p:ext uri="{BB962C8B-B14F-4D97-AF65-F5344CB8AC3E}">
        <p14:creationId xmlns:p14="http://schemas.microsoft.com/office/powerpoint/2010/main" val="4213695782"/>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C70029-7675-42C6-80B6-84B9B24E2DF0}"/>
              </a:ext>
            </a:extLst>
          </p:cNvPr>
          <p:cNvSpPr>
            <a:spLocks noGrp="1"/>
          </p:cNvSpPr>
          <p:nvPr>
            <p:ph type="title"/>
          </p:nvPr>
        </p:nvSpPr>
        <p:spPr/>
        <p:txBody>
          <a:bodyPr/>
          <a:lstStyle/>
          <a:p>
            <a:pPr fontAlgn="auto">
              <a:spcAft>
                <a:spcPts val="0"/>
              </a:spcAft>
              <a:defRPr/>
            </a:pPr>
            <a:r>
              <a:rPr lang="en-US" dirty="0">
                <a:solidFill>
                  <a:srgbClr val="24B5A1"/>
                </a:solidFill>
                <a:latin typeface="Calibri" panose="020F0502020204030204" pitchFamily="34" charset="0"/>
              </a:rPr>
              <a:t>8.7  </a:t>
            </a:r>
            <a:r>
              <a:rPr lang="en-US" dirty="0">
                <a:solidFill>
                  <a:srgbClr val="3380E6"/>
                </a:solidFill>
                <a:latin typeface="Calibri" panose="020F0502020204030204" pitchFamily="34" charset="0"/>
              </a:rPr>
              <a:t>Notes on </a:t>
            </a:r>
            <a:r>
              <a:rPr lang="en-US" i="1" dirty="0">
                <a:solidFill>
                  <a:srgbClr val="3380E6"/>
                </a:solidFill>
                <a:latin typeface="Calibri" panose="020F0502020204030204" pitchFamily="34" charset="0"/>
              </a:rPr>
              <a:t>Set and Get Methods</a:t>
            </a:r>
          </a:p>
        </p:txBody>
      </p:sp>
      <p:sp>
        <p:nvSpPr>
          <p:cNvPr id="61443" name="Text Placeholder 2">
            <a:extLst>
              <a:ext uri="{FF2B5EF4-FFF2-40B4-BE49-F238E27FC236}">
                <a16:creationId xmlns:a16="http://schemas.microsoft.com/office/drawing/2014/main" id="{840F4D53-F7AF-413B-AA3C-75CC22012E7B}"/>
              </a:ext>
            </a:extLst>
          </p:cNvPr>
          <p:cNvSpPr>
            <a:spLocks noGrp="1"/>
          </p:cNvSpPr>
          <p:nvPr>
            <p:ph type="body" idx="1"/>
          </p:nvPr>
        </p:nvSpPr>
        <p:spPr/>
        <p:txBody>
          <a:bodyPr/>
          <a:lstStyle/>
          <a:p>
            <a:pPr eaLnBrk="1" hangingPunct="1"/>
            <a:r>
              <a:rPr lang="en-US" altLang="en-US" i="1" dirty="0">
                <a:solidFill>
                  <a:srgbClr val="000000"/>
                </a:solidFill>
              </a:rPr>
              <a:t>Set </a:t>
            </a:r>
            <a:r>
              <a:rPr lang="en-US" altLang="en-US" dirty="0">
                <a:solidFill>
                  <a:srgbClr val="000000"/>
                </a:solidFill>
              </a:rPr>
              <a:t>methods are also commonly called </a:t>
            </a:r>
            <a:r>
              <a:rPr lang="en-US" altLang="en-US" dirty="0" err="1">
                <a:solidFill>
                  <a:srgbClr val="0000FF"/>
                </a:solidFill>
              </a:rPr>
              <a:t>mutator</a:t>
            </a:r>
            <a:r>
              <a:rPr lang="en-US" altLang="en-US" dirty="0">
                <a:solidFill>
                  <a:srgbClr val="0000FF"/>
                </a:solidFill>
              </a:rPr>
              <a:t> methods</a:t>
            </a:r>
            <a:r>
              <a:rPr lang="en-US" altLang="en-US" dirty="0">
                <a:solidFill>
                  <a:srgbClr val="000000"/>
                </a:solidFill>
              </a:rPr>
              <a:t>, because they typically </a:t>
            </a:r>
            <a:r>
              <a:rPr lang="en-US" altLang="en-US" i="1" dirty="0">
                <a:solidFill>
                  <a:srgbClr val="000000"/>
                </a:solidFill>
              </a:rPr>
              <a:t>change</a:t>
            </a:r>
            <a:r>
              <a:rPr lang="en-US" altLang="en-US" dirty="0">
                <a:solidFill>
                  <a:srgbClr val="000000"/>
                </a:solidFill>
              </a:rPr>
              <a:t> an object’s state—i.e., </a:t>
            </a:r>
            <a:r>
              <a:rPr lang="en-US" altLang="en-US" i="1" dirty="0">
                <a:solidFill>
                  <a:srgbClr val="000000"/>
                </a:solidFill>
              </a:rPr>
              <a:t>modify</a:t>
            </a:r>
            <a:r>
              <a:rPr lang="en-US" altLang="en-US" dirty="0">
                <a:solidFill>
                  <a:srgbClr val="000000"/>
                </a:solidFill>
              </a:rPr>
              <a:t> the values of instance variables. </a:t>
            </a:r>
          </a:p>
          <a:p>
            <a:pPr eaLnBrk="1" hangingPunct="1"/>
            <a:r>
              <a:rPr lang="en-US" altLang="en-US" i="1" dirty="0">
                <a:solidFill>
                  <a:srgbClr val="000000"/>
                </a:solidFill>
              </a:rPr>
              <a:t>Get </a:t>
            </a:r>
            <a:r>
              <a:rPr lang="en-US" altLang="en-US" dirty="0">
                <a:solidFill>
                  <a:srgbClr val="000000"/>
                </a:solidFill>
              </a:rPr>
              <a:t>methods are also commonly called </a:t>
            </a:r>
            <a:r>
              <a:rPr lang="en-US" altLang="en-US" dirty="0">
                <a:solidFill>
                  <a:srgbClr val="0000FF"/>
                </a:solidFill>
              </a:rPr>
              <a:t>accessor methods</a:t>
            </a:r>
            <a:r>
              <a:rPr lang="en-US" altLang="en-US" dirty="0">
                <a:solidFill>
                  <a:srgbClr val="000000"/>
                </a:solidFill>
              </a:rPr>
              <a:t> or </a:t>
            </a:r>
            <a:r>
              <a:rPr lang="en-US" altLang="en-US" dirty="0">
                <a:solidFill>
                  <a:srgbClr val="0000FF"/>
                </a:solidFill>
              </a:rPr>
              <a:t>query methods</a:t>
            </a:r>
            <a:r>
              <a:rPr lang="en-US" altLang="en-US" dirty="0">
                <a:solidFill>
                  <a:srgbClr val="000000"/>
                </a:solidFill>
              </a:rPr>
              <a:t>. </a:t>
            </a:r>
          </a:p>
        </p:txBody>
      </p:sp>
      <p:sp>
        <p:nvSpPr>
          <p:cNvPr id="4" name="Footer Placeholder 3">
            <a:extLst>
              <a:ext uri="{FF2B5EF4-FFF2-40B4-BE49-F238E27FC236}">
                <a16:creationId xmlns:a16="http://schemas.microsoft.com/office/drawing/2014/main" id="{5117E08E-B45E-46A0-B548-D2EEF5103386}"/>
              </a:ext>
            </a:extLst>
          </p:cNvPr>
          <p:cNvSpPr>
            <a:spLocks noGrp="1"/>
          </p:cNvSpPr>
          <p:nvPr>
            <p:ph type="ftr" sz="quarter" idx="4294967295"/>
          </p:nvPr>
        </p:nvSpPr>
        <p:spPr>
          <a:xfrm>
            <a:off x="4488296" y="6408739"/>
            <a:ext cx="7044267" cy="365125"/>
          </a:xfrm>
          <a:prstGeom prst="rect">
            <a:avLst/>
          </a:prstGeom>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186435034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E447A-4FF5-4350-8886-5BA86524541E}"/>
              </a:ext>
            </a:extLst>
          </p:cNvPr>
          <p:cNvSpPr>
            <a:spLocks noGrp="1"/>
          </p:cNvSpPr>
          <p:nvPr>
            <p:ph type="title"/>
          </p:nvPr>
        </p:nvSpPr>
        <p:spPr/>
        <p:txBody>
          <a:bodyPr>
            <a:normAutofit/>
          </a:bodyPr>
          <a:lstStyle/>
          <a:p>
            <a:pPr fontAlgn="auto">
              <a:spcAft>
                <a:spcPts val="0"/>
              </a:spcAft>
              <a:defRPr/>
            </a:pPr>
            <a:r>
              <a:rPr lang="en-US" dirty="0">
                <a:solidFill>
                  <a:srgbClr val="24B5A1"/>
                </a:solidFill>
                <a:latin typeface="Calibri" panose="020F0502020204030204" pitchFamily="34" charset="0"/>
              </a:rPr>
              <a:t>8.7  </a:t>
            </a:r>
            <a:r>
              <a:rPr lang="en-US" dirty="0">
                <a:solidFill>
                  <a:srgbClr val="3380E6"/>
                </a:solidFill>
                <a:latin typeface="Calibri" panose="020F0502020204030204" pitchFamily="34" charset="0"/>
              </a:rPr>
              <a:t>Notes on </a:t>
            </a:r>
            <a:r>
              <a:rPr lang="en-US" i="1" dirty="0">
                <a:solidFill>
                  <a:srgbClr val="3380E6"/>
                </a:solidFill>
                <a:latin typeface="Calibri" panose="020F0502020204030204" pitchFamily="34" charset="0"/>
              </a:rPr>
              <a:t>Set and Get Methods (Cont.)</a:t>
            </a:r>
          </a:p>
        </p:txBody>
      </p:sp>
      <p:sp>
        <p:nvSpPr>
          <p:cNvPr id="62467" name="Text Placeholder 2">
            <a:extLst>
              <a:ext uri="{FF2B5EF4-FFF2-40B4-BE49-F238E27FC236}">
                <a16:creationId xmlns:a16="http://schemas.microsoft.com/office/drawing/2014/main" id="{B89E70F5-97A4-4C99-8256-1D2B0556EF73}"/>
              </a:ext>
            </a:extLst>
          </p:cNvPr>
          <p:cNvSpPr>
            <a:spLocks noGrp="1"/>
          </p:cNvSpPr>
          <p:nvPr>
            <p:ph type="body" idx="1"/>
          </p:nvPr>
        </p:nvSpPr>
        <p:spPr/>
        <p:txBody>
          <a:bodyPr/>
          <a:lstStyle/>
          <a:p>
            <a:pPr eaLnBrk="1" hangingPunct="1">
              <a:lnSpc>
                <a:spcPct val="90000"/>
              </a:lnSpc>
            </a:pPr>
            <a:r>
              <a:rPr lang="en-US" altLang="en-US" sz="2500" dirty="0">
                <a:solidFill>
                  <a:srgbClr val="000000"/>
                </a:solidFill>
              </a:rPr>
              <a:t>It would seem that providing </a:t>
            </a:r>
            <a:r>
              <a:rPr lang="en-US" altLang="en-US" sz="2500" i="1" dirty="0">
                <a:solidFill>
                  <a:srgbClr val="000000"/>
                </a:solidFill>
              </a:rPr>
              <a:t>set </a:t>
            </a:r>
            <a:r>
              <a:rPr lang="en-US" altLang="en-US" sz="2500" dirty="0">
                <a:solidFill>
                  <a:srgbClr val="000000"/>
                </a:solidFill>
              </a:rPr>
              <a:t>and</a:t>
            </a:r>
            <a:r>
              <a:rPr lang="en-US" altLang="en-US" sz="2500" i="1" dirty="0">
                <a:solidFill>
                  <a:srgbClr val="000000"/>
                </a:solidFill>
              </a:rPr>
              <a:t> get </a:t>
            </a:r>
            <a:r>
              <a:rPr lang="en-US" altLang="en-US" sz="2500" dirty="0">
                <a:solidFill>
                  <a:srgbClr val="000000"/>
                </a:solidFill>
              </a:rPr>
              <a:t>capabilities is essentially the same as making a class’s instance variables </a:t>
            </a:r>
            <a:r>
              <a:rPr lang="en-US" altLang="en-US" sz="2500" dirty="0">
                <a:solidFill>
                  <a:srgbClr val="000000"/>
                </a:solidFill>
                <a:latin typeface="Consolas" panose="020B0609020204030204" pitchFamily="49" charset="0"/>
              </a:rPr>
              <a:t>public</a:t>
            </a:r>
            <a:r>
              <a:rPr lang="en-US" altLang="en-US" sz="2500" dirty="0">
                <a:solidFill>
                  <a:srgbClr val="000000"/>
                </a:solidFill>
              </a:rPr>
              <a:t>. </a:t>
            </a:r>
          </a:p>
          <a:p>
            <a:pPr lvl="1" eaLnBrk="1" hangingPunct="1">
              <a:lnSpc>
                <a:spcPct val="90000"/>
              </a:lnSpc>
            </a:pPr>
            <a:r>
              <a:rPr lang="en-US" altLang="en-US" sz="2100" dirty="0">
                <a:solidFill>
                  <a:srgbClr val="000000"/>
                </a:solidFill>
              </a:rPr>
              <a:t>A </a:t>
            </a:r>
            <a:r>
              <a:rPr lang="en-US" altLang="en-US" sz="2100" dirty="0">
                <a:solidFill>
                  <a:srgbClr val="000000"/>
                </a:solidFill>
                <a:latin typeface="Consolas" panose="020B0609020204030204" pitchFamily="49" charset="0"/>
              </a:rPr>
              <a:t>public</a:t>
            </a:r>
            <a:r>
              <a:rPr lang="en-US" altLang="en-US" sz="2100" dirty="0">
                <a:solidFill>
                  <a:srgbClr val="000000"/>
                </a:solidFill>
              </a:rPr>
              <a:t> instance variable can be read or written by any method that has a reference to an object that contains that variable. </a:t>
            </a:r>
          </a:p>
          <a:p>
            <a:pPr lvl="1" eaLnBrk="1" hangingPunct="1">
              <a:lnSpc>
                <a:spcPct val="90000"/>
              </a:lnSpc>
            </a:pPr>
            <a:r>
              <a:rPr lang="en-US" altLang="en-US" sz="2100" dirty="0">
                <a:solidFill>
                  <a:srgbClr val="000000"/>
                </a:solidFill>
              </a:rPr>
              <a:t>If an instance variable is declared </a:t>
            </a:r>
            <a:r>
              <a:rPr lang="en-US" altLang="en-US" sz="2100" dirty="0">
                <a:solidFill>
                  <a:srgbClr val="000000"/>
                </a:solidFill>
                <a:latin typeface="Consolas" panose="020B0609020204030204" pitchFamily="49" charset="0"/>
              </a:rPr>
              <a:t>private</a:t>
            </a:r>
            <a:r>
              <a:rPr lang="en-US" altLang="en-US" sz="2100" dirty="0">
                <a:solidFill>
                  <a:srgbClr val="000000"/>
                </a:solidFill>
              </a:rPr>
              <a:t>, a </a:t>
            </a:r>
            <a:r>
              <a:rPr lang="en-US" altLang="en-US" sz="2100" dirty="0">
                <a:solidFill>
                  <a:srgbClr val="000000"/>
                </a:solidFill>
                <a:latin typeface="Consolas" panose="020B0609020204030204" pitchFamily="49" charset="0"/>
              </a:rPr>
              <a:t>public</a:t>
            </a:r>
            <a:r>
              <a:rPr lang="en-US" altLang="en-US" sz="2100" dirty="0">
                <a:solidFill>
                  <a:srgbClr val="000000"/>
                </a:solidFill>
              </a:rPr>
              <a:t> </a:t>
            </a:r>
            <a:r>
              <a:rPr lang="en-US" altLang="en-US" sz="2100" i="1" dirty="0">
                <a:solidFill>
                  <a:srgbClr val="000000"/>
                </a:solidFill>
              </a:rPr>
              <a:t>get </a:t>
            </a:r>
            <a:r>
              <a:rPr lang="en-US" altLang="en-US" sz="2100" dirty="0">
                <a:solidFill>
                  <a:srgbClr val="000000"/>
                </a:solidFill>
              </a:rPr>
              <a:t>method certainly allows other methods to access it, but the </a:t>
            </a:r>
            <a:r>
              <a:rPr lang="en-US" altLang="en-US" sz="2100" i="1" dirty="0">
                <a:solidFill>
                  <a:srgbClr val="000000"/>
                </a:solidFill>
              </a:rPr>
              <a:t>get</a:t>
            </a:r>
            <a:r>
              <a:rPr lang="en-US" altLang="en-US" sz="2100" dirty="0">
                <a:solidFill>
                  <a:srgbClr val="000000"/>
                </a:solidFill>
              </a:rPr>
              <a:t> method can control how the client can access it. </a:t>
            </a:r>
          </a:p>
          <a:p>
            <a:pPr lvl="1" eaLnBrk="1" hangingPunct="1">
              <a:lnSpc>
                <a:spcPct val="90000"/>
              </a:lnSpc>
            </a:pPr>
            <a:r>
              <a:rPr lang="en-US" altLang="en-US" sz="2100" dirty="0">
                <a:solidFill>
                  <a:srgbClr val="000000"/>
                </a:solidFill>
              </a:rPr>
              <a:t>A </a:t>
            </a:r>
            <a:r>
              <a:rPr lang="en-US" altLang="en-US" sz="2100" dirty="0">
                <a:solidFill>
                  <a:srgbClr val="000000"/>
                </a:solidFill>
                <a:latin typeface="Consolas" panose="020B0609020204030204" pitchFamily="49" charset="0"/>
              </a:rPr>
              <a:t>public</a:t>
            </a:r>
            <a:r>
              <a:rPr lang="en-US" altLang="en-US" sz="2100" dirty="0">
                <a:solidFill>
                  <a:srgbClr val="000000"/>
                </a:solidFill>
              </a:rPr>
              <a:t> </a:t>
            </a:r>
            <a:r>
              <a:rPr lang="en-US" altLang="en-US" sz="2100" i="1" dirty="0">
                <a:solidFill>
                  <a:srgbClr val="000000"/>
                </a:solidFill>
              </a:rPr>
              <a:t>set </a:t>
            </a:r>
            <a:r>
              <a:rPr lang="en-US" altLang="en-US" sz="2100" dirty="0">
                <a:solidFill>
                  <a:srgbClr val="000000"/>
                </a:solidFill>
              </a:rPr>
              <a:t>method can—and should—carefully scrutinize at-tempts to modify the variable’s value to ensure valid values. </a:t>
            </a:r>
          </a:p>
          <a:p>
            <a:pPr eaLnBrk="1" hangingPunct="1">
              <a:lnSpc>
                <a:spcPct val="90000"/>
              </a:lnSpc>
            </a:pPr>
            <a:r>
              <a:rPr lang="en-US" altLang="en-US" sz="2500" dirty="0">
                <a:solidFill>
                  <a:srgbClr val="000000"/>
                </a:solidFill>
              </a:rPr>
              <a:t>Although </a:t>
            </a:r>
            <a:r>
              <a:rPr lang="en-US" altLang="en-US" sz="2500" i="1" dirty="0">
                <a:solidFill>
                  <a:srgbClr val="000000"/>
                </a:solidFill>
              </a:rPr>
              <a:t>set </a:t>
            </a:r>
            <a:r>
              <a:rPr lang="en-US" altLang="en-US" sz="2500" dirty="0">
                <a:solidFill>
                  <a:srgbClr val="000000"/>
                </a:solidFill>
              </a:rPr>
              <a:t>and</a:t>
            </a:r>
            <a:r>
              <a:rPr lang="en-US" altLang="en-US" sz="2500" i="1" dirty="0">
                <a:solidFill>
                  <a:srgbClr val="000000"/>
                </a:solidFill>
              </a:rPr>
              <a:t> get </a:t>
            </a:r>
            <a:r>
              <a:rPr lang="en-US" altLang="en-US" sz="2500" dirty="0">
                <a:solidFill>
                  <a:srgbClr val="000000"/>
                </a:solidFill>
              </a:rPr>
              <a:t>methods provide access to </a:t>
            </a:r>
            <a:r>
              <a:rPr lang="en-US" altLang="en-US" sz="2500" dirty="0">
                <a:solidFill>
                  <a:srgbClr val="000000"/>
                </a:solidFill>
                <a:latin typeface="Consolas" panose="020B0609020204030204" pitchFamily="49" charset="0"/>
              </a:rPr>
              <a:t>private</a:t>
            </a:r>
            <a:r>
              <a:rPr lang="en-US" altLang="en-US" sz="2500" dirty="0">
                <a:solidFill>
                  <a:srgbClr val="000000"/>
                </a:solidFill>
              </a:rPr>
              <a:t> data, it is restricted by the implementation of the methods</a:t>
            </a:r>
            <a:r>
              <a:rPr lang="en-US" altLang="en-US" sz="2500" i="1" dirty="0">
                <a:solidFill>
                  <a:srgbClr val="000000"/>
                </a:solidFill>
              </a:rPr>
              <a:t>. </a:t>
            </a:r>
          </a:p>
        </p:txBody>
      </p:sp>
      <p:sp>
        <p:nvSpPr>
          <p:cNvPr id="4" name="Footer Placeholder 3">
            <a:extLst>
              <a:ext uri="{FF2B5EF4-FFF2-40B4-BE49-F238E27FC236}">
                <a16:creationId xmlns:a16="http://schemas.microsoft.com/office/drawing/2014/main" id="{9249B805-AF71-4FE1-85AB-056A912FA4B8}"/>
              </a:ext>
            </a:extLst>
          </p:cNvPr>
          <p:cNvSpPr>
            <a:spLocks noGrp="1"/>
          </p:cNvSpPr>
          <p:nvPr>
            <p:ph type="ftr" sz="quarter" idx="4294967295"/>
          </p:nvPr>
        </p:nvSpPr>
        <p:spPr>
          <a:xfrm>
            <a:off x="4488296" y="6408739"/>
            <a:ext cx="7044267" cy="365125"/>
          </a:xfrm>
          <a:prstGeom prst="rect">
            <a:avLst/>
          </a:prstGeom>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2914791677"/>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Picture 2" descr="jhtp_08_OBP_Page_38">
            <a:extLst>
              <a:ext uri="{FF2B5EF4-FFF2-40B4-BE49-F238E27FC236}">
                <a16:creationId xmlns:a16="http://schemas.microsoft.com/office/drawing/2014/main" id="{027CE0E1-7E0A-49C8-8358-E82546507981}"/>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1271588"/>
            <a:ext cx="12192000" cy="4314825"/>
          </a:xfrm>
          <a:prstGeom prst="rect">
            <a:avLst/>
          </a:prstGeom>
        </p:spPr>
      </p:pic>
      <p:sp>
        <p:nvSpPr>
          <p:cNvPr id="2" name="Footer Placeholder 1">
            <a:extLst>
              <a:ext uri="{FF2B5EF4-FFF2-40B4-BE49-F238E27FC236}">
                <a16:creationId xmlns:a16="http://schemas.microsoft.com/office/drawing/2014/main" id="{6A6BC42E-16EC-4BD9-A155-A773D568176C}"/>
              </a:ext>
            </a:extLst>
          </p:cNvPr>
          <p:cNvSpPr>
            <a:spLocks noGrp="1"/>
          </p:cNvSpPr>
          <p:nvPr>
            <p:ph type="ftr" sz="quarter" idx="4294967295"/>
          </p:nvPr>
        </p:nvSpPr>
        <p:spPr>
          <a:xfrm>
            <a:off x="609600" y="6408739"/>
            <a:ext cx="8365067" cy="365125"/>
          </a:xfrm>
          <a:prstGeom prst="rect">
            <a:avLst/>
          </a:prstGeom>
        </p:spPr>
        <p:txBody>
          <a:bodyPr/>
          <a:lstStyle/>
          <a:p>
            <a:r>
              <a:rPr lang="en-US"/>
              <a:t>© Copyright 1992-2018 by Pearson Education, Inc. All Rights Reserved.</a:t>
            </a:r>
          </a:p>
        </p:txBody>
      </p:sp>
    </p:spTree>
    <p:extLst>
      <p:ext uri="{BB962C8B-B14F-4D97-AF65-F5344CB8AC3E}">
        <p14:creationId xmlns:p14="http://schemas.microsoft.com/office/powerpoint/2010/main" val="2521722261"/>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B01E87-6066-43CB-9A44-E71DF6BC2C9D}"/>
              </a:ext>
            </a:extLst>
          </p:cNvPr>
          <p:cNvSpPr>
            <a:spLocks noGrp="1"/>
          </p:cNvSpPr>
          <p:nvPr>
            <p:ph type="title"/>
          </p:nvPr>
        </p:nvSpPr>
        <p:spPr/>
        <p:txBody>
          <a:bodyPr>
            <a:normAutofit/>
          </a:bodyPr>
          <a:lstStyle/>
          <a:p>
            <a:pPr fontAlgn="auto">
              <a:spcAft>
                <a:spcPts val="0"/>
              </a:spcAft>
              <a:defRPr/>
            </a:pPr>
            <a:r>
              <a:rPr lang="en-US" dirty="0">
                <a:solidFill>
                  <a:srgbClr val="24B5A1"/>
                </a:solidFill>
                <a:latin typeface="Calibri" panose="020F0502020204030204" pitchFamily="34" charset="0"/>
              </a:rPr>
              <a:t>8.7  </a:t>
            </a:r>
            <a:r>
              <a:rPr lang="en-US" dirty="0">
                <a:solidFill>
                  <a:srgbClr val="3380E6"/>
                </a:solidFill>
                <a:latin typeface="Calibri" panose="020F0502020204030204" pitchFamily="34" charset="0"/>
              </a:rPr>
              <a:t>Notes on </a:t>
            </a:r>
            <a:r>
              <a:rPr lang="en-US" i="1" dirty="0">
                <a:solidFill>
                  <a:srgbClr val="3380E6"/>
                </a:solidFill>
                <a:latin typeface="Calibri" panose="020F0502020204030204" pitchFamily="34" charset="0"/>
              </a:rPr>
              <a:t>Set and Get Methods (Cont.)</a:t>
            </a:r>
          </a:p>
        </p:txBody>
      </p:sp>
      <p:sp>
        <p:nvSpPr>
          <p:cNvPr id="65539" name="Text Placeholder 2">
            <a:extLst>
              <a:ext uri="{FF2B5EF4-FFF2-40B4-BE49-F238E27FC236}">
                <a16:creationId xmlns:a16="http://schemas.microsoft.com/office/drawing/2014/main" id="{42CA76A2-EDD8-4477-A188-E55CF6DA947A}"/>
              </a:ext>
            </a:extLst>
          </p:cNvPr>
          <p:cNvSpPr>
            <a:spLocks noGrp="1"/>
          </p:cNvSpPr>
          <p:nvPr>
            <p:ph type="body" idx="1"/>
          </p:nvPr>
        </p:nvSpPr>
        <p:spPr/>
        <p:txBody>
          <a:bodyPr/>
          <a:lstStyle/>
          <a:p>
            <a:pPr marL="109537" indent="0" eaLnBrk="1" hangingPunct="1">
              <a:lnSpc>
                <a:spcPct val="90000"/>
              </a:lnSpc>
              <a:buNone/>
            </a:pPr>
            <a:r>
              <a:rPr lang="en-US" altLang="en-US" b="1" i="1" dirty="0">
                <a:solidFill>
                  <a:srgbClr val="000000"/>
                </a:solidFill>
                <a:cs typeface="Times New Roman" panose="02020603050405020304" pitchFamily="18" charset="0"/>
              </a:rPr>
              <a:t>Validity Checking in </a:t>
            </a:r>
            <a:r>
              <a:rPr lang="en-US" altLang="en-US" b="1" dirty="0">
                <a:solidFill>
                  <a:srgbClr val="000000"/>
                </a:solidFill>
                <a:cs typeface="Times New Roman" panose="02020603050405020304" pitchFamily="18" charset="0"/>
              </a:rPr>
              <a:t>Set</a:t>
            </a:r>
            <a:r>
              <a:rPr lang="en-US" altLang="en-US" b="1" i="1" dirty="0">
                <a:solidFill>
                  <a:srgbClr val="000000"/>
                </a:solidFill>
                <a:cs typeface="Times New Roman" panose="02020603050405020304" pitchFamily="18" charset="0"/>
              </a:rPr>
              <a:t> Methods</a:t>
            </a:r>
          </a:p>
          <a:p>
            <a:pPr eaLnBrk="1" hangingPunct="1">
              <a:lnSpc>
                <a:spcPct val="90000"/>
              </a:lnSpc>
            </a:pPr>
            <a:r>
              <a:rPr lang="en-US" altLang="en-US" dirty="0">
                <a:solidFill>
                  <a:srgbClr val="000000"/>
                </a:solidFill>
              </a:rPr>
              <a:t>The benefits of data integrity do not follow automatically simply because instance variables are declared </a:t>
            </a:r>
            <a:r>
              <a:rPr lang="en-US" altLang="en-US" dirty="0">
                <a:solidFill>
                  <a:srgbClr val="000000"/>
                </a:solidFill>
                <a:latin typeface="Consolas" panose="020B0609020204030204" pitchFamily="49" charset="0"/>
              </a:rPr>
              <a:t>private</a:t>
            </a:r>
            <a:r>
              <a:rPr lang="en-US" altLang="en-US" dirty="0">
                <a:solidFill>
                  <a:srgbClr val="000000"/>
                </a:solidFill>
              </a:rPr>
              <a:t>—you must provide validity checking. </a:t>
            </a:r>
          </a:p>
          <a:p>
            <a:pPr marL="109537" indent="0" eaLnBrk="1" hangingPunct="1">
              <a:lnSpc>
                <a:spcPct val="90000"/>
              </a:lnSpc>
              <a:buNone/>
            </a:pPr>
            <a:r>
              <a:rPr lang="en-US" altLang="en-US" b="1" i="1" dirty="0">
                <a:solidFill>
                  <a:srgbClr val="000000"/>
                </a:solidFill>
                <a:cs typeface="Times New Roman" panose="02020603050405020304" pitchFamily="18" charset="0"/>
              </a:rPr>
              <a:t>Predicate Methods</a:t>
            </a:r>
          </a:p>
          <a:p>
            <a:pPr eaLnBrk="1" hangingPunct="1">
              <a:lnSpc>
                <a:spcPct val="90000"/>
              </a:lnSpc>
            </a:pPr>
            <a:r>
              <a:rPr lang="en-US" altLang="en-US" dirty="0">
                <a:solidFill>
                  <a:srgbClr val="000000"/>
                </a:solidFill>
              </a:rPr>
              <a:t>Another common use for accessor methods is to test whether a condition is </a:t>
            </a:r>
            <a:r>
              <a:rPr lang="en-US" altLang="en-US" i="1" dirty="0">
                <a:solidFill>
                  <a:srgbClr val="000000"/>
                </a:solidFill>
              </a:rPr>
              <a:t>true</a:t>
            </a:r>
            <a:r>
              <a:rPr lang="en-US" altLang="en-US" dirty="0">
                <a:solidFill>
                  <a:srgbClr val="000000"/>
                </a:solidFill>
              </a:rPr>
              <a:t> or </a:t>
            </a:r>
            <a:r>
              <a:rPr lang="en-US" altLang="en-US" i="1" dirty="0">
                <a:solidFill>
                  <a:srgbClr val="000000"/>
                </a:solidFill>
              </a:rPr>
              <a:t>false</a:t>
            </a:r>
            <a:r>
              <a:rPr lang="en-US" altLang="en-US" dirty="0">
                <a:solidFill>
                  <a:srgbClr val="000000"/>
                </a:solidFill>
              </a:rPr>
              <a:t>—such methods are often called </a:t>
            </a:r>
            <a:r>
              <a:rPr lang="en-US" altLang="en-US" dirty="0">
                <a:solidFill>
                  <a:srgbClr val="0000FF"/>
                </a:solidFill>
              </a:rPr>
              <a:t>predicate methods.</a:t>
            </a:r>
            <a:r>
              <a:rPr lang="en-US" altLang="en-US" dirty="0">
                <a:solidFill>
                  <a:srgbClr val="000000"/>
                </a:solidFill>
              </a:rPr>
              <a:t> </a:t>
            </a:r>
          </a:p>
          <a:p>
            <a:pPr lvl="1" eaLnBrk="1" hangingPunct="1">
              <a:lnSpc>
                <a:spcPct val="90000"/>
              </a:lnSpc>
            </a:pPr>
            <a:r>
              <a:rPr lang="en-US" altLang="en-US" dirty="0">
                <a:solidFill>
                  <a:srgbClr val="000000"/>
                </a:solidFill>
              </a:rPr>
              <a:t>Example: </a:t>
            </a:r>
            <a:r>
              <a:rPr lang="en-US" altLang="en-US" dirty="0" err="1">
                <a:solidFill>
                  <a:srgbClr val="000000"/>
                </a:solidFill>
                <a:latin typeface="Consolas" panose="020B0609020204030204" pitchFamily="49" charset="0"/>
              </a:rPr>
              <a:t>ArrayList</a:t>
            </a:r>
            <a:r>
              <a:rPr lang="en-US" altLang="en-US" dirty="0" err="1">
                <a:solidFill>
                  <a:srgbClr val="000000"/>
                </a:solidFill>
              </a:rPr>
              <a:t>’s</a:t>
            </a:r>
            <a:r>
              <a:rPr lang="en-US" altLang="en-US" dirty="0">
                <a:solidFill>
                  <a:srgbClr val="000000"/>
                </a:solidFill>
              </a:rPr>
              <a:t> </a:t>
            </a:r>
            <a:r>
              <a:rPr lang="en-US" altLang="en-US" dirty="0" err="1">
                <a:solidFill>
                  <a:srgbClr val="000000"/>
                </a:solidFill>
                <a:latin typeface="Consolas" panose="020B0609020204030204" pitchFamily="49" charset="0"/>
              </a:rPr>
              <a:t>isEmpty</a:t>
            </a:r>
            <a:r>
              <a:rPr lang="en-US" altLang="en-US" dirty="0">
                <a:solidFill>
                  <a:srgbClr val="000000"/>
                </a:solidFill>
              </a:rPr>
              <a:t> method, which returns </a:t>
            </a:r>
            <a:r>
              <a:rPr lang="en-US" altLang="en-US" dirty="0">
                <a:solidFill>
                  <a:srgbClr val="000000"/>
                </a:solidFill>
                <a:latin typeface="Consolas" panose="020B0609020204030204" pitchFamily="49" charset="0"/>
              </a:rPr>
              <a:t>true</a:t>
            </a:r>
            <a:r>
              <a:rPr lang="en-US" altLang="en-US" dirty="0">
                <a:solidFill>
                  <a:srgbClr val="000000"/>
                </a:solidFill>
              </a:rPr>
              <a:t> if the </a:t>
            </a:r>
            <a:r>
              <a:rPr lang="en-US" altLang="en-US" dirty="0" err="1">
                <a:solidFill>
                  <a:srgbClr val="000000"/>
                </a:solidFill>
                <a:latin typeface="Consolas" panose="020B0609020204030204" pitchFamily="49" charset="0"/>
              </a:rPr>
              <a:t>ArrayList</a:t>
            </a:r>
            <a:r>
              <a:rPr lang="en-US" altLang="en-US" dirty="0">
                <a:solidFill>
                  <a:srgbClr val="000000"/>
                </a:solidFill>
              </a:rPr>
              <a:t> is empty and </a:t>
            </a:r>
            <a:r>
              <a:rPr lang="en-US" altLang="en-US" dirty="0">
                <a:solidFill>
                  <a:srgbClr val="000000"/>
                </a:solidFill>
                <a:latin typeface="Consolas" panose="020B0609020204030204" pitchFamily="49" charset="0"/>
              </a:rPr>
              <a:t>false</a:t>
            </a:r>
            <a:r>
              <a:rPr lang="en-US" altLang="en-US" dirty="0">
                <a:solidFill>
                  <a:srgbClr val="000000"/>
                </a:solidFill>
              </a:rPr>
              <a:t> otherwise. </a:t>
            </a:r>
          </a:p>
        </p:txBody>
      </p:sp>
      <p:sp>
        <p:nvSpPr>
          <p:cNvPr id="4" name="Footer Placeholder 3">
            <a:extLst>
              <a:ext uri="{FF2B5EF4-FFF2-40B4-BE49-F238E27FC236}">
                <a16:creationId xmlns:a16="http://schemas.microsoft.com/office/drawing/2014/main" id="{6F8AE398-ACAD-4425-B63E-7D317C0C8CF8}"/>
              </a:ext>
            </a:extLst>
          </p:cNvPr>
          <p:cNvSpPr>
            <a:spLocks noGrp="1"/>
          </p:cNvSpPr>
          <p:nvPr>
            <p:ph type="ftr" sz="quarter" idx="4294967295"/>
          </p:nvPr>
        </p:nvSpPr>
        <p:spPr>
          <a:xfrm>
            <a:off x="4488296" y="6408739"/>
            <a:ext cx="7044267" cy="365125"/>
          </a:xfrm>
          <a:prstGeom prst="rect">
            <a:avLst/>
          </a:prstGeom>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2902381771"/>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8_OBP_Page_39">
            <a:extLst>
              <a:ext uri="{FF2B5EF4-FFF2-40B4-BE49-F238E27FC236}">
                <a16:creationId xmlns:a16="http://schemas.microsoft.com/office/drawing/2014/main" id="{8D6DA87F-6815-49ED-9BDE-582EEBFB5D41}"/>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1169988"/>
            <a:ext cx="12192000" cy="4516437"/>
          </a:xfrm>
          <a:prstGeom prst="rect">
            <a:avLst/>
          </a:prstGeom>
        </p:spPr>
      </p:pic>
      <p:sp>
        <p:nvSpPr>
          <p:cNvPr id="2" name="Footer Placeholder 1">
            <a:extLst>
              <a:ext uri="{FF2B5EF4-FFF2-40B4-BE49-F238E27FC236}">
                <a16:creationId xmlns:a16="http://schemas.microsoft.com/office/drawing/2014/main" id="{AA7AF2F8-424E-4135-98CC-2965FF681FCB}"/>
              </a:ext>
            </a:extLst>
          </p:cNvPr>
          <p:cNvSpPr>
            <a:spLocks noGrp="1"/>
          </p:cNvSpPr>
          <p:nvPr>
            <p:ph type="ftr" sz="quarter" idx="4294967295"/>
          </p:nvPr>
        </p:nvSpPr>
        <p:spPr>
          <a:xfrm>
            <a:off x="609600" y="6408739"/>
            <a:ext cx="8365067" cy="365125"/>
          </a:xfrm>
          <a:prstGeom prst="rect">
            <a:avLst/>
          </a:prstGeom>
        </p:spPr>
        <p:txBody>
          <a:bodyPr/>
          <a:lstStyle/>
          <a:p>
            <a:r>
              <a:rPr lang="en-US"/>
              <a:t>© Copyright 1992-2018 by Pearson Education, Inc. All Rights Reserved.</a:t>
            </a:r>
          </a:p>
        </p:txBody>
      </p:sp>
    </p:spTree>
    <p:extLst>
      <p:ext uri="{BB962C8B-B14F-4D97-AF65-F5344CB8AC3E}">
        <p14:creationId xmlns:p14="http://schemas.microsoft.com/office/powerpoint/2010/main" val="2094941682"/>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8_OBP_Page_40">
            <a:extLst>
              <a:ext uri="{FF2B5EF4-FFF2-40B4-BE49-F238E27FC236}">
                <a16:creationId xmlns:a16="http://schemas.microsoft.com/office/drawing/2014/main" id="{78FFB926-41AC-49C7-9F27-8463067EEC73}"/>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373063"/>
            <a:ext cx="12192000" cy="6110287"/>
          </a:xfrm>
          <a:prstGeom prst="rect">
            <a:avLst/>
          </a:prstGeom>
        </p:spPr>
      </p:pic>
      <p:sp>
        <p:nvSpPr>
          <p:cNvPr id="2" name="Footer Placeholder 1">
            <a:extLst>
              <a:ext uri="{FF2B5EF4-FFF2-40B4-BE49-F238E27FC236}">
                <a16:creationId xmlns:a16="http://schemas.microsoft.com/office/drawing/2014/main" id="{4FB02D48-91BF-4124-B3A9-FBD10CA20B73}"/>
              </a:ext>
            </a:extLst>
          </p:cNvPr>
          <p:cNvSpPr>
            <a:spLocks noGrp="1"/>
          </p:cNvSpPr>
          <p:nvPr>
            <p:ph type="ftr" sz="quarter" idx="4294967295"/>
          </p:nvPr>
        </p:nvSpPr>
        <p:spPr>
          <a:xfrm>
            <a:off x="609600" y="6408739"/>
            <a:ext cx="8365067" cy="365125"/>
          </a:xfrm>
          <a:prstGeom prst="rect">
            <a:avLst/>
          </a:prstGeom>
        </p:spPr>
        <p:txBody>
          <a:bodyPr/>
          <a:lstStyle/>
          <a:p>
            <a:r>
              <a:rPr lang="en-US"/>
              <a:t>© Copyright 1992-2018 by Pearson Education, Inc. All Rights Reserved.</a:t>
            </a:r>
          </a:p>
        </p:txBody>
      </p:sp>
    </p:spTree>
    <p:extLst>
      <p:ext uri="{BB962C8B-B14F-4D97-AF65-F5344CB8AC3E}">
        <p14:creationId xmlns:p14="http://schemas.microsoft.com/office/powerpoint/2010/main" val="3712717131"/>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2B6E76-2C1A-4371-A787-948C9646E029}"/>
              </a:ext>
            </a:extLst>
          </p:cNvPr>
          <p:cNvSpPr>
            <a:spLocks noGrp="1"/>
          </p:cNvSpPr>
          <p:nvPr>
            <p:ph type="title"/>
          </p:nvPr>
        </p:nvSpPr>
        <p:spPr/>
        <p:txBody>
          <a:bodyPr/>
          <a:lstStyle/>
          <a:p>
            <a:pPr fontAlgn="auto">
              <a:spcAft>
                <a:spcPts val="0"/>
              </a:spcAft>
              <a:defRPr/>
            </a:pPr>
            <a:r>
              <a:rPr lang="en-US" dirty="0">
                <a:solidFill>
                  <a:srgbClr val="24B5A1"/>
                </a:solidFill>
                <a:latin typeface="Calibri" panose="020F0502020204030204" pitchFamily="34" charset="0"/>
              </a:rPr>
              <a:t>8.8  </a:t>
            </a:r>
            <a:r>
              <a:rPr lang="en-US" dirty="0">
                <a:solidFill>
                  <a:srgbClr val="3380E6"/>
                </a:solidFill>
                <a:latin typeface="Calibri" panose="020F0502020204030204" pitchFamily="34" charset="0"/>
              </a:rPr>
              <a:t>Composition</a:t>
            </a:r>
          </a:p>
        </p:txBody>
      </p:sp>
      <p:sp>
        <p:nvSpPr>
          <p:cNvPr id="68611" name="Text Placeholder 2">
            <a:extLst>
              <a:ext uri="{FF2B5EF4-FFF2-40B4-BE49-F238E27FC236}">
                <a16:creationId xmlns:a16="http://schemas.microsoft.com/office/drawing/2014/main" id="{952273C1-2F86-43AF-ABB8-9DAE8786CE20}"/>
              </a:ext>
            </a:extLst>
          </p:cNvPr>
          <p:cNvSpPr>
            <a:spLocks noGrp="1"/>
          </p:cNvSpPr>
          <p:nvPr>
            <p:ph type="body" idx="1"/>
          </p:nvPr>
        </p:nvSpPr>
        <p:spPr/>
        <p:txBody>
          <a:bodyPr/>
          <a:lstStyle/>
          <a:p>
            <a:pPr eaLnBrk="1" hangingPunct="1"/>
            <a:r>
              <a:rPr lang="en-US" altLang="en-US" dirty="0">
                <a:solidFill>
                  <a:srgbClr val="000000"/>
                </a:solidFill>
              </a:rPr>
              <a:t>A class can have references to objects of other classes as members. </a:t>
            </a:r>
          </a:p>
          <a:p>
            <a:pPr eaLnBrk="1" hangingPunct="1"/>
            <a:r>
              <a:rPr lang="en-US" altLang="en-US" dirty="0">
                <a:solidFill>
                  <a:srgbClr val="000000"/>
                </a:solidFill>
              </a:rPr>
              <a:t>This is called </a:t>
            </a:r>
            <a:r>
              <a:rPr lang="en-US" altLang="en-US" dirty="0">
                <a:solidFill>
                  <a:srgbClr val="0000FF"/>
                </a:solidFill>
              </a:rPr>
              <a:t>composition</a:t>
            </a:r>
            <a:r>
              <a:rPr lang="en-US" altLang="en-US" dirty="0">
                <a:solidFill>
                  <a:srgbClr val="000000"/>
                </a:solidFill>
              </a:rPr>
              <a:t> and is sometimes referred to as a </a:t>
            </a:r>
            <a:r>
              <a:rPr lang="en-US" altLang="en-US" i="1" dirty="0">
                <a:solidFill>
                  <a:srgbClr val="0000FF"/>
                </a:solidFill>
              </a:rPr>
              <a:t>has-a</a:t>
            </a:r>
            <a:r>
              <a:rPr lang="en-US" altLang="en-US" dirty="0">
                <a:solidFill>
                  <a:srgbClr val="0000FF"/>
                </a:solidFill>
              </a:rPr>
              <a:t> relationship</a:t>
            </a:r>
            <a:r>
              <a:rPr lang="en-US" altLang="en-US" dirty="0">
                <a:solidFill>
                  <a:srgbClr val="000000"/>
                </a:solidFill>
              </a:rPr>
              <a:t>. </a:t>
            </a:r>
          </a:p>
          <a:p>
            <a:pPr eaLnBrk="1" hangingPunct="1"/>
            <a:r>
              <a:rPr lang="en-US" altLang="en-US" dirty="0">
                <a:solidFill>
                  <a:srgbClr val="000000"/>
                </a:solidFill>
              </a:rPr>
              <a:t>Example: An </a:t>
            </a:r>
            <a:r>
              <a:rPr lang="en-US" altLang="en-US" dirty="0" err="1">
                <a:solidFill>
                  <a:srgbClr val="000000"/>
                </a:solidFill>
                <a:latin typeface="Consolas" panose="020B0609020204030204" pitchFamily="49" charset="0"/>
              </a:rPr>
              <a:t>AlarmClock</a:t>
            </a:r>
            <a:r>
              <a:rPr lang="en-US" altLang="en-US" dirty="0">
                <a:solidFill>
                  <a:srgbClr val="000000"/>
                </a:solidFill>
              </a:rPr>
              <a:t> object needs to know the current time and the time when it’s supposed to sound its alarm, so it’s reasonable to include two references to </a:t>
            </a:r>
            <a:r>
              <a:rPr lang="en-US" altLang="en-US" dirty="0">
                <a:solidFill>
                  <a:srgbClr val="000000"/>
                </a:solidFill>
                <a:latin typeface="Consolas" panose="020B0609020204030204" pitchFamily="49" charset="0"/>
              </a:rPr>
              <a:t>Time</a:t>
            </a:r>
            <a:r>
              <a:rPr lang="en-US" altLang="en-US" dirty="0">
                <a:solidFill>
                  <a:srgbClr val="000000"/>
                </a:solidFill>
              </a:rPr>
              <a:t> objects in an </a:t>
            </a:r>
            <a:r>
              <a:rPr lang="en-US" altLang="en-US" dirty="0" err="1">
                <a:solidFill>
                  <a:srgbClr val="000000"/>
                </a:solidFill>
                <a:latin typeface="Consolas" panose="020B0609020204030204" pitchFamily="49" charset="0"/>
              </a:rPr>
              <a:t>AlarmClock</a:t>
            </a:r>
            <a:r>
              <a:rPr lang="en-US" altLang="en-US" dirty="0">
                <a:solidFill>
                  <a:srgbClr val="000000"/>
                </a:solidFill>
              </a:rPr>
              <a:t> object. </a:t>
            </a:r>
          </a:p>
        </p:txBody>
      </p:sp>
    </p:spTree>
    <p:extLst>
      <p:ext uri="{BB962C8B-B14F-4D97-AF65-F5344CB8AC3E}">
        <p14:creationId xmlns:p14="http://schemas.microsoft.com/office/powerpoint/2010/main" val="3163608056"/>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8_OBP_Page_42">
            <a:extLst>
              <a:ext uri="{FF2B5EF4-FFF2-40B4-BE49-F238E27FC236}">
                <a16:creationId xmlns:a16="http://schemas.microsoft.com/office/drawing/2014/main" id="{6A6BD142-6C33-4F0C-BAC7-B61A17284CC2}"/>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898525"/>
            <a:ext cx="12192000" cy="5060950"/>
          </a:xfrm>
          <a:prstGeom prst="rect">
            <a:avLst/>
          </a:prstGeom>
        </p:spPr>
      </p:pic>
      <p:sp>
        <p:nvSpPr>
          <p:cNvPr id="2" name="Footer Placeholder 1">
            <a:extLst>
              <a:ext uri="{FF2B5EF4-FFF2-40B4-BE49-F238E27FC236}">
                <a16:creationId xmlns:a16="http://schemas.microsoft.com/office/drawing/2014/main" id="{75F47F5C-E4C4-4D5A-841F-A68965B0688A}"/>
              </a:ext>
            </a:extLst>
          </p:cNvPr>
          <p:cNvSpPr>
            <a:spLocks noGrp="1"/>
          </p:cNvSpPr>
          <p:nvPr>
            <p:ph type="ftr" sz="quarter" idx="4294967295"/>
          </p:nvPr>
        </p:nvSpPr>
        <p:spPr>
          <a:xfrm>
            <a:off x="609600" y="6408739"/>
            <a:ext cx="8365067" cy="365125"/>
          </a:xfrm>
          <a:prstGeom prst="rect">
            <a:avLst/>
          </a:prstGeom>
        </p:spPr>
        <p:txBody>
          <a:bodyPr/>
          <a:lstStyle/>
          <a:p>
            <a:r>
              <a:rPr lang="en-US"/>
              <a:t>© Copyright 1992-2018 by Pearson Education, Inc. All Rights Reserved.</a:t>
            </a:r>
          </a:p>
        </p:txBody>
      </p:sp>
    </p:spTree>
    <p:extLst>
      <p:ext uri="{BB962C8B-B14F-4D97-AF65-F5344CB8AC3E}">
        <p14:creationId xmlns:p14="http://schemas.microsoft.com/office/powerpoint/2010/main" val="1165994274"/>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8_OBP_Page_43">
            <a:extLst>
              <a:ext uri="{FF2B5EF4-FFF2-40B4-BE49-F238E27FC236}">
                <a16:creationId xmlns:a16="http://schemas.microsoft.com/office/drawing/2014/main" id="{4BB730CF-525E-425F-A6C9-9AB03DCC3784}"/>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317500"/>
            <a:ext cx="12192000" cy="6221413"/>
          </a:xfrm>
          <a:prstGeom prst="rect">
            <a:avLst/>
          </a:prstGeom>
        </p:spPr>
      </p:pic>
      <p:sp>
        <p:nvSpPr>
          <p:cNvPr id="2" name="Footer Placeholder 1">
            <a:extLst>
              <a:ext uri="{FF2B5EF4-FFF2-40B4-BE49-F238E27FC236}">
                <a16:creationId xmlns:a16="http://schemas.microsoft.com/office/drawing/2014/main" id="{16220205-0478-492E-9206-714816C079D1}"/>
              </a:ext>
            </a:extLst>
          </p:cNvPr>
          <p:cNvSpPr>
            <a:spLocks noGrp="1"/>
          </p:cNvSpPr>
          <p:nvPr>
            <p:ph type="ftr" sz="quarter" idx="4294967295"/>
          </p:nvPr>
        </p:nvSpPr>
        <p:spPr>
          <a:xfrm>
            <a:off x="609600" y="6408739"/>
            <a:ext cx="8365067" cy="365125"/>
          </a:xfrm>
          <a:prstGeom prst="rect">
            <a:avLst/>
          </a:prstGeom>
        </p:spPr>
        <p:txBody>
          <a:bodyPr/>
          <a:lstStyle/>
          <a:p>
            <a:r>
              <a:rPr lang="en-US"/>
              <a:t>© Copyright 1992-2018 by Pearson Education, Inc. All Rights Reserved.</a:t>
            </a:r>
          </a:p>
        </p:txBody>
      </p:sp>
    </p:spTree>
    <p:extLst>
      <p:ext uri="{BB962C8B-B14F-4D97-AF65-F5344CB8AC3E}">
        <p14:creationId xmlns:p14="http://schemas.microsoft.com/office/powerpoint/2010/main" val="1206524882"/>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8_OBP_Page_44">
            <a:extLst>
              <a:ext uri="{FF2B5EF4-FFF2-40B4-BE49-F238E27FC236}">
                <a16:creationId xmlns:a16="http://schemas.microsoft.com/office/drawing/2014/main" id="{CD06762A-18D7-440D-99AB-B11817D09E4A}"/>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431800" y="0"/>
            <a:ext cx="11328400" cy="6858000"/>
          </a:xfrm>
          <a:prstGeom prst="rect">
            <a:avLst/>
          </a:prstGeom>
        </p:spPr>
      </p:pic>
      <p:sp>
        <p:nvSpPr>
          <p:cNvPr id="2" name="Footer Placeholder 1">
            <a:extLst>
              <a:ext uri="{FF2B5EF4-FFF2-40B4-BE49-F238E27FC236}">
                <a16:creationId xmlns:a16="http://schemas.microsoft.com/office/drawing/2014/main" id="{EA4CE368-AB7D-4626-B252-3206B8D0BD8F}"/>
              </a:ext>
            </a:extLst>
          </p:cNvPr>
          <p:cNvSpPr>
            <a:spLocks noGrp="1"/>
          </p:cNvSpPr>
          <p:nvPr>
            <p:ph type="ftr" sz="quarter" idx="4294967295"/>
          </p:nvPr>
        </p:nvSpPr>
        <p:spPr>
          <a:xfrm>
            <a:off x="609600" y="6408739"/>
            <a:ext cx="8365067" cy="365125"/>
          </a:xfrm>
          <a:prstGeom prst="rect">
            <a:avLst/>
          </a:prstGeom>
        </p:spPr>
        <p:txBody>
          <a:bodyPr/>
          <a:lstStyle/>
          <a:p>
            <a:r>
              <a:rPr lang="en-US"/>
              <a:t>© Copyright 1992-2018 by Pearson Education, Inc. All Rights Reserved.</a:t>
            </a:r>
          </a:p>
        </p:txBody>
      </p:sp>
    </p:spTree>
    <p:extLst>
      <p:ext uri="{BB962C8B-B14F-4D97-AF65-F5344CB8AC3E}">
        <p14:creationId xmlns:p14="http://schemas.microsoft.com/office/powerpoint/2010/main" val="1635923121"/>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8_OBP_Page_45">
            <a:extLst>
              <a:ext uri="{FF2B5EF4-FFF2-40B4-BE49-F238E27FC236}">
                <a16:creationId xmlns:a16="http://schemas.microsoft.com/office/drawing/2014/main" id="{F91DF145-0BD9-478F-9147-B5BE982EEBE3}"/>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1362075" y="0"/>
            <a:ext cx="9466263" cy="6858000"/>
          </a:xfrm>
          <a:prstGeom prst="rect">
            <a:avLst/>
          </a:prstGeom>
        </p:spPr>
      </p:pic>
      <p:sp>
        <p:nvSpPr>
          <p:cNvPr id="2" name="Footer Placeholder 1">
            <a:extLst>
              <a:ext uri="{FF2B5EF4-FFF2-40B4-BE49-F238E27FC236}">
                <a16:creationId xmlns:a16="http://schemas.microsoft.com/office/drawing/2014/main" id="{F5AA17C5-FE35-4542-8A03-7D5ED2579746}"/>
              </a:ext>
            </a:extLst>
          </p:cNvPr>
          <p:cNvSpPr>
            <a:spLocks noGrp="1"/>
          </p:cNvSpPr>
          <p:nvPr>
            <p:ph type="ftr" sz="quarter" idx="4294967295"/>
          </p:nvPr>
        </p:nvSpPr>
        <p:spPr>
          <a:xfrm>
            <a:off x="609600" y="6408739"/>
            <a:ext cx="8365067" cy="365125"/>
          </a:xfrm>
          <a:prstGeom prst="rect">
            <a:avLst/>
          </a:prstGeom>
        </p:spPr>
        <p:txBody>
          <a:bodyPr/>
          <a:lstStyle/>
          <a:p>
            <a:r>
              <a:rPr lang="en-US"/>
              <a:t>© Copyright 1992-2018 by Pearson Education, Inc. All Rights Reserved.</a:t>
            </a:r>
          </a:p>
        </p:txBody>
      </p:sp>
    </p:spTree>
    <p:extLst>
      <p:ext uri="{BB962C8B-B14F-4D97-AF65-F5344CB8AC3E}">
        <p14:creationId xmlns:p14="http://schemas.microsoft.com/office/powerpoint/2010/main" val="574647437"/>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8_OBP_Page_46">
            <a:extLst>
              <a:ext uri="{FF2B5EF4-FFF2-40B4-BE49-F238E27FC236}">
                <a16:creationId xmlns:a16="http://schemas.microsoft.com/office/drawing/2014/main" id="{FD959DE9-D584-4996-862C-201C7273C471}"/>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66675"/>
            <a:ext cx="12192000" cy="6724650"/>
          </a:xfrm>
          <a:prstGeom prst="rect">
            <a:avLst/>
          </a:prstGeom>
        </p:spPr>
      </p:pic>
      <p:sp>
        <p:nvSpPr>
          <p:cNvPr id="2" name="Footer Placeholder 1">
            <a:extLst>
              <a:ext uri="{FF2B5EF4-FFF2-40B4-BE49-F238E27FC236}">
                <a16:creationId xmlns:a16="http://schemas.microsoft.com/office/drawing/2014/main" id="{A12D6997-91B7-4D4E-8464-1E06EEBF9F9C}"/>
              </a:ext>
            </a:extLst>
          </p:cNvPr>
          <p:cNvSpPr>
            <a:spLocks noGrp="1"/>
          </p:cNvSpPr>
          <p:nvPr>
            <p:ph type="ftr" sz="quarter" idx="4294967295"/>
          </p:nvPr>
        </p:nvSpPr>
        <p:spPr>
          <a:xfrm>
            <a:off x="609600" y="6408739"/>
            <a:ext cx="8365067" cy="365125"/>
          </a:xfrm>
          <a:prstGeom prst="rect">
            <a:avLst/>
          </a:prstGeom>
        </p:spPr>
        <p:txBody>
          <a:bodyPr/>
          <a:lstStyle/>
          <a:p>
            <a:r>
              <a:rPr lang="en-US"/>
              <a:t>© Copyright 1992-2018 by Pearson Education, Inc. All Rights Reserved.</a:t>
            </a:r>
          </a:p>
        </p:txBody>
      </p:sp>
    </p:spTree>
    <p:extLst>
      <p:ext uri="{BB962C8B-B14F-4D97-AF65-F5344CB8AC3E}">
        <p14:creationId xmlns:p14="http://schemas.microsoft.com/office/powerpoint/2010/main" val="400509145"/>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9E02D6-4C7D-4428-A719-F51728B5B2CE}"/>
              </a:ext>
            </a:extLst>
          </p:cNvPr>
          <p:cNvSpPr>
            <a:spLocks noGrp="1"/>
          </p:cNvSpPr>
          <p:nvPr>
            <p:ph type="title"/>
          </p:nvPr>
        </p:nvSpPr>
        <p:spPr>
          <a:xfrm>
            <a:off x="609600" y="0"/>
            <a:ext cx="10972800" cy="661012"/>
          </a:xfrm>
        </p:spPr>
        <p:txBody>
          <a:bodyPr/>
          <a:lstStyle/>
          <a:p>
            <a:pPr fontAlgn="auto">
              <a:spcAft>
                <a:spcPts val="0"/>
              </a:spcAft>
              <a:defRPr/>
            </a:pPr>
            <a:r>
              <a:rPr lang="en-US" dirty="0">
                <a:solidFill>
                  <a:srgbClr val="24B5A1"/>
                </a:solidFill>
                <a:latin typeface="Calibri" panose="020F0502020204030204" pitchFamily="34" charset="0"/>
              </a:rPr>
              <a:t>8.9  </a:t>
            </a:r>
            <a:r>
              <a:rPr lang="en-US" dirty="0" err="1">
                <a:solidFill>
                  <a:srgbClr val="3380E6"/>
                </a:solidFill>
                <a:latin typeface="Consolas" panose="020B0609020204030204" pitchFamily="49" charset="0"/>
              </a:rPr>
              <a:t>enum</a:t>
            </a:r>
            <a:r>
              <a:rPr lang="en-US" dirty="0">
                <a:solidFill>
                  <a:srgbClr val="3380E6"/>
                </a:solidFill>
                <a:latin typeface="Calibri" panose="020F0502020204030204" pitchFamily="34" charset="0"/>
              </a:rPr>
              <a:t> Types</a:t>
            </a:r>
          </a:p>
        </p:txBody>
      </p:sp>
      <p:sp>
        <p:nvSpPr>
          <p:cNvPr id="5" name="Rectangle 2">
            <a:extLst>
              <a:ext uri="{FF2B5EF4-FFF2-40B4-BE49-F238E27FC236}">
                <a16:creationId xmlns:a16="http://schemas.microsoft.com/office/drawing/2014/main" id="{80961C8C-97DE-47D3-A904-9629592ECDB2}"/>
              </a:ext>
            </a:extLst>
          </p:cNvPr>
          <p:cNvSpPr>
            <a:spLocks noChangeArrowheads="1"/>
          </p:cNvSpPr>
          <p:nvPr/>
        </p:nvSpPr>
        <p:spPr bwMode="auto">
          <a:xfrm>
            <a:off x="163418" y="924663"/>
            <a:ext cx="6667040" cy="486287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457200" marR="0" lvl="0" indent="-457200" algn="l" defTabSz="914400" rtl="0" eaLnBrk="0" fontAlgn="base" latinLnBrk="0" hangingPunct="0">
              <a:lnSpc>
                <a:spcPct val="100000"/>
              </a:lnSpc>
              <a:spcBef>
                <a:spcPts val="1200"/>
              </a:spcBef>
              <a:spcAft>
                <a:spcPts val="600"/>
              </a:spcAft>
              <a:buClrTx/>
              <a:buSzTx/>
              <a:buFont typeface="Arial" panose="020B0604020202020204" pitchFamily="34" charset="0"/>
              <a:buChar char="•"/>
              <a:tabLst/>
            </a:pPr>
            <a:r>
              <a:rPr kumimoji="0" lang="en-US" altLang="en-US" sz="2800" b="0" i="0" u="none" strike="noStrike" cap="none" normalizeH="0" baseline="0" dirty="0">
                <a:ln>
                  <a:noFill/>
                </a:ln>
                <a:solidFill>
                  <a:srgbClr val="000000"/>
                </a:solidFill>
                <a:effectLst/>
                <a:latin typeface="Verdana" panose="020B0604030504040204" pitchFamily="34" charset="0"/>
              </a:rPr>
              <a:t>An </a:t>
            </a:r>
            <a:r>
              <a:rPr kumimoji="0" lang="en-US" altLang="en-US" sz="2800" b="0" i="0" u="none" strike="noStrike" cap="none" normalizeH="0" baseline="0" dirty="0" err="1">
                <a:ln>
                  <a:noFill/>
                </a:ln>
                <a:solidFill>
                  <a:srgbClr val="DC143C"/>
                </a:solidFill>
                <a:effectLst/>
                <a:latin typeface="Consolas" panose="020B0609020204030204" pitchFamily="49" charset="0"/>
              </a:rPr>
              <a:t>enum</a:t>
            </a:r>
            <a:r>
              <a:rPr kumimoji="0" lang="en-US" altLang="en-US" sz="2800" b="0" i="0" u="none" strike="noStrike" cap="none" normalizeH="0" baseline="0" dirty="0">
                <a:ln>
                  <a:noFill/>
                </a:ln>
                <a:solidFill>
                  <a:srgbClr val="000000"/>
                </a:solidFill>
                <a:effectLst/>
                <a:latin typeface="Verdana" panose="020B0604030504040204" pitchFamily="34" charset="0"/>
              </a:rPr>
              <a:t> is a special "class" that represents a group of </a:t>
            </a:r>
            <a:r>
              <a:rPr kumimoji="0" lang="en-US" altLang="en-US" sz="2800" b="1" i="0" u="none" strike="noStrike" cap="none" normalizeH="0" baseline="0" dirty="0">
                <a:ln>
                  <a:noFill/>
                </a:ln>
                <a:solidFill>
                  <a:srgbClr val="000000"/>
                </a:solidFill>
                <a:effectLst/>
                <a:latin typeface="Verdana" panose="020B0604030504040204" pitchFamily="34" charset="0"/>
              </a:rPr>
              <a:t>constants</a:t>
            </a:r>
            <a:r>
              <a:rPr kumimoji="0" lang="en-US" altLang="en-US" sz="2800" b="0" i="0" u="none" strike="noStrike" cap="none" normalizeH="0" baseline="0" dirty="0">
                <a:ln>
                  <a:noFill/>
                </a:ln>
                <a:solidFill>
                  <a:srgbClr val="000000"/>
                </a:solidFill>
                <a:effectLst/>
                <a:latin typeface="Verdana" panose="020B0604030504040204" pitchFamily="34" charset="0"/>
              </a:rPr>
              <a:t> (unchangeable variables, like </a:t>
            </a:r>
            <a:r>
              <a:rPr kumimoji="0" lang="en-US" altLang="en-US" sz="2800" b="0" i="0" u="none" strike="noStrike" cap="none" normalizeH="0" baseline="0" dirty="0">
                <a:ln>
                  <a:noFill/>
                </a:ln>
                <a:solidFill>
                  <a:srgbClr val="DC143C"/>
                </a:solidFill>
                <a:effectLst/>
                <a:latin typeface="Consolas" panose="020B0609020204030204" pitchFamily="49" charset="0"/>
              </a:rPr>
              <a:t>final</a:t>
            </a:r>
            <a:r>
              <a:rPr kumimoji="0" lang="en-US" altLang="en-US" sz="2800" b="0" i="0" u="none" strike="noStrike" cap="none" normalizeH="0" baseline="0" dirty="0">
                <a:ln>
                  <a:noFill/>
                </a:ln>
                <a:solidFill>
                  <a:srgbClr val="000000"/>
                </a:solidFill>
                <a:effectLst/>
                <a:latin typeface="Verdana" panose="020B0604030504040204" pitchFamily="34" charset="0"/>
              </a:rPr>
              <a:t> variables).</a:t>
            </a:r>
          </a:p>
          <a:p>
            <a:pPr marL="457200" marR="0" lvl="0" indent="-457200" algn="l" defTabSz="914400" rtl="0" eaLnBrk="0" fontAlgn="base" latinLnBrk="0" hangingPunct="0">
              <a:lnSpc>
                <a:spcPct val="100000"/>
              </a:lnSpc>
              <a:spcBef>
                <a:spcPts val="1200"/>
              </a:spcBef>
              <a:spcAft>
                <a:spcPts val="600"/>
              </a:spcAft>
              <a:buClrTx/>
              <a:buSzTx/>
              <a:buFont typeface="Arial" panose="020B0604020202020204" pitchFamily="34" charset="0"/>
              <a:buChar char="•"/>
              <a:tabLst/>
            </a:pPr>
            <a:r>
              <a:rPr kumimoji="0" lang="en-US" altLang="en-US" sz="2800" b="0" i="0" u="none" strike="noStrike" cap="none" normalizeH="0" baseline="0" dirty="0">
                <a:ln>
                  <a:noFill/>
                </a:ln>
                <a:solidFill>
                  <a:srgbClr val="000000"/>
                </a:solidFill>
                <a:effectLst/>
                <a:latin typeface="Verdana" panose="020B0604030504040204" pitchFamily="34" charset="0"/>
              </a:rPr>
              <a:t>To create an </a:t>
            </a:r>
            <a:r>
              <a:rPr kumimoji="0" lang="en-US" altLang="en-US" sz="2800" b="0" i="0" u="none" strike="noStrike" cap="none" normalizeH="0" baseline="0" dirty="0" err="1">
                <a:ln>
                  <a:noFill/>
                </a:ln>
                <a:solidFill>
                  <a:srgbClr val="DC143C"/>
                </a:solidFill>
                <a:effectLst/>
                <a:latin typeface="Consolas" panose="020B0609020204030204" pitchFamily="49" charset="0"/>
              </a:rPr>
              <a:t>enum</a:t>
            </a:r>
            <a:r>
              <a:rPr kumimoji="0" lang="en-US" altLang="en-US" sz="2800" b="0" i="0" u="none" strike="noStrike" cap="none" normalizeH="0" baseline="0" dirty="0">
                <a:ln>
                  <a:noFill/>
                </a:ln>
                <a:solidFill>
                  <a:srgbClr val="000000"/>
                </a:solidFill>
                <a:effectLst/>
                <a:latin typeface="Verdana" panose="020B0604030504040204" pitchFamily="34" charset="0"/>
              </a:rPr>
              <a:t>, use the </a:t>
            </a:r>
            <a:r>
              <a:rPr kumimoji="0" lang="en-US" altLang="en-US" sz="2800" b="0" i="0" u="none" strike="noStrike" cap="none" normalizeH="0" baseline="0" dirty="0" err="1">
                <a:ln>
                  <a:noFill/>
                </a:ln>
                <a:solidFill>
                  <a:srgbClr val="DC143C"/>
                </a:solidFill>
                <a:effectLst/>
                <a:latin typeface="Consolas" panose="020B0609020204030204" pitchFamily="49" charset="0"/>
              </a:rPr>
              <a:t>enum</a:t>
            </a:r>
            <a:r>
              <a:rPr kumimoji="0" lang="en-US" altLang="en-US" sz="2800" b="0" i="0" u="none" strike="noStrike" cap="none" normalizeH="0" baseline="0" dirty="0">
                <a:ln>
                  <a:noFill/>
                </a:ln>
                <a:solidFill>
                  <a:srgbClr val="000000"/>
                </a:solidFill>
                <a:effectLst/>
                <a:latin typeface="Verdana" panose="020B0604030504040204" pitchFamily="34" charset="0"/>
              </a:rPr>
              <a:t> keyword (instead of class or interface), and separate the constants with a comma. </a:t>
            </a:r>
          </a:p>
          <a:p>
            <a:pPr marL="457200" marR="0" lvl="0" indent="-457200" algn="l" defTabSz="914400" rtl="0" eaLnBrk="0" fontAlgn="base" latinLnBrk="0" hangingPunct="0">
              <a:lnSpc>
                <a:spcPct val="100000"/>
              </a:lnSpc>
              <a:spcBef>
                <a:spcPts val="1200"/>
              </a:spcBef>
              <a:spcAft>
                <a:spcPts val="600"/>
              </a:spcAft>
              <a:buClrTx/>
              <a:buSzTx/>
              <a:buFont typeface="Arial" panose="020B0604020202020204" pitchFamily="34" charset="0"/>
              <a:buChar char="•"/>
              <a:tabLst/>
            </a:pPr>
            <a:r>
              <a:rPr kumimoji="0" lang="en-US" altLang="en-US" sz="2800" b="0" i="0" u="none" strike="noStrike" cap="none" normalizeH="0" baseline="0" dirty="0">
                <a:ln>
                  <a:noFill/>
                </a:ln>
                <a:solidFill>
                  <a:srgbClr val="000000"/>
                </a:solidFill>
                <a:effectLst/>
                <a:latin typeface="Verdana" panose="020B0604030504040204" pitchFamily="34" charset="0"/>
              </a:rPr>
              <a:t>Note that they should be in uppercase letters:</a:t>
            </a:r>
            <a:endParaRPr kumimoji="0" lang="en-US" altLang="en-US" sz="4400" b="0" i="0" u="none" strike="noStrike" cap="none" normalizeH="0" baseline="0" dirty="0">
              <a:ln>
                <a:noFill/>
              </a:ln>
              <a:solidFill>
                <a:schemeClr val="tx1"/>
              </a:solidFill>
              <a:effectLst/>
              <a:latin typeface="Arial" panose="020B0604020202020204" pitchFamily="34" charset="0"/>
            </a:endParaRPr>
          </a:p>
        </p:txBody>
      </p:sp>
      <p:sp>
        <p:nvSpPr>
          <p:cNvPr id="7" name="Rectangle 6">
            <a:extLst>
              <a:ext uri="{FF2B5EF4-FFF2-40B4-BE49-F238E27FC236}">
                <a16:creationId xmlns:a16="http://schemas.microsoft.com/office/drawing/2014/main" id="{D6F8AFF1-9EEF-41CC-9530-302F71609CE6}"/>
              </a:ext>
            </a:extLst>
          </p:cNvPr>
          <p:cNvSpPr/>
          <p:nvPr/>
        </p:nvSpPr>
        <p:spPr>
          <a:xfrm>
            <a:off x="9404732" y="847939"/>
            <a:ext cx="2427384" cy="3046988"/>
          </a:xfrm>
          <a:prstGeom prst="rect">
            <a:avLst/>
          </a:prstGeom>
        </p:spPr>
        <p:txBody>
          <a:bodyPr wrap="square">
            <a:spAutoFit/>
          </a:bodyPr>
          <a:lstStyle/>
          <a:p>
            <a:r>
              <a:rPr lang="en-US" sz="3200" dirty="0" err="1">
                <a:solidFill>
                  <a:srgbClr val="FF0000"/>
                </a:solidFill>
                <a:highlight>
                  <a:srgbClr val="FFFF00"/>
                </a:highlight>
              </a:rPr>
              <a:t>enum</a:t>
            </a:r>
            <a:r>
              <a:rPr lang="en-US" sz="3200" dirty="0">
                <a:solidFill>
                  <a:srgbClr val="FF0000"/>
                </a:solidFill>
                <a:highlight>
                  <a:srgbClr val="FFFF00"/>
                </a:highlight>
              </a:rPr>
              <a:t> </a:t>
            </a:r>
            <a:r>
              <a:rPr lang="en-US" sz="3200" dirty="0">
                <a:highlight>
                  <a:srgbClr val="FFFF00"/>
                </a:highlight>
              </a:rPr>
              <a:t>Level {</a:t>
            </a:r>
          </a:p>
          <a:p>
            <a:r>
              <a:rPr lang="en-US" sz="3200" dirty="0">
                <a:highlight>
                  <a:srgbClr val="FFFF00"/>
                </a:highlight>
              </a:rPr>
              <a:t>  LOW,</a:t>
            </a:r>
          </a:p>
          <a:p>
            <a:r>
              <a:rPr lang="en-US" sz="3200" dirty="0">
                <a:highlight>
                  <a:srgbClr val="FFFF00"/>
                </a:highlight>
              </a:rPr>
              <a:t>  MEDIUM,</a:t>
            </a:r>
          </a:p>
          <a:p>
            <a:r>
              <a:rPr lang="en-US" sz="3200" dirty="0">
                <a:highlight>
                  <a:srgbClr val="FFFF00"/>
                </a:highlight>
              </a:rPr>
              <a:t>  HIGH</a:t>
            </a:r>
          </a:p>
          <a:p>
            <a:r>
              <a:rPr lang="en-US" sz="3200" dirty="0">
                <a:highlight>
                  <a:srgbClr val="FFFF00"/>
                </a:highlight>
              </a:rPr>
              <a:t>}</a:t>
            </a:r>
          </a:p>
        </p:txBody>
      </p:sp>
      <p:sp>
        <p:nvSpPr>
          <p:cNvPr id="9" name="Rectangle 8">
            <a:extLst>
              <a:ext uri="{FF2B5EF4-FFF2-40B4-BE49-F238E27FC236}">
                <a16:creationId xmlns:a16="http://schemas.microsoft.com/office/drawing/2014/main" id="{79B1477F-77E1-49BA-8FB3-1B216C66B40D}"/>
              </a:ext>
            </a:extLst>
          </p:cNvPr>
          <p:cNvSpPr/>
          <p:nvPr/>
        </p:nvSpPr>
        <p:spPr>
          <a:xfrm>
            <a:off x="8352383" y="5502839"/>
            <a:ext cx="3676199" cy="400110"/>
          </a:xfrm>
          <a:prstGeom prst="rect">
            <a:avLst/>
          </a:prstGeom>
        </p:spPr>
        <p:txBody>
          <a:bodyPr wrap="none">
            <a:spAutoFit/>
          </a:bodyPr>
          <a:lstStyle/>
          <a:p>
            <a:r>
              <a:rPr lang="en-US" sz="2000" dirty="0">
                <a:solidFill>
                  <a:srgbClr val="FF0000"/>
                </a:solidFill>
              </a:rPr>
              <a:t>Level</a:t>
            </a:r>
            <a:r>
              <a:rPr lang="en-US" sz="2000" dirty="0"/>
              <a:t> </a:t>
            </a:r>
            <a:r>
              <a:rPr lang="en-US" sz="2000" dirty="0" err="1"/>
              <a:t>myVar</a:t>
            </a:r>
            <a:r>
              <a:rPr lang="en-US" sz="2000" dirty="0"/>
              <a:t> = </a:t>
            </a:r>
            <a:r>
              <a:rPr lang="en-US" sz="2000" dirty="0" err="1"/>
              <a:t>Level.MEDIUM</a:t>
            </a:r>
            <a:r>
              <a:rPr lang="en-US" sz="2000" dirty="0"/>
              <a:t>;</a:t>
            </a:r>
          </a:p>
        </p:txBody>
      </p:sp>
      <p:sp>
        <p:nvSpPr>
          <p:cNvPr id="10" name="Rectangle 9">
            <a:extLst>
              <a:ext uri="{FF2B5EF4-FFF2-40B4-BE49-F238E27FC236}">
                <a16:creationId xmlns:a16="http://schemas.microsoft.com/office/drawing/2014/main" id="{E426DCCA-CF39-4E79-AE42-F315F452110D}"/>
              </a:ext>
            </a:extLst>
          </p:cNvPr>
          <p:cNvSpPr/>
          <p:nvPr/>
        </p:nvSpPr>
        <p:spPr>
          <a:xfrm>
            <a:off x="7447402" y="4371131"/>
            <a:ext cx="4384714" cy="646331"/>
          </a:xfrm>
          <a:prstGeom prst="rect">
            <a:avLst/>
          </a:prstGeom>
        </p:spPr>
        <p:txBody>
          <a:bodyPr wrap="square">
            <a:spAutoFit/>
          </a:bodyPr>
          <a:lstStyle/>
          <a:p>
            <a:pPr marL="457200" lvl="0" indent="-457200">
              <a:spcBef>
                <a:spcPts val="1200"/>
              </a:spcBef>
              <a:spcAft>
                <a:spcPts val="600"/>
              </a:spcAft>
              <a:buFont typeface="Arial" panose="020B0604020202020204" pitchFamily="34" charset="0"/>
              <a:buChar char="•"/>
            </a:pPr>
            <a:r>
              <a:rPr lang="en-US" altLang="en-US" dirty="0">
                <a:solidFill>
                  <a:srgbClr val="000000"/>
                </a:solidFill>
                <a:latin typeface="Verdana" panose="020B0604030504040204" pitchFamily="34" charset="0"/>
              </a:rPr>
              <a:t>You can access </a:t>
            </a:r>
            <a:r>
              <a:rPr lang="en-US" altLang="en-US" dirty="0" err="1">
                <a:solidFill>
                  <a:srgbClr val="FF0000"/>
                </a:solidFill>
                <a:latin typeface="Verdana" panose="020B0604030504040204" pitchFamily="34" charset="0"/>
              </a:rPr>
              <a:t>enum</a:t>
            </a:r>
            <a:r>
              <a:rPr lang="en-US" altLang="en-US" dirty="0">
                <a:solidFill>
                  <a:srgbClr val="000000"/>
                </a:solidFill>
                <a:latin typeface="Verdana" panose="020B0604030504040204" pitchFamily="34" charset="0"/>
              </a:rPr>
              <a:t> constants with the dot syntax:</a:t>
            </a:r>
          </a:p>
        </p:txBody>
      </p:sp>
    </p:spTree>
    <p:extLst>
      <p:ext uri="{BB962C8B-B14F-4D97-AF65-F5344CB8AC3E}">
        <p14:creationId xmlns:p14="http://schemas.microsoft.com/office/powerpoint/2010/main" val="3121540648"/>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9E02D6-4C7D-4428-A719-F51728B5B2CE}"/>
              </a:ext>
            </a:extLst>
          </p:cNvPr>
          <p:cNvSpPr>
            <a:spLocks noGrp="1"/>
          </p:cNvSpPr>
          <p:nvPr>
            <p:ph type="title"/>
          </p:nvPr>
        </p:nvSpPr>
        <p:spPr/>
        <p:txBody>
          <a:bodyPr/>
          <a:lstStyle/>
          <a:p>
            <a:pPr fontAlgn="auto">
              <a:spcAft>
                <a:spcPts val="0"/>
              </a:spcAft>
              <a:defRPr/>
            </a:pPr>
            <a:r>
              <a:rPr lang="en-US" dirty="0">
                <a:solidFill>
                  <a:srgbClr val="24B5A1"/>
                </a:solidFill>
                <a:latin typeface="Calibri" panose="020F0502020204030204" pitchFamily="34" charset="0"/>
              </a:rPr>
              <a:t>8.9  </a:t>
            </a:r>
            <a:r>
              <a:rPr lang="en-US" dirty="0" err="1">
                <a:solidFill>
                  <a:srgbClr val="3380E6"/>
                </a:solidFill>
                <a:latin typeface="Consolas" panose="020B0609020204030204" pitchFamily="49" charset="0"/>
              </a:rPr>
              <a:t>enum</a:t>
            </a:r>
            <a:r>
              <a:rPr lang="en-US" dirty="0">
                <a:solidFill>
                  <a:srgbClr val="3380E6"/>
                </a:solidFill>
                <a:latin typeface="Calibri" panose="020F0502020204030204" pitchFamily="34" charset="0"/>
              </a:rPr>
              <a:t> Types</a:t>
            </a:r>
          </a:p>
        </p:txBody>
      </p:sp>
      <p:sp>
        <p:nvSpPr>
          <p:cNvPr id="75779" name="Text Placeholder 2">
            <a:extLst>
              <a:ext uri="{FF2B5EF4-FFF2-40B4-BE49-F238E27FC236}">
                <a16:creationId xmlns:a16="http://schemas.microsoft.com/office/drawing/2014/main" id="{4D4EB1EF-70B7-46E5-BFD4-D5A5B8BA43B7}"/>
              </a:ext>
            </a:extLst>
          </p:cNvPr>
          <p:cNvSpPr>
            <a:spLocks noGrp="1"/>
          </p:cNvSpPr>
          <p:nvPr>
            <p:ph type="body" idx="1"/>
          </p:nvPr>
        </p:nvSpPr>
        <p:spPr/>
        <p:txBody>
          <a:bodyPr/>
          <a:lstStyle/>
          <a:p>
            <a:pPr eaLnBrk="1" hangingPunct="1"/>
            <a:r>
              <a:rPr lang="en-US" altLang="en-US" dirty="0">
                <a:solidFill>
                  <a:srgbClr val="000000"/>
                </a:solidFill>
              </a:rPr>
              <a:t>The basic </a:t>
            </a:r>
            <a:r>
              <a:rPr lang="en-US" altLang="en-US" dirty="0" err="1">
                <a:solidFill>
                  <a:srgbClr val="000000"/>
                </a:solidFill>
                <a:latin typeface="Consolas" panose="020B0609020204030204" pitchFamily="49" charset="0"/>
              </a:rPr>
              <a:t>enum</a:t>
            </a:r>
            <a:r>
              <a:rPr lang="en-US" altLang="en-US" dirty="0">
                <a:solidFill>
                  <a:srgbClr val="000000"/>
                </a:solidFill>
              </a:rPr>
              <a:t> type defines a set of constants represented as unique identifiers. </a:t>
            </a:r>
          </a:p>
          <a:p>
            <a:pPr eaLnBrk="1" hangingPunct="1"/>
            <a:r>
              <a:rPr lang="en-US" altLang="en-US" dirty="0">
                <a:solidFill>
                  <a:srgbClr val="000000"/>
                </a:solidFill>
              </a:rPr>
              <a:t>Like classes, all </a:t>
            </a:r>
            <a:r>
              <a:rPr lang="en-US" altLang="en-US" dirty="0" err="1">
                <a:solidFill>
                  <a:srgbClr val="000000"/>
                </a:solidFill>
                <a:latin typeface="Consolas" panose="020B0609020204030204" pitchFamily="49" charset="0"/>
              </a:rPr>
              <a:t>enum</a:t>
            </a:r>
            <a:r>
              <a:rPr lang="en-US" altLang="en-US" dirty="0">
                <a:solidFill>
                  <a:srgbClr val="000000"/>
                </a:solidFill>
              </a:rPr>
              <a:t> types are reference types. </a:t>
            </a:r>
          </a:p>
          <a:p>
            <a:pPr eaLnBrk="1" hangingPunct="1"/>
            <a:r>
              <a:rPr lang="en-US" altLang="en-US" dirty="0">
                <a:solidFill>
                  <a:srgbClr val="000000"/>
                </a:solidFill>
              </a:rPr>
              <a:t>An </a:t>
            </a:r>
            <a:r>
              <a:rPr lang="en-US" altLang="en-US" dirty="0" err="1">
                <a:solidFill>
                  <a:srgbClr val="000000"/>
                </a:solidFill>
                <a:latin typeface="Consolas" panose="020B0609020204030204" pitchFamily="49" charset="0"/>
              </a:rPr>
              <a:t>enum</a:t>
            </a:r>
            <a:r>
              <a:rPr lang="en-US" altLang="en-US" dirty="0">
                <a:solidFill>
                  <a:srgbClr val="000000"/>
                </a:solidFill>
              </a:rPr>
              <a:t> type is declared with an </a:t>
            </a:r>
            <a:r>
              <a:rPr lang="en-US" altLang="en-US" dirty="0" err="1">
                <a:solidFill>
                  <a:srgbClr val="0000FF"/>
                </a:solidFill>
                <a:latin typeface="Consolas" panose="020B0609020204030204" pitchFamily="49" charset="0"/>
              </a:rPr>
              <a:t>enum</a:t>
            </a:r>
            <a:r>
              <a:rPr lang="en-US" altLang="en-US" i="1" dirty="0">
                <a:solidFill>
                  <a:srgbClr val="000000"/>
                </a:solidFill>
              </a:rPr>
              <a:t> </a:t>
            </a:r>
            <a:r>
              <a:rPr lang="en-US" altLang="en-US" dirty="0">
                <a:solidFill>
                  <a:srgbClr val="0000FF"/>
                </a:solidFill>
              </a:rPr>
              <a:t>declaration</a:t>
            </a:r>
            <a:r>
              <a:rPr lang="en-US" altLang="en-US" dirty="0">
                <a:solidFill>
                  <a:srgbClr val="000000"/>
                </a:solidFill>
              </a:rPr>
              <a:t>, which is a comma-separated list of </a:t>
            </a:r>
            <a:r>
              <a:rPr lang="en-US" altLang="en-US" i="1" dirty="0" err="1">
                <a:solidFill>
                  <a:srgbClr val="000000"/>
                </a:solidFill>
                <a:latin typeface="Consolas" panose="020B0609020204030204" pitchFamily="49" charset="0"/>
              </a:rPr>
              <a:t>enum</a:t>
            </a:r>
            <a:r>
              <a:rPr lang="en-US" altLang="en-US" i="1" dirty="0">
                <a:solidFill>
                  <a:srgbClr val="000000"/>
                </a:solidFill>
              </a:rPr>
              <a:t> constants</a:t>
            </a:r>
          </a:p>
          <a:p>
            <a:pPr eaLnBrk="1" hangingPunct="1"/>
            <a:r>
              <a:rPr lang="en-US" altLang="en-US" dirty="0">
                <a:solidFill>
                  <a:srgbClr val="000000"/>
                </a:solidFill>
              </a:rPr>
              <a:t>The declaration may optionally include other components of traditional classes, such as constructors, fields and methods. </a:t>
            </a:r>
          </a:p>
        </p:txBody>
      </p:sp>
    </p:spTree>
    <p:extLst>
      <p:ext uri="{BB962C8B-B14F-4D97-AF65-F5344CB8AC3E}">
        <p14:creationId xmlns:p14="http://schemas.microsoft.com/office/powerpoint/2010/main" val="653068325"/>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C070E0-A747-496B-A8A3-799CE7B5DCCE}"/>
              </a:ext>
            </a:extLst>
          </p:cNvPr>
          <p:cNvSpPr>
            <a:spLocks noGrp="1"/>
          </p:cNvSpPr>
          <p:nvPr>
            <p:ph type="title"/>
          </p:nvPr>
        </p:nvSpPr>
        <p:spPr/>
        <p:txBody>
          <a:bodyPr/>
          <a:lstStyle/>
          <a:p>
            <a:pPr fontAlgn="auto">
              <a:spcAft>
                <a:spcPts val="0"/>
              </a:spcAft>
              <a:defRPr/>
            </a:pPr>
            <a:r>
              <a:rPr lang="en-US" dirty="0">
                <a:solidFill>
                  <a:srgbClr val="24B5A1"/>
                </a:solidFill>
                <a:latin typeface="Calibri" panose="020F0502020204030204" pitchFamily="34" charset="0"/>
              </a:rPr>
              <a:t>8.9  </a:t>
            </a:r>
            <a:r>
              <a:rPr lang="en-US" dirty="0" err="1">
                <a:solidFill>
                  <a:srgbClr val="3380E6"/>
                </a:solidFill>
                <a:latin typeface="Consolas" panose="020B0609020204030204" pitchFamily="49" charset="0"/>
              </a:rPr>
              <a:t>Enum</a:t>
            </a:r>
            <a:r>
              <a:rPr lang="en-US" dirty="0">
                <a:solidFill>
                  <a:srgbClr val="3380E6"/>
                </a:solidFill>
                <a:latin typeface="Calibri" panose="020F0502020204030204" pitchFamily="34" charset="0"/>
              </a:rPr>
              <a:t> Types (Cont.)</a:t>
            </a:r>
          </a:p>
        </p:txBody>
      </p:sp>
      <p:sp>
        <p:nvSpPr>
          <p:cNvPr id="76803" name="Text Placeholder 2">
            <a:extLst>
              <a:ext uri="{FF2B5EF4-FFF2-40B4-BE49-F238E27FC236}">
                <a16:creationId xmlns:a16="http://schemas.microsoft.com/office/drawing/2014/main" id="{F601C5FE-F275-4E11-B9F0-B2DBD5E2C35D}"/>
              </a:ext>
            </a:extLst>
          </p:cNvPr>
          <p:cNvSpPr>
            <a:spLocks noGrp="1"/>
          </p:cNvSpPr>
          <p:nvPr>
            <p:ph type="body" idx="1"/>
          </p:nvPr>
        </p:nvSpPr>
        <p:spPr/>
        <p:txBody>
          <a:bodyPr/>
          <a:lstStyle/>
          <a:p>
            <a:pPr eaLnBrk="1" hangingPunct="1">
              <a:lnSpc>
                <a:spcPct val="80000"/>
              </a:lnSpc>
            </a:pPr>
            <a:r>
              <a:rPr lang="en-US" altLang="en-US" sz="2800" dirty="0">
                <a:solidFill>
                  <a:srgbClr val="000000"/>
                </a:solidFill>
              </a:rPr>
              <a:t>Each </a:t>
            </a:r>
            <a:r>
              <a:rPr lang="en-US" altLang="en-US" sz="2800" dirty="0" err="1">
                <a:solidFill>
                  <a:srgbClr val="000000"/>
                </a:solidFill>
                <a:latin typeface="Consolas" panose="020B0609020204030204" pitchFamily="49" charset="0"/>
              </a:rPr>
              <a:t>enum</a:t>
            </a:r>
            <a:r>
              <a:rPr lang="en-US" altLang="en-US" sz="2800" dirty="0">
                <a:solidFill>
                  <a:srgbClr val="000000"/>
                </a:solidFill>
              </a:rPr>
              <a:t> declaration declares an </a:t>
            </a:r>
            <a:r>
              <a:rPr lang="en-US" altLang="en-US" sz="2800" dirty="0" err="1">
                <a:solidFill>
                  <a:srgbClr val="000000"/>
                </a:solidFill>
                <a:latin typeface="Consolas" panose="020B0609020204030204" pitchFamily="49" charset="0"/>
              </a:rPr>
              <a:t>enum</a:t>
            </a:r>
            <a:r>
              <a:rPr lang="en-US" altLang="en-US" sz="2800" dirty="0">
                <a:solidFill>
                  <a:srgbClr val="000000"/>
                </a:solidFill>
              </a:rPr>
              <a:t> class with the following restrictions:</a:t>
            </a:r>
          </a:p>
          <a:p>
            <a:pPr lvl="1" eaLnBrk="1" hangingPunct="1">
              <a:lnSpc>
                <a:spcPct val="80000"/>
              </a:lnSpc>
            </a:pPr>
            <a:r>
              <a:rPr lang="en-US" altLang="en-US" sz="2400" dirty="0" err="1">
                <a:solidFill>
                  <a:srgbClr val="000000"/>
                </a:solidFill>
                <a:latin typeface="Consolas" panose="020B0609020204030204" pitchFamily="49" charset="0"/>
              </a:rPr>
              <a:t>enum</a:t>
            </a:r>
            <a:r>
              <a:rPr lang="en-US" altLang="en-US" sz="2400" dirty="0">
                <a:solidFill>
                  <a:srgbClr val="000000"/>
                </a:solidFill>
              </a:rPr>
              <a:t> constants are </a:t>
            </a:r>
            <a:r>
              <a:rPr lang="en-US" altLang="en-US" sz="2400" i="1" dirty="0">
                <a:solidFill>
                  <a:srgbClr val="000000"/>
                </a:solidFill>
              </a:rPr>
              <a:t>implicitly</a:t>
            </a:r>
            <a:r>
              <a:rPr lang="en-US" altLang="en-US" sz="2400" dirty="0">
                <a:solidFill>
                  <a:srgbClr val="000000"/>
                </a:solidFill>
              </a:rPr>
              <a:t> </a:t>
            </a:r>
            <a:r>
              <a:rPr lang="en-US" altLang="en-US" sz="2400" dirty="0">
                <a:solidFill>
                  <a:srgbClr val="000000"/>
                </a:solidFill>
                <a:latin typeface="Consolas" panose="020B0609020204030204" pitchFamily="49" charset="0"/>
              </a:rPr>
              <a:t>final</a:t>
            </a:r>
            <a:r>
              <a:rPr lang="en-US" altLang="en-US" sz="2400" dirty="0">
                <a:solidFill>
                  <a:srgbClr val="000000"/>
                </a:solidFill>
              </a:rPr>
              <a:t>.</a:t>
            </a:r>
          </a:p>
          <a:p>
            <a:pPr lvl="1" eaLnBrk="1" hangingPunct="1">
              <a:lnSpc>
                <a:spcPct val="80000"/>
              </a:lnSpc>
            </a:pPr>
            <a:r>
              <a:rPr lang="en-US" altLang="en-US" sz="2400" dirty="0" err="1">
                <a:solidFill>
                  <a:srgbClr val="000000"/>
                </a:solidFill>
                <a:latin typeface="Consolas" panose="020B0609020204030204" pitchFamily="49" charset="0"/>
              </a:rPr>
              <a:t>enum</a:t>
            </a:r>
            <a:r>
              <a:rPr lang="en-US" altLang="en-US" sz="2400" dirty="0">
                <a:solidFill>
                  <a:srgbClr val="000000"/>
                </a:solidFill>
              </a:rPr>
              <a:t> constants are implicitly </a:t>
            </a:r>
            <a:r>
              <a:rPr lang="en-US" altLang="en-US" sz="2400" dirty="0">
                <a:solidFill>
                  <a:srgbClr val="000000"/>
                </a:solidFill>
                <a:latin typeface="Consolas" panose="020B0609020204030204" pitchFamily="49" charset="0"/>
              </a:rPr>
              <a:t>static</a:t>
            </a:r>
            <a:r>
              <a:rPr lang="en-US" altLang="en-US" sz="2400" dirty="0">
                <a:solidFill>
                  <a:srgbClr val="000000"/>
                </a:solidFill>
              </a:rPr>
              <a:t>.</a:t>
            </a:r>
          </a:p>
          <a:p>
            <a:pPr lvl="1" eaLnBrk="1" hangingPunct="1">
              <a:lnSpc>
                <a:spcPct val="80000"/>
              </a:lnSpc>
            </a:pPr>
            <a:r>
              <a:rPr lang="en-US" altLang="en-US" sz="2400" dirty="0">
                <a:solidFill>
                  <a:srgbClr val="000000"/>
                </a:solidFill>
              </a:rPr>
              <a:t>Any attempt to create an object of an </a:t>
            </a:r>
            <a:r>
              <a:rPr lang="en-US" altLang="en-US" sz="2400" dirty="0" err="1">
                <a:solidFill>
                  <a:srgbClr val="000000"/>
                </a:solidFill>
              </a:rPr>
              <a:t>enum</a:t>
            </a:r>
            <a:r>
              <a:rPr lang="en-US" altLang="en-US" sz="2400" dirty="0">
                <a:solidFill>
                  <a:srgbClr val="000000"/>
                </a:solidFill>
              </a:rPr>
              <a:t> type with operator </a:t>
            </a:r>
            <a:r>
              <a:rPr lang="en-US" altLang="en-US" sz="2400" dirty="0">
                <a:solidFill>
                  <a:srgbClr val="000000"/>
                </a:solidFill>
                <a:latin typeface="Consolas" panose="020B0609020204030204" pitchFamily="49" charset="0"/>
              </a:rPr>
              <a:t>new</a:t>
            </a:r>
            <a:r>
              <a:rPr lang="en-US" altLang="en-US" sz="2400" dirty="0">
                <a:solidFill>
                  <a:srgbClr val="000000"/>
                </a:solidFill>
              </a:rPr>
              <a:t> results in a compilation error. </a:t>
            </a:r>
          </a:p>
          <a:p>
            <a:pPr eaLnBrk="1" hangingPunct="1">
              <a:lnSpc>
                <a:spcPct val="80000"/>
              </a:lnSpc>
            </a:pPr>
            <a:r>
              <a:rPr lang="en-US" altLang="en-US" sz="2800" dirty="0" err="1">
                <a:solidFill>
                  <a:srgbClr val="000000"/>
                </a:solidFill>
                <a:latin typeface="Consolas" panose="020B0609020204030204" pitchFamily="49" charset="0"/>
              </a:rPr>
              <a:t>enum</a:t>
            </a:r>
            <a:r>
              <a:rPr lang="en-US" altLang="en-US" sz="2800" dirty="0">
                <a:solidFill>
                  <a:srgbClr val="000000"/>
                </a:solidFill>
              </a:rPr>
              <a:t> constants can be used anywhere constants can be used, such as in the </a:t>
            </a:r>
            <a:r>
              <a:rPr lang="en-US" altLang="en-US" sz="2800" dirty="0">
                <a:solidFill>
                  <a:srgbClr val="000000"/>
                </a:solidFill>
                <a:latin typeface="Consolas" panose="020B0609020204030204" pitchFamily="49" charset="0"/>
              </a:rPr>
              <a:t>case</a:t>
            </a:r>
            <a:r>
              <a:rPr lang="en-US" altLang="en-US" sz="2800" dirty="0">
                <a:solidFill>
                  <a:srgbClr val="000000"/>
                </a:solidFill>
              </a:rPr>
              <a:t> labels of </a:t>
            </a:r>
            <a:r>
              <a:rPr lang="en-US" altLang="en-US" sz="2800" dirty="0">
                <a:solidFill>
                  <a:srgbClr val="000000"/>
                </a:solidFill>
                <a:latin typeface="Consolas" panose="020B0609020204030204" pitchFamily="49" charset="0"/>
              </a:rPr>
              <a:t>switch</a:t>
            </a:r>
            <a:r>
              <a:rPr lang="en-US" altLang="en-US" sz="2800" dirty="0">
                <a:solidFill>
                  <a:srgbClr val="000000"/>
                </a:solidFill>
              </a:rPr>
              <a:t> statements and to control enhanced </a:t>
            </a:r>
            <a:r>
              <a:rPr lang="en-US" altLang="en-US" sz="2800" dirty="0">
                <a:solidFill>
                  <a:srgbClr val="000000"/>
                </a:solidFill>
                <a:latin typeface="Consolas" panose="020B0609020204030204" pitchFamily="49" charset="0"/>
              </a:rPr>
              <a:t>for</a:t>
            </a:r>
            <a:r>
              <a:rPr lang="en-US" altLang="en-US" sz="2800" dirty="0">
                <a:solidFill>
                  <a:srgbClr val="000000"/>
                </a:solidFill>
              </a:rPr>
              <a:t> statements. </a:t>
            </a:r>
          </a:p>
        </p:txBody>
      </p:sp>
    </p:spTree>
    <p:extLst>
      <p:ext uri="{BB962C8B-B14F-4D97-AF65-F5344CB8AC3E}">
        <p14:creationId xmlns:p14="http://schemas.microsoft.com/office/powerpoint/2010/main" val="2265575104"/>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CF7F56-145B-4081-8A64-266627C03C3B}"/>
              </a:ext>
            </a:extLst>
          </p:cNvPr>
          <p:cNvSpPr>
            <a:spLocks noGrp="1"/>
          </p:cNvSpPr>
          <p:nvPr>
            <p:ph type="title"/>
          </p:nvPr>
        </p:nvSpPr>
        <p:spPr/>
        <p:txBody>
          <a:bodyPr/>
          <a:lstStyle/>
          <a:p>
            <a:pPr fontAlgn="auto">
              <a:spcAft>
                <a:spcPts val="0"/>
              </a:spcAft>
              <a:defRPr/>
            </a:pPr>
            <a:r>
              <a:rPr lang="en-US" dirty="0">
                <a:solidFill>
                  <a:srgbClr val="24B5A1"/>
                </a:solidFill>
                <a:latin typeface="Calibri" panose="020F0502020204030204" pitchFamily="34" charset="0"/>
              </a:rPr>
              <a:t>8.9  </a:t>
            </a:r>
            <a:r>
              <a:rPr lang="en-US" dirty="0" err="1">
                <a:solidFill>
                  <a:srgbClr val="3380E6"/>
                </a:solidFill>
                <a:latin typeface="Consolas" panose="020B0609020204030204" pitchFamily="49" charset="0"/>
              </a:rPr>
              <a:t>Enum</a:t>
            </a:r>
            <a:r>
              <a:rPr lang="en-US" dirty="0">
                <a:solidFill>
                  <a:srgbClr val="3380E6"/>
                </a:solidFill>
                <a:latin typeface="Calibri" panose="020F0502020204030204" pitchFamily="34" charset="0"/>
              </a:rPr>
              <a:t> Types (Cont.)</a:t>
            </a:r>
          </a:p>
        </p:txBody>
      </p:sp>
      <p:sp>
        <p:nvSpPr>
          <p:cNvPr id="77827" name="Text Placeholder 2">
            <a:extLst>
              <a:ext uri="{FF2B5EF4-FFF2-40B4-BE49-F238E27FC236}">
                <a16:creationId xmlns:a16="http://schemas.microsoft.com/office/drawing/2014/main" id="{A721BD39-DAEA-4C47-BACC-1452481A156B}"/>
              </a:ext>
            </a:extLst>
          </p:cNvPr>
          <p:cNvSpPr>
            <a:spLocks noGrp="1"/>
          </p:cNvSpPr>
          <p:nvPr>
            <p:ph type="body" idx="1"/>
          </p:nvPr>
        </p:nvSpPr>
        <p:spPr/>
        <p:txBody>
          <a:bodyPr/>
          <a:lstStyle/>
          <a:p>
            <a:pPr eaLnBrk="1" hangingPunct="1">
              <a:lnSpc>
                <a:spcPct val="80000"/>
              </a:lnSpc>
            </a:pPr>
            <a:r>
              <a:rPr lang="en-US" altLang="en-US" sz="2400" dirty="0" err="1">
                <a:solidFill>
                  <a:srgbClr val="000000"/>
                </a:solidFill>
                <a:latin typeface="Consolas" panose="020B0609020204030204" pitchFamily="49" charset="0"/>
              </a:rPr>
              <a:t>enum</a:t>
            </a:r>
            <a:r>
              <a:rPr lang="en-US" altLang="en-US" sz="2400" dirty="0">
                <a:solidFill>
                  <a:srgbClr val="000000"/>
                </a:solidFill>
              </a:rPr>
              <a:t> declarations contain two parts—the </a:t>
            </a:r>
            <a:r>
              <a:rPr lang="en-US" altLang="en-US" sz="2400" dirty="0" err="1">
                <a:solidFill>
                  <a:srgbClr val="000000"/>
                </a:solidFill>
                <a:latin typeface="Consolas" panose="020B0609020204030204" pitchFamily="49" charset="0"/>
              </a:rPr>
              <a:t>enum</a:t>
            </a:r>
            <a:r>
              <a:rPr lang="en-US" altLang="en-US" sz="2400" dirty="0">
                <a:solidFill>
                  <a:srgbClr val="000000"/>
                </a:solidFill>
              </a:rPr>
              <a:t> constants and the other members of the </a:t>
            </a:r>
            <a:r>
              <a:rPr lang="en-US" altLang="en-US" sz="2400" dirty="0" err="1">
                <a:solidFill>
                  <a:srgbClr val="000000"/>
                </a:solidFill>
                <a:latin typeface="Consolas" panose="020B0609020204030204" pitchFamily="49" charset="0"/>
              </a:rPr>
              <a:t>enum</a:t>
            </a:r>
            <a:r>
              <a:rPr lang="en-US" altLang="en-US" sz="2400" dirty="0">
                <a:solidFill>
                  <a:srgbClr val="000000"/>
                </a:solidFill>
              </a:rPr>
              <a:t> type. </a:t>
            </a:r>
          </a:p>
          <a:p>
            <a:pPr eaLnBrk="1" hangingPunct="1">
              <a:lnSpc>
                <a:spcPct val="80000"/>
              </a:lnSpc>
            </a:pPr>
            <a:r>
              <a:rPr lang="en-US" altLang="en-US" sz="2400" dirty="0">
                <a:solidFill>
                  <a:srgbClr val="000000"/>
                </a:solidFill>
              </a:rPr>
              <a:t>An </a:t>
            </a:r>
            <a:r>
              <a:rPr lang="en-US" altLang="en-US" sz="2400" dirty="0" err="1">
                <a:solidFill>
                  <a:srgbClr val="000000"/>
                </a:solidFill>
                <a:latin typeface="Consolas" panose="020B0609020204030204" pitchFamily="49" charset="0"/>
              </a:rPr>
              <a:t>enum</a:t>
            </a:r>
            <a:r>
              <a:rPr lang="en-US" altLang="en-US" sz="2400" dirty="0">
                <a:solidFill>
                  <a:srgbClr val="000000"/>
                </a:solidFill>
              </a:rPr>
              <a:t> constructor can specify any number of parameters and can be overloaded. </a:t>
            </a:r>
          </a:p>
          <a:p>
            <a:pPr eaLnBrk="1" hangingPunct="1">
              <a:lnSpc>
                <a:spcPct val="80000"/>
              </a:lnSpc>
            </a:pPr>
            <a:r>
              <a:rPr lang="en-US" altLang="en-US" sz="2400" dirty="0">
                <a:solidFill>
                  <a:srgbClr val="000000"/>
                </a:solidFill>
              </a:rPr>
              <a:t>For every </a:t>
            </a:r>
            <a:r>
              <a:rPr lang="en-US" altLang="en-US" sz="2400" dirty="0" err="1">
                <a:solidFill>
                  <a:srgbClr val="000000"/>
                </a:solidFill>
                <a:latin typeface="Consolas" panose="020B0609020204030204" pitchFamily="49" charset="0"/>
              </a:rPr>
              <a:t>enum</a:t>
            </a:r>
            <a:r>
              <a:rPr lang="en-US" altLang="en-US" sz="2400" dirty="0">
                <a:solidFill>
                  <a:srgbClr val="000000"/>
                </a:solidFill>
              </a:rPr>
              <a:t>, the compiler generates the </a:t>
            </a:r>
            <a:r>
              <a:rPr lang="en-US" altLang="en-US" sz="2400" dirty="0">
                <a:solidFill>
                  <a:srgbClr val="000000"/>
                </a:solidFill>
                <a:latin typeface="Consolas" panose="020B0609020204030204" pitchFamily="49" charset="0"/>
              </a:rPr>
              <a:t>static</a:t>
            </a:r>
            <a:r>
              <a:rPr lang="en-US" altLang="en-US" sz="2400" dirty="0">
                <a:solidFill>
                  <a:srgbClr val="000000"/>
                </a:solidFill>
              </a:rPr>
              <a:t> method </a:t>
            </a:r>
            <a:r>
              <a:rPr lang="en-US" altLang="en-US" sz="2400" dirty="0">
                <a:solidFill>
                  <a:srgbClr val="0000FF"/>
                </a:solidFill>
                <a:latin typeface="Consolas" panose="020B0609020204030204" pitchFamily="49" charset="0"/>
              </a:rPr>
              <a:t>values</a:t>
            </a:r>
            <a:r>
              <a:rPr lang="en-US" altLang="en-US" sz="2400" dirty="0">
                <a:solidFill>
                  <a:srgbClr val="000000"/>
                </a:solidFill>
              </a:rPr>
              <a:t> that returns an array of the </a:t>
            </a:r>
            <a:r>
              <a:rPr lang="en-US" altLang="en-US" sz="2400" dirty="0" err="1">
                <a:solidFill>
                  <a:srgbClr val="000000"/>
                </a:solidFill>
                <a:latin typeface="Consolas" panose="020B0609020204030204" pitchFamily="49" charset="0"/>
              </a:rPr>
              <a:t>enum</a:t>
            </a:r>
            <a:r>
              <a:rPr lang="en-US" altLang="en-US" sz="2400" dirty="0" err="1">
                <a:solidFill>
                  <a:srgbClr val="000000"/>
                </a:solidFill>
              </a:rPr>
              <a:t>’s</a:t>
            </a:r>
            <a:r>
              <a:rPr lang="en-US" altLang="en-US" sz="2400" dirty="0">
                <a:solidFill>
                  <a:srgbClr val="000000"/>
                </a:solidFill>
              </a:rPr>
              <a:t> constants.</a:t>
            </a:r>
          </a:p>
          <a:p>
            <a:pPr eaLnBrk="1" hangingPunct="1">
              <a:lnSpc>
                <a:spcPct val="80000"/>
              </a:lnSpc>
            </a:pPr>
            <a:r>
              <a:rPr lang="en-US" altLang="en-US" sz="2400" dirty="0">
                <a:solidFill>
                  <a:srgbClr val="000000"/>
                </a:solidFill>
              </a:rPr>
              <a:t>When an </a:t>
            </a:r>
            <a:r>
              <a:rPr lang="en-US" altLang="en-US" sz="2400" dirty="0" err="1">
                <a:solidFill>
                  <a:srgbClr val="000000"/>
                </a:solidFill>
                <a:latin typeface="Consolas" panose="020B0609020204030204" pitchFamily="49" charset="0"/>
              </a:rPr>
              <a:t>enum</a:t>
            </a:r>
            <a:r>
              <a:rPr lang="en-US" altLang="en-US" sz="2400" dirty="0">
                <a:solidFill>
                  <a:srgbClr val="000000"/>
                </a:solidFill>
              </a:rPr>
              <a:t> constant is converted to a </a:t>
            </a:r>
            <a:r>
              <a:rPr lang="en-US" altLang="en-US" sz="2400" dirty="0">
                <a:solidFill>
                  <a:srgbClr val="000000"/>
                </a:solidFill>
                <a:latin typeface="Consolas" panose="020B0609020204030204" pitchFamily="49" charset="0"/>
              </a:rPr>
              <a:t>String</a:t>
            </a:r>
            <a:r>
              <a:rPr lang="en-US" altLang="en-US" sz="2400" dirty="0">
                <a:solidFill>
                  <a:srgbClr val="000000"/>
                </a:solidFill>
              </a:rPr>
              <a:t>, the constant’s identifier is used as the </a:t>
            </a:r>
            <a:r>
              <a:rPr lang="en-US" altLang="en-US" sz="2400" dirty="0">
                <a:solidFill>
                  <a:srgbClr val="000000"/>
                </a:solidFill>
                <a:latin typeface="Consolas" panose="020B0609020204030204" pitchFamily="49" charset="0"/>
              </a:rPr>
              <a:t>String</a:t>
            </a:r>
            <a:r>
              <a:rPr lang="en-US" altLang="en-US" sz="2400" dirty="0">
                <a:solidFill>
                  <a:srgbClr val="000000"/>
                </a:solidFill>
              </a:rPr>
              <a:t> representation. </a:t>
            </a:r>
          </a:p>
        </p:txBody>
      </p:sp>
    </p:spTree>
    <p:extLst>
      <p:ext uri="{BB962C8B-B14F-4D97-AF65-F5344CB8AC3E}">
        <p14:creationId xmlns:p14="http://schemas.microsoft.com/office/powerpoint/2010/main" val="2347984532"/>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9E02D6-4C7D-4428-A719-F51728B5B2CE}"/>
              </a:ext>
            </a:extLst>
          </p:cNvPr>
          <p:cNvSpPr>
            <a:spLocks noGrp="1"/>
          </p:cNvSpPr>
          <p:nvPr>
            <p:ph type="title"/>
          </p:nvPr>
        </p:nvSpPr>
        <p:spPr>
          <a:xfrm>
            <a:off x="609600" y="0"/>
            <a:ext cx="10972800" cy="661012"/>
          </a:xfrm>
        </p:spPr>
        <p:txBody>
          <a:bodyPr/>
          <a:lstStyle/>
          <a:p>
            <a:pPr fontAlgn="auto">
              <a:spcAft>
                <a:spcPts val="0"/>
              </a:spcAft>
              <a:defRPr/>
            </a:pPr>
            <a:r>
              <a:rPr lang="en-US" dirty="0">
                <a:solidFill>
                  <a:srgbClr val="24B5A1"/>
                </a:solidFill>
                <a:latin typeface="Calibri" panose="020F0502020204030204" pitchFamily="34" charset="0"/>
              </a:rPr>
              <a:t>8.9  </a:t>
            </a:r>
            <a:r>
              <a:rPr lang="en-US" dirty="0">
                <a:solidFill>
                  <a:srgbClr val="3380E6"/>
                </a:solidFill>
                <a:latin typeface="Consolas" panose="020B0609020204030204" pitchFamily="49" charset="0"/>
              </a:rPr>
              <a:t> Enum inside a Class</a:t>
            </a:r>
            <a:endParaRPr lang="en-US" dirty="0">
              <a:solidFill>
                <a:srgbClr val="3380E6"/>
              </a:solidFill>
              <a:latin typeface="Calibri" panose="020F0502020204030204" pitchFamily="34" charset="0"/>
            </a:endParaRPr>
          </a:p>
        </p:txBody>
      </p:sp>
      <p:sp>
        <p:nvSpPr>
          <p:cNvPr id="5" name="Rectangle 2">
            <a:extLst>
              <a:ext uri="{FF2B5EF4-FFF2-40B4-BE49-F238E27FC236}">
                <a16:creationId xmlns:a16="http://schemas.microsoft.com/office/drawing/2014/main" id="{80961C8C-97DE-47D3-A904-9629592ECDB2}"/>
              </a:ext>
            </a:extLst>
          </p:cNvPr>
          <p:cNvSpPr>
            <a:spLocks noChangeArrowheads="1"/>
          </p:cNvSpPr>
          <p:nvPr/>
        </p:nvSpPr>
        <p:spPr bwMode="auto">
          <a:xfrm>
            <a:off x="0" y="757333"/>
            <a:ext cx="7427204" cy="107721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457200" lvl="0" indent="-457200">
              <a:spcBef>
                <a:spcPts val="1200"/>
              </a:spcBef>
              <a:spcAft>
                <a:spcPts val="600"/>
              </a:spcAft>
              <a:buFont typeface="Arial" panose="020B0604020202020204" pitchFamily="34" charset="0"/>
              <a:buChar char="•"/>
            </a:pPr>
            <a:r>
              <a:rPr lang="en-US" altLang="en-US" sz="3200" dirty="0"/>
              <a:t>You can also have an </a:t>
            </a:r>
            <a:r>
              <a:rPr lang="en-US" altLang="en-US" sz="3200" dirty="0" err="1">
                <a:solidFill>
                  <a:srgbClr val="FF0000"/>
                </a:solidFill>
              </a:rPr>
              <a:t>enum</a:t>
            </a:r>
            <a:r>
              <a:rPr lang="en-US" altLang="en-US" sz="3200" dirty="0"/>
              <a:t> inside a class:</a:t>
            </a:r>
            <a:endParaRPr kumimoji="0" lang="en-US" altLang="en-US" sz="3200" b="0" i="0" u="none" strike="noStrike" cap="none" normalizeH="0" baseline="0" dirty="0">
              <a:ln>
                <a:noFill/>
              </a:ln>
              <a:solidFill>
                <a:schemeClr val="tx1"/>
              </a:solidFill>
              <a:effectLst/>
            </a:endParaRPr>
          </a:p>
        </p:txBody>
      </p:sp>
      <p:sp>
        <p:nvSpPr>
          <p:cNvPr id="6" name="Rectangle 5">
            <a:extLst>
              <a:ext uri="{FF2B5EF4-FFF2-40B4-BE49-F238E27FC236}">
                <a16:creationId xmlns:a16="http://schemas.microsoft.com/office/drawing/2014/main" id="{682EECF9-3E8D-453B-BB9D-CAACE27EA2B2}"/>
              </a:ext>
            </a:extLst>
          </p:cNvPr>
          <p:cNvSpPr/>
          <p:nvPr/>
        </p:nvSpPr>
        <p:spPr>
          <a:xfrm>
            <a:off x="778525" y="2249650"/>
            <a:ext cx="6096000" cy="4524315"/>
          </a:xfrm>
          <a:prstGeom prst="rect">
            <a:avLst/>
          </a:prstGeom>
        </p:spPr>
        <p:txBody>
          <a:bodyPr>
            <a:spAutoFit/>
          </a:bodyPr>
          <a:lstStyle/>
          <a:p>
            <a:r>
              <a:rPr lang="en-US" sz="2400" dirty="0"/>
              <a:t>public class Main {</a:t>
            </a:r>
          </a:p>
          <a:p>
            <a:r>
              <a:rPr lang="en-US" sz="2400" dirty="0"/>
              <a:t>  </a:t>
            </a:r>
            <a:r>
              <a:rPr lang="en-US" sz="2400" dirty="0" err="1"/>
              <a:t>enum</a:t>
            </a:r>
            <a:r>
              <a:rPr lang="en-US" sz="2400" dirty="0"/>
              <a:t> Level {</a:t>
            </a:r>
          </a:p>
          <a:p>
            <a:r>
              <a:rPr lang="en-US" sz="2400" dirty="0"/>
              <a:t>    LOW,</a:t>
            </a:r>
          </a:p>
          <a:p>
            <a:r>
              <a:rPr lang="en-US" sz="2400" dirty="0"/>
              <a:t>    MEDIUM,</a:t>
            </a:r>
          </a:p>
          <a:p>
            <a:r>
              <a:rPr lang="en-US" sz="2400" dirty="0"/>
              <a:t>    HIGH</a:t>
            </a:r>
          </a:p>
          <a:p>
            <a:r>
              <a:rPr lang="en-US" sz="2400" dirty="0"/>
              <a:t>  }</a:t>
            </a:r>
          </a:p>
          <a:p>
            <a:endParaRPr lang="en-US" sz="2400" dirty="0"/>
          </a:p>
          <a:p>
            <a:r>
              <a:rPr lang="en-US" sz="2400" dirty="0"/>
              <a:t>  public static void main(String[] </a:t>
            </a:r>
            <a:r>
              <a:rPr lang="en-US" sz="2400" dirty="0" err="1"/>
              <a:t>args</a:t>
            </a:r>
            <a:r>
              <a:rPr lang="en-US" sz="2400" dirty="0"/>
              <a:t>) {</a:t>
            </a:r>
          </a:p>
          <a:p>
            <a:r>
              <a:rPr lang="en-US" sz="2400" dirty="0"/>
              <a:t>    Level </a:t>
            </a:r>
            <a:r>
              <a:rPr lang="en-US" sz="2400" dirty="0" err="1"/>
              <a:t>myVar</a:t>
            </a:r>
            <a:r>
              <a:rPr lang="en-US" sz="2400" dirty="0"/>
              <a:t> = </a:t>
            </a:r>
            <a:r>
              <a:rPr lang="en-US" sz="2400" dirty="0" err="1"/>
              <a:t>Level.MEDIUM</a:t>
            </a:r>
            <a:r>
              <a:rPr lang="en-US" sz="2400" dirty="0"/>
              <a:t>; </a:t>
            </a:r>
          </a:p>
          <a:p>
            <a:r>
              <a:rPr lang="en-US" sz="2400" dirty="0"/>
              <a:t>    </a:t>
            </a:r>
            <a:r>
              <a:rPr lang="en-US" sz="2400" dirty="0" err="1"/>
              <a:t>System.out.println</a:t>
            </a:r>
            <a:r>
              <a:rPr lang="en-US" sz="2400" dirty="0"/>
              <a:t>(</a:t>
            </a:r>
            <a:r>
              <a:rPr lang="en-US" sz="2400" dirty="0" err="1"/>
              <a:t>myVar</a:t>
            </a:r>
            <a:r>
              <a:rPr lang="en-US" sz="2400" dirty="0"/>
              <a:t>);</a:t>
            </a:r>
          </a:p>
          <a:p>
            <a:r>
              <a:rPr lang="en-US" sz="2400" dirty="0"/>
              <a:t>  }</a:t>
            </a:r>
          </a:p>
          <a:p>
            <a:r>
              <a:rPr lang="en-US" sz="2400" dirty="0"/>
              <a:t>}</a:t>
            </a:r>
          </a:p>
        </p:txBody>
      </p:sp>
      <p:sp>
        <p:nvSpPr>
          <p:cNvPr id="8" name="Rectangle 7">
            <a:extLst>
              <a:ext uri="{FF2B5EF4-FFF2-40B4-BE49-F238E27FC236}">
                <a16:creationId xmlns:a16="http://schemas.microsoft.com/office/drawing/2014/main" id="{48FCB571-C9FA-4B6F-BB85-445288A69631}"/>
              </a:ext>
            </a:extLst>
          </p:cNvPr>
          <p:cNvSpPr/>
          <p:nvPr/>
        </p:nvSpPr>
        <p:spPr>
          <a:xfrm>
            <a:off x="8261418" y="2648962"/>
            <a:ext cx="3152057" cy="2062103"/>
          </a:xfrm>
          <a:prstGeom prst="rect">
            <a:avLst/>
          </a:prstGeom>
        </p:spPr>
        <p:txBody>
          <a:bodyPr wrap="square">
            <a:spAutoFit/>
          </a:bodyPr>
          <a:lstStyle/>
          <a:p>
            <a:r>
              <a:rPr lang="en-US" sz="3200" dirty="0">
                <a:highlight>
                  <a:srgbClr val="FFFF00"/>
                </a:highlight>
              </a:rPr>
              <a:t>The output will be:</a:t>
            </a:r>
          </a:p>
          <a:p>
            <a:endParaRPr lang="en-US" sz="3200" dirty="0">
              <a:highlight>
                <a:srgbClr val="FFFF00"/>
              </a:highlight>
            </a:endParaRPr>
          </a:p>
          <a:p>
            <a:r>
              <a:rPr lang="en-US" sz="3200" dirty="0">
                <a:highlight>
                  <a:srgbClr val="00FF00"/>
                </a:highlight>
              </a:rPr>
              <a:t>MEDIUM</a:t>
            </a:r>
          </a:p>
        </p:txBody>
      </p:sp>
    </p:spTree>
    <p:extLst>
      <p:ext uri="{BB962C8B-B14F-4D97-AF65-F5344CB8AC3E}">
        <p14:creationId xmlns:p14="http://schemas.microsoft.com/office/powerpoint/2010/main" val="1685927624"/>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9E02D6-4C7D-4428-A719-F51728B5B2CE}"/>
              </a:ext>
            </a:extLst>
          </p:cNvPr>
          <p:cNvSpPr>
            <a:spLocks noGrp="1"/>
          </p:cNvSpPr>
          <p:nvPr>
            <p:ph type="title"/>
          </p:nvPr>
        </p:nvSpPr>
        <p:spPr>
          <a:xfrm>
            <a:off x="609600" y="0"/>
            <a:ext cx="10972800" cy="661012"/>
          </a:xfrm>
        </p:spPr>
        <p:txBody>
          <a:bodyPr/>
          <a:lstStyle/>
          <a:p>
            <a:pPr fontAlgn="auto">
              <a:spcAft>
                <a:spcPts val="0"/>
              </a:spcAft>
              <a:defRPr/>
            </a:pPr>
            <a:r>
              <a:rPr lang="en-US" dirty="0">
                <a:solidFill>
                  <a:srgbClr val="24B5A1"/>
                </a:solidFill>
                <a:latin typeface="Calibri" panose="020F0502020204030204" pitchFamily="34" charset="0"/>
              </a:rPr>
              <a:t>8.9  </a:t>
            </a:r>
            <a:r>
              <a:rPr lang="en-US" dirty="0">
                <a:solidFill>
                  <a:srgbClr val="3380E6"/>
                </a:solidFill>
                <a:latin typeface="Consolas" panose="020B0609020204030204" pitchFamily="49" charset="0"/>
              </a:rPr>
              <a:t>   Loop Through an Enum</a:t>
            </a:r>
            <a:endParaRPr lang="en-US" dirty="0">
              <a:solidFill>
                <a:srgbClr val="3380E6"/>
              </a:solidFill>
              <a:latin typeface="Calibri" panose="020F0502020204030204" pitchFamily="34" charset="0"/>
            </a:endParaRPr>
          </a:p>
        </p:txBody>
      </p:sp>
      <p:sp>
        <p:nvSpPr>
          <p:cNvPr id="9" name="Rectangle 8">
            <a:extLst>
              <a:ext uri="{FF2B5EF4-FFF2-40B4-BE49-F238E27FC236}">
                <a16:creationId xmlns:a16="http://schemas.microsoft.com/office/drawing/2014/main" id="{32592D16-89AF-4658-936A-607CF9560D51}"/>
              </a:ext>
            </a:extLst>
          </p:cNvPr>
          <p:cNvSpPr/>
          <p:nvPr/>
        </p:nvSpPr>
        <p:spPr>
          <a:xfrm>
            <a:off x="420548" y="826018"/>
            <a:ext cx="6998824" cy="2400657"/>
          </a:xfrm>
          <a:prstGeom prst="rect">
            <a:avLst/>
          </a:prstGeom>
        </p:spPr>
        <p:txBody>
          <a:bodyPr wrap="square">
            <a:spAutoFit/>
          </a:bodyPr>
          <a:lstStyle/>
          <a:p>
            <a:pPr marL="342900" indent="-342900">
              <a:spcBef>
                <a:spcPts val="1200"/>
              </a:spcBef>
              <a:buFont typeface="Arial" panose="020B0604020202020204" pitchFamily="34" charset="0"/>
              <a:buChar char="•"/>
            </a:pPr>
            <a:r>
              <a:rPr lang="en-US" sz="2800" dirty="0"/>
              <a:t>The </a:t>
            </a:r>
            <a:r>
              <a:rPr lang="en-US" sz="2800" dirty="0" err="1"/>
              <a:t>enum</a:t>
            </a:r>
            <a:r>
              <a:rPr lang="en-US" sz="2800" dirty="0"/>
              <a:t> type has a values() method, which returns an array of all </a:t>
            </a:r>
            <a:r>
              <a:rPr lang="en-US" sz="2800" dirty="0" err="1"/>
              <a:t>enum</a:t>
            </a:r>
            <a:r>
              <a:rPr lang="en-US" sz="2800" dirty="0"/>
              <a:t> constants. </a:t>
            </a:r>
          </a:p>
          <a:p>
            <a:pPr marL="342900" indent="-342900">
              <a:spcBef>
                <a:spcPts val="1200"/>
              </a:spcBef>
              <a:buFont typeface="Arial" panose="020B0604020202020204" pitchFamily="34" charset="0"/>
              <a:buChar char="•"/>
            </a:pPr>
            <a:r>
              <a:rPr lang="en-US" sz="2800" dirty="0"/>
              <a:t>This method is useful when you want to loop through the constants of an </a:t>
            </a:r>
            <a:r>
              <a:rPr lang="en-US" sz="2800" dirty="0" err="1"/>
              <a:t>enum</a:t>
            </a:r>
            <a:r>
              <a:rPr lang="en-US" sz="2800" dirty="0"/>
              <a:t>:</a:t>
            </a:r>
          </a:p>
        </p:txBody>
      </p:sp>
      <p:sp>
        <p:nvSpPr>
          <p:cNvPr id="10" name="Rectangle 9">
            <a:extLst>
              <a:ext uri="{FF2B5EF4-FFF2-40B4-BE49-F238E27FC236}">
                <a16:creationId xmlns:a16="http://schemas.microsoft.com/office/drawing/2014/main" id="{F455353D-5B74-4828-BBB5-EAF2FC2667BD}"/>
              </a:ext>
            </a:extLst>
          </p:cNvPr>
          <p:cNvSpPr/>
          <p:nvPr/>
        </p:nvSpPr>
        <p:spPr>
          <a:xfrm>
            <a:off x="1174621" y="3837678"/>
            <a:ext cx="6096000" cy="1384995"/>
          </a:xfrm>
          <a:prstGeom prst="rect">
            <a:avLst/>
          </a:prstGeom>
        </p:spPr>
        <p:txBody>
          <a:bodyPr>
            <a:spAutoFit/>
          </a:bodyPr>
          <a:lstStyle/>
          <a:p>
            <a:r>
              <a:rPr lang="en-US" sz="2800" dirty="0">
                <a:solidFill>
                  <a:srgbClr val="FF0000"/>
                </a:solidFill>
              </a:rPr>
              <a:t>for (Level </a:t>
            </a:r>
            <a:r>
              <a:rPr lang="en-US" sz="2800" dirty="0" err="1"/>
              <a:t>myVar</a:t>
            </a:r>
            <a:r>
              <a:rPr lang="en-US" sz="2800" dirty="0"/>
              <a:t> : </a:t>
            </a:r>
            <a:r>
              <a:rPr lang="en-US" sz="2800" dirty="0" err="1">
                <a:solidFill>
                  <a:srgbClr val="FF0000"/>
                </a:solidFill>
              </a:rPr>
              <a:t>Level.values</a:t>
            </a:r>
            <a:r>
              <a:rPr lang="en-US" sz="2800" dirty="0"/>
              <a:t>()) {</a:t>
            </a:r>
          </a:p>
          <a:p>
            <a:r>
              <a:rPr lang="en-US" sz="2800" dirty="0"/>
              <a:t>  </a:t>
            </a:r>
            <a:r>
              <a:rPr lang="en-US" sz="2800" dirty="0" err="1">
                <a:solidFill>
                  <a:srgbClr val="FF0000"/>
                </a:solidFill>
              </a:rPr>
              <a:t>System</a:t>
            </a:r>
            <a:r>
              <a:rPr lang="en-US" sz="2800" dirty="0" err="1"/>
              <a:t>.out.</a:t>
            </a:r>
            <a:r>
              <a:rPr lang="en-US" sz="2800" dirty="0" err="1">
                <a:solidFill>
                  <a:srgbClr val="FF0000"/>
                </a:solidFill>
              </a:rPr>
              <a:t>println</a:t>
            </a:r>
            <a:r>
              <a:rPr lang="en-US" sz="2800" dirty="0">
                <a:solidFill>
                  <a:srgbClr val="FF0000"/>
                </a:solidFill>
              </a:rPr>
              <a:t>(</a:t>
            </a:r>
            <a:r>
              <a:rPr lang="en-US" sz="2800" dirty="0" err="1">
                <a:solidFill>
                  <a:srgbClr val="FF0000"/>
                </a:solidFill>
              </a:rPr>
              <a:t>myVar</a:t>
            </a:r>
            <a:r>
              <a:rPr lang="en-US" sz="2800" dirty="0">
                <a:solidFill>
                  <a:srgbClr val="FF0000"/>
                </a:solidFill>
              </a:rPr>
              <a:t>);</a:t>
            </a:r>
          </a:p>
          <a:p>
            <a:r>
              <a:rPr lang="en-US" sz="2800" dirty="0"/>
              <a:t>}</a:t>
            </a:r>
          </a:p>
        </p:txBody>
      </p:sp>
      <p:sp>
        <p:nvSpPr>
          <p:cNvPr id="11" name="Rectangle 10">
            <a:extLst>
              <a:ext uri="{FF2B5EF4-FFF2-40B4-BE49-F238E27FC236}">
                <a16:creationId xmlns:a16="http://schemas.microsoft.com/office/drawing/2014/main" id="{5AFFD10F-EA3E-4BF9-8BCC-F4FF2B90CDAF}"/>
              </a:ext>
            </a:extLst>
          </p:cNvPr>
          <p:cNvSpPr/>
          <p:nvPr/>
        </p:nvSpPr>
        <p:spPr>
          <a:xfrm>
            <a:off x="9171008" y="1951672"/>
            <a:ext cx="2762491" cy="2677656"/>
          </a:xfrm>
          <a:prstGeom prst="rect">
            <a:avLst/>
          </a:prstGeom>
        </p:spPr>
        <p:txBody>
          <a:bodyPr wrap="square">
            <a:spAutoFit/>
          </a:bodyPr>
          <a:lstStyle/>
          <a:p>
            <a:r>
              <a:rPr lang="en-US" sz="2800" dirty="0"/>
              <a:t>The output will be:</a:t>
            </a:r>
          </a:p>
          <a:p>
            <a:endParaRPr lang="en-US" sz="2800" dirty="0"/>
          </a:p>
          <a:p>
            <a:r>
              <a:rPr lang="en-US" sz="2800" dirty="0">
                <a:highlight>
                  <a:srgbClr val="00FF00"/>
                </a:highlight>
              </a:rPr>
              <a:t>LOW</a:t>
            </a:r>
          </a:p>
          <a:p>
            <a:r>
              <a:rPr lang="en-US" sz="2800" dirty="0">
                <a:highlight>
                  <a:srgbClr val="00FF00"/>
                </a:highlight>
              </a:rPr>
              <a:t>MEDIUM</a:t>
            </a:r>
          </a:p>
          <a:p>
            <a:r>
              <a:rPr lang="en-US" sz="2800" dirty="0">
                <a:highlight>
                  <a:srgbClr val="00FF00"/>
                </a:highlight>
              </a:rPr>
              <a:t>HIGH</a:t>
            </a:r>
          </a:p>
        </p:txBody>
      </p:sp>
    </p:spTree>
    <p:extLst>
      <p:ext uri="{BB962C8B-B14F-4D97-AF65-F5344CB8AC3E}">
        <p14:creationId xmlns:p14="http://schemas.microsoft.com/office/powerpoint/2010/main" val="1254224254"/>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9AAC3F1B-F740-4B37-B827-FC46568B6E56}"/>
              </a:ext>
            </a:extLst>
          </p:cNvPr>
          <p:cNvSpPr>
            <a:spLocks noGrp="1"/>
          </p:cNvSpPr>
          <p:nvPr>
            <p:ph idx="1"/>
          </p:nvPr>
        </p:nvSpPr>
        <p:spPr>
          <a:xfrm>
            <a:off x="676893" y="584200"/>
            <a:ext cx="11127179" cy="5579094"/>
          </a:xfrm>
        </p:spPr>
        <p:txBody>
          <a:bodyPr/>
          <a:lstStyle/>
          <a:p>
            <a:r>
              <a:rPr lang="en-US" sz="3200" dirty="0"/>
              <a:t>Using the program above as your example</a:t>
            </a:r>
          </a:p>
          <a:p>
            <a:r>
              <a:rPr lang="en-US" sz="3200" dirty="0"/>
              <a:t>Create a class containing the </a:t>
            </a:r>
            <a:r>
              <a:rPr lang="en-US" sz="3200" b="1" i="1" dirty="0">
                <a:highlight>
                  <a:srgbClr val="FFFF00"/>
                </a:highlight>
              </a:rPr>
              <a:t>workdays of the week</a:t>
            </a:r>
            <a:r>
              <a:rPr lang="en-US" sz="3200" dirty="0">
                <a:highlight>
                  <a:srgbClr val="FFFF00"/>
                </a:highlight>
              </a:rPr>
              <a:t> </a:t>
            </a:r>
            <a:r>
              <a:rPr lang="en-US" sz="3200" dirty="0"/>
              <a:t>as </a:t>
            </a:r>
            <a:r>
              <a:rPr lang="en-US" sz="3200" b="1" i="1" dirty="0" err="1">
                <a:highlight>
                  <a:srgbClr val="00FF00"/>
                </a:highlight>
              </a:rPr>
              <a:t>enum</a:t>
            </a:r>
            <a:r>
              <a:rPr lang="en-US" sz="3200" b="1" i="1" dirty="0"/>
              <a:t> </a:t>
            </a:r>
            <a:r>
              <a:rPr lang="en-US" sz="3200" dirty="0"/>
              <a:t>constants</a:t>
            </a:r>
          </a:p>
          <a:p>
            <a:r>
              <a:rPr lang="en-US" sz="3200" dirty="0"/>
              <a:t>Print Wednesday out of the constants.</a:t>
            </a:r>
          </a:p>
          <a:p>
            <a:r>
              <a:rPr lang="en-US" sz="3200" dirty="0"/>
              <a:t>Loop through the constants and print out the five days using </a:t>
            </a:r>
            <a:r>
              <a:rPr lang="en-US" sz="3200" b="1" dirty="0"/>
              <a:t>values() </a:t>
            </a:r>
            <a:r>
              <a:rPr lang="en-US" sz="3200" dirty="0"/>
              <a:t>method.</a:t>
            </a:r>
            <a:endParaRPr lang="en-US" sz="2400" dirty="0"/>
          </a:p>
          <a:p>
            <a:pPr lvl="2"/>
            <a:endParaRPr lang="en-US" sz="2000" dirty="0"/>
          </a:p>
        </p:txBody>
      </p:sp>
      <p:sp>
        <p:nvSpPr>
          <p:cNvPr id="3" name="Title 2">
            <a:extLst>
              <a:ext uri="{FF2B5EF4-FFF2-40B4-BE49-F238E27FC236}">
                <a16:creationId xmlns:a16="http://schemas.microsoft.com/office/drawing/2014/main" id="{DED2B13A-2C24-4846-8B3F-44031514C3A3}"/>
              </a:ext>
            </a:extLst>
          </p:cNvPr>
          <p:cNvSpPr>
            <a:spLocks noGrp="1"/>
          </p:cNvSpPr>
          <p:nvPr>
            <p:ph type="title"/>
          </p:nvPr>
        </p:nvSpPr>
        <p:spPr>
          <a:xfrm>
            <a:off x="1981200" y="0"/>
            <a:ext cx="8229600" cy="584200"/>
          </a:xfrm>
        </p:spPr>
        <p:txBody>
          <a:bodyPr>
            <a:normAutofit fontScale="90000"/>
          </a:bodyPr>
          <a:lstStyle/>
          <a:p>
            <a:pPr algn="ctr"/>
            <a:r>
              <a:rPr lang="en-US" dirty="0">
                <a:highlight>
                  <a:srgbClr val="00FF00"/>
                </a:highlight>
              </a:rPr>
              <a:t>Class Activities</a:t>
            </a:r>
          </a:p>
        </p:txBody>
      </p:sp>
    </p:spTree>
    <p:extLst>
      <p:ext uri="{BB962C8B-B14F-4D97-AF65-F5344CB8AC3E}">
        <p14:creationId xmlns:p14="http://schemas.microsoft.com/office/powerpoint/2010/main" val="2784906002"/>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9E02D6-4C7D-4428-A719-F51728B5B2CE}"/>
              </a:ext>
            </a:extLst>
          </p:cNvPr>
          <p:cNvSpPr>
            <a:spLocks noGrp="1"/>
          </p:cNvSpPr>
          <p:nvPr>
            <p:ph type="title"/>
          </p:nvPr>
        </p:nvSpPr>
        <p:spPr>
          <a:xfrm>
            <a:off x="609600" y="0"/>
            <a:ext cx="10972800" cy="661012"/>
          </a:xfrm>
        </p:spPr>
        <p:txBody>
          <a:bodyPr>
            <a:normAutofit fontScale="90000"/>
          </a:bodyPr>
          <a:lstStyle/>
          <a:p>
            <a:pPr fontAlgn="auto">
              <a:spcAft>
                <a:spcPts val="0"/>
              </a:spcAft>
              <a:defRPr/>
            </a:pPr>
            <a:r>
              <a:rPr lang="en-US" dirty="0">
                <a:solidFill>
                  <a:srgbClr val="24B5A1"/>
                </a:solidFill>
                <a:latin typeface="Calibri" panose="020F0502020204030204" pitchFamily="34" charset="0"/>
              </a:rPr>
              <a:t>8.9  </a:t>
            </a:r>
            <a:r>
              <a:rPr lang="en-US" dirty="0">
                <a:solidFill>
                  <a:srgbClr val="3380E6"/>
                </a:solidFill>
                <a:latin typeface="Consolas" panose="020B0609020204030204" pitchFamily="49" charset="0"/>
              </a:rPr>
              <a:t>    Difference between Enums and Classes</a:t>
            </a:r>
            <a:endParaRPr lang="en-US" dirty="0">
              <a:solidFill>
                <a:srgbClr val="3380E6"/>
              </a:solidFill>
              <a:latin typeface="Calibri" panose="020F0502020204030204" pitchFamily="34" charset="0"/>
            </a:endParaRPr>
          </a:p>
        </p:txBody>
      </p:sp>
      <p:sp>
        <p:nvSpPr>
          <p:cNvPr id="3" name="Rectangle 2">
            <a:extLst>
              <a:ext uri="{FF2B5EF4-FFF2-40B4-BE49-F238E27FC236}">
                <a16:creationId xmlns:a16="http://schemas.microsoft.com/office/drawing/2014/main" id="{33D0F4A8-DBF6-4B9D-AD71-65080E4FAB06}"/>
              </a:ext>
            </a:extLst>
          </p:cNvPr>
          <p:cNvSpPr/>
          <p:nvPr/>
        </p:nvSpPr>
        <p:spPr>
          <a:xfrm>
            <a:off x="428263" y="776759"/>
            <a:ext cx="11335473" cy="5632311"/>
          </a:xfrm>
          <a:prstGeom prst="rect">
            <a:avLst/>
          </a:prstGeom>
        </p:spPr>
        <p:txBody>
          <a:bodyPr wrap="square">
            <a:spAutoFit/>
          </a:bodyPr>
          <a:lstStyle/>
          <a:p>
            <a:pPr marL="457200" indent="-457200">
              <a:spcBef>
                <a:spcPts val="1200"/>
              </a:spcBef>
              <a:buFont typeface="Arial" panose="020B0604020202020204" pitchFamily="34" charset="0"/>
              <a:buChar char="•"/>
            </a:pPr>
            <a:r>
              <a:rPr lang="en-US" sz="3200" dirty="0"/>
              <a:t>An </a:t>
            </a:r>
            <a:r>
              <a:rPr lang="en-US" sz="3200" dirty="0" err="1">
                <a:solidFill>
                  <a:srgbClr val="FF0000"/>
                </a:solidFill>
              </a:rPr>
              <a:t>enum</a:t>
            </a:r>
            <a:r>
              <a:rPr lang="en-US" sz="3200" dirty="0">
                <a:solidFill>
                  <a:srgbClr val="FF0000"/>
                </a:solidFill>
              </a:rPr>
              <a:t> </a:t>
            </a:r>
            <a:r>
              <a:rPr lang="en-US" sz="3200" dirty="0"/>
              <a:t>can, just like a class, have attributes and methods. </a:t>
            </a:r>
          </a:p>
          <a:p>
            <a:pPr marL="457200" indent="-457200">
              <a:spcBef>
                <a:spcPts val="1200"/>
              </a:spcBef>
              <a:buFont typeface="Arial" panose="020B0604020202020204" pitchFamily="34" charset="0"/>
              <a:buChar char="•"/>
            </a:pPr>
            <a:r>
              <a:rPr lang="en-US" sz="3200" dirty="0"/>
              <a:t>The only difference is that </a:t>
            </a:r>
            <a:r>
              <a:rPr lang="en-US" sz="3200" dirty="0" err="1"/>
              <a:t>enum</a:t>
            </a:r>
            <a:r>
              <a:rPr lang="en-US" sz="3200" dirty="0"/>
              <a:t> constants are public, static and final (unchangeable - cannot be overridden).</a:t>
            </a:r>
          </a:p>
          <a:p>
            <a:pPr marL="457200" indent="-457200">
              <a:spcBef>
                <a:spcPts val="1200"/>
              </a:spcBef>
              <a:buFont typeface="Arial" panose="020B0604020202020204" pitchFamily="34" charset="0"/>
              <a:buChar char="•"/>
            </a:pPr>
            <a:r>
              <a:rPr lang="en-US" sz="3200" dirty="0"/>
              <a:t>An </a:t>
            </a:r>
            <a:r>
              <a:rPr lang="en-US" sz="3200" dirty="0" err="1">
                <a:solidFill>
                  <a:srgbClr val="FF0000"/>
                </a:solidFill>
              </a:rPr>
              <a:t>enum</a:t>
            </a:r>
            <a:r>
              <a:rPr lang="en-US" sz="3200" dirty="0"/>
              <a:t> cannot be used to create objects, and it cannot extend other classes (but it can implement interfaces).</a:t>
            </a:r>
          </a:p>
          <a:p>
            <a:pPr marL="457200" indent="-457200">
              <a:spcBef>
                <a:spcPts val="1200"/>
              </a:spcBef>
              <a:buFont typeface="Arial" panose="020B0604020202020204" pitchFamily="34" charset="0"/>
              <a:buChar char="•"/>
            </a:pPr>
            <a:r>
              <a:rPr lang="en-US" sz="3200" dirty="0"/>
              <a:t>Why And When To Use </a:t>
            </a:r>
            <a:r>
              <a:rPr lang="en-US" sz="3200" dirty="0">
                <a:solidFill>
                  <a:srgbClr val="FF0000"/>
                </a:solidFill>
              </a:rPr>
              <a:t>Enums</a:t>
            </a:r>
            <a:r>
              <a:rPr lang="en-US" sz="3200" dirty="0"/>
              <a:t>?</a:t>
            </a:r>
          </a:p>
          <a:p>
            <a:pPr marL="457200" indent="-457200">
              <a:spcBef>
                <a:spcPts val="1200"/>
              </a:spcBef>
              <a:buFont typeface="Arial" panose="020B0604020202020204" pitchFamily="34" charset="0"/>
              <a:buChar char="•"/>
            </a:pPr>
            <a:r>
              <a:rPr lang="en-US" sz="3200" dirty="0"/>
              <a:t>Use </a:t>
            </a:r>
            <a:r>
              <a:rPr lang="en-US" sz="3200" dirty="0" err="1">
                <a:solidFill>
                  <a:srgbClr val="FF0000"/>
                </a:solidFill>
              </a:rPr>
              <a:t>enums</a:t>
            </a:r>
            <a:r>
              <a:rPr lang="en-US" sz="3200" dirty="0"/>
              <a:t> when you have values that you know aren't going to change, like month days, days, colors, deck of cards, etc.</a:t>
            </a:r>
          </a:p>
        </p:txBody>
      </p:sp>
    </p:spTree>
    <p:extLst>
      <p:ext uri="{BB962C8B-B14F-4D97-AF65-F5344CB8AC3E}">
        <p14:creationId xmlns:p14="http://schemas.microsoft.com/office/powerpoint/2010/main" val="1672698578"/>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BC06E-DFAA-40A5-A469-E3764035A357}"/>
              </a:ext>
            </a:extLst>
          </p:cNvPr>
          <p:cNvSpPr>
            <a:spLocks noGrp="1"/>
          </p:cNvSpPr>
          <p:nvPr>
            <p:ph type="title"/>
          </p:nvPr>
        </p:nvSpPr>
        <p:spPr/>
        <p:txBody>
          <a:bodyPr/>
          <a:lstStyle/>
          <a:p>
            <a:pPr fontAlgn="auto">
              <a:spcAft>
                <a:spcPts val="0"/>
              </a:spcAft>
              <a:defRPr/>
            </a:pPr>
            <a:r>
              <a:rPr lang="en-US" dirty="0">
                <a:solidFill>
                  <a:srgbClr val="24B5A1"/>
                </a:solidFill>
                <a:latin typeface="Calibri" panose="020F0502020204030204" pitchFamily="34" charset="0"/>
              </a:rPr>
              <a:t>8.14  </a:t>
            </a:r>
            <a:r>
              <a:rPr lang="en-US" dirty="0">
                <a:solidFill>
                  <a:srgbClr val="3380E6"/>
                </a:solidFill>
                <a:latin typeface="Calibri" panose="020F0502020204030204" pitchFamily="34" charset="0"/>
              </a:rPr>
              <a:t>Package Access</a:t>
            </a:r>
          </a:p>
        </p:txBody>
      </p:sp>
      <p:sp>
        <p:nvSpPr>
          <p:cNvPr id="114691" name="Text Placeholder 2">
            <a:extLst>
              <a:ext uri="{FF2B5EF4-FFF2-40B4-BE49-F238E27FC236}">
                <a16:creationId xmlns:a16="http://schemas.microsoft.com/office/drawing/2014/main" id="{004EBE51-606F-4899-A7EA-48E8FBD99D3C}"/>
              </a:ext>
            </a:extLst>
          </p:cNvPr>
          <p:cNvSpPr>
            <a:spLocks noGrp="1"/>
          </p:cNvSpPr>
          <p:nvPr>
            <p:ph type="body" idx="1"/>
          </p:nvPr>
        </p:nvSpPr>
        <p:spPr/>
        <p:txBody>
          <a:bodyPr/>
          <a:lstStyle/>
          <a:p>
            <a:pPr eaLnBrk="1" hangingPunct="1"/>
            <a:r>
              <a:rPr lang="en-US" altLang="en-US" dirty="0">
                <a:solidFill>
                  <a:srgbClr val="000000"/>
                </a:solidFill>
              </a:rPr>
              <a:t>If no access modifier is specified for a method or variable when it’s declared in a class, the method or variable is considered to have </a:t>
            </a:r>
            <a:r>
              <a:rPr lang="en-US" altLang="en-US" dirty="0">
                <a:solidFill>
                  <a:srgbClr val="0000FF"/>
                </a:solidFill>
              </a:rPr>
              <a:t>package access</a:t>
            </a:r>
            <a:r>
              <a:rPr lang="en-US" altLang="en-US" dirty="0">
                <a:solidFill>
                  <a:srgbClr val="000000"/>
                </a:solidFill>
              </a:rPr>
              <a:t>. </a:t>
            </a:r>
          </a:p>
          <a:p>
            <a:pPr eaLnBrk="1" hangingPunct="1"/>
            <a:r>
              <a:rPr lang="en-US" altLang="en-US" dirty="0">
                <a:solidFill>
                  <a:srgbClr val="000000"/>
                </a:solidFill>
              </a:rPr>
              <a:t>If a program uses </a:t>
            </a:r>
            <a:r>
              <a:rPr lang="en-US" altLang="en-US" i="1" dirty="0">
                <a:solidFill>
                  <a:srgbClr val="000000"/>
                </a:solidFill>
              </a:rPr>
              <a:t>multiple</a:t>
            </a:r>
            <a:r>
              <a:rPr lang="en-US" altLang="en-US" dirty="0">
                <a:solidFill>
                  <a:srgbClr val="000000"/>
                </a:solidFill>
              </a:rPr>
              <a:t> classes from the </a:t>
            </a:r>
            <a:r>
              <a:rPr lang="en-US" altLang="en-US" i="1" dirty="0">
                <a:solidFill>
                  <a:srgbClr val="000000"/>
                </a:solidFill>
              </a:rPr>
              <a:t>same</a:t>
            </a:r>
            <a:r>
              <a:rPr lang="en-US" altLang="en-US" dirty="0">
                <a:solidFill>
                  <a:srgbClr val="000000"/>
                </a:solidFill>
              </a:rPr>
              <a:t> package, these classes can access each other’s package-access members directly through references to objects of the appropriate classes, or in the case of </a:t>
            </a:r>
            <a:r>
              <a:rPr lang="en-US" altLang="en-US" dirty="0">
                <a:solidFill>
                  <a:srgbClr val="000000"/>
                </a:solidFill>
                <a:latin typeface="Consolas" panose="020B0609020204030204" pitchFamily="49" charset="0"/>
              </a:rPr>
              <a:t>static</a:t>
            </a:r>
            <a:r>
              <a:rPr lang="en-US" altLang="en-US" dirty="0">
                <a:solidFill>
                  <a:srgbClr val="000000"/>
                </a:solidFill>
              </a:rPr>
              <a:t> members through the class name. </a:t>
            </a:r>
          </a:p>
          <a:p>
            <a:pPr eaLnBrk="1" hangingPunct="1"/>
            <a:r>
              <a:rPr lang="en-US" altLang="en-US" dirty="0">
                <a:solidFill>
                  <a:srgbClr val="000000"/>
                </a:solidFill>
              </a:rPr>
              <a:t>Package access is rarely used.</a:t>
            </a:r>
          </a:p>
        </p:txBody>
      </p:sp>
    </p:spTree>
    <p:extLst>
      <p:ext uri="{BB962C8B-B14F-4D97-AF65-F5344CB8AC3E}">
        <p14:creationId xmlns:p14="http://schemas.microsoft.com/office/powerpoint/2010/main" val="3936593434"/>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8_OBP_Page_68">
            <a:extLst>
              <a:ext uri="{FF2B5EF4-FFF2-40B4-BE49-F238E27FC236}">
                <a16:creationId xmlns:a16="http://schemas.microsoft.com/office/drawing/2014/main" id="{B938D77E-7402-43D1-9B9C-E061FC9EF02F}"/>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681038" y="0"/>
            <a:ext cx="10829925" cy="6858000"/>
          </a:xfrm>
          <a:prstGeom prst="rect">
            <a:avLst/>
          </a:prstGeom>
        </p:spPr>
      </p:pic>
    </p:spTree>
    <p:extLst>
      <p:ext uri="{BB962C8B-B14F-4D97-AF65-F5344CB8AC3E}">
        <p14:creationId xmlns:p14="http://schemas.microsoft.com/office/powerpoint/2010/main" val="2098153794"/>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8_OBP_Page_69">
            <a:extLst>
              <a:ext uri="{FF2B5EF4-FFF2-40B4-BE49-F238E27FC236}">
                <a16:creationId xmlns:a16="http://schemas.microsoft.com/office/drawing/2014/main" id="{3581ECE7-89EE-4B0D-B5EF-4ED466F792E1}"/>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379413" y="0"/>
            <a:ext cx="11431587" cy="6858000"/>
          </a:xfrm>
          <a:prstGeom prst="rect">
            <a:avLst/>
          </a:prstGeom>
        </p:spPr>
      </p:pic>
      <p:sp>
        <p:nvSpPr>
          <p:cNvPr id="2" name="Footer Placeholder 1">
            <a:extLst>
              <a:ext uri="{FF2B5EF4-FFF2-40B4-BE49-F238E27FC236}">
                <a16:creationId xmlns:a16="http://schemas.microsoft.com/office/drawing/2014/main" id="{087ABE67-3E6D-4C1C-B150-AD6C0AD1FE7E}"/>
              </a:ext>
            </a:extLst>
          </p:cNvPr>
          <p:cNvSpPr>
            <a:spLocks noGrp="1"/>
          </p:cNvSpPr>
          <p:nvPr>
            <p:ph type="ftr" sz="quarter" idx="4294967295"/>
          </p:nvPr>
        </p:nvSpPr>
        <p:spPr>
          <a:xfrm>
            <a:off x="609600" y="6408739"/>
            <a:ext cx="8365067" cy="365125"/>
          </a:xfrm>
          <a:prstGeom prst="rect">
            <a:avLst/>
          </a:prstGeom>
        </p:spPr>
        <p:txBody>
          <a:bodyPr/>
          <a:lstStyle/>
          <a:p>
            <a:r>
              <a:rPr lang="en-US"/>
              <a:t>© Copyright 1992-2018 by Pearson Education, Inc. All Rights Reserved.</a:t>
            </a:r>
          </a:p>
        </p:txBody>
      </p:sp>
    </p:spTree>
    <p:extLst>
      <p:ext uri="{BB962C8B-B14F-4D97-AF65-F5344CB8AC3E}">
        <p14:creationId xmlns:p14="http://schemas.microsoft.com/office/powerpoint/2010/main" val="1099409179"/>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2ABFBFB-88BA-4327-ADF6-49190F39F9EF}"/>
              </a:ext>
            </a:extLst>
          </p:cNvPr>
          <p:cNvSpPr/>
          <p:nvPr/>
        </p:nvSpPr>
        <p:spPr>
          <a:xfrm>
            <a:off x="391886" y="364153"/>
            <a:ext cx="12326587" cy="7848302"/>
          </a:xfrm>
          <a:prstGeom prst="rect">
            <a:avLst/>
          </a:prstGeom>
        </p:spPr>
        <p:txBody>
          <a:bodyPr wrap="square">
            <a:spAutoFit/>
          </a:bodyPr>
          <a:lstStyle/>
          <a:p>
            <a:r>
              <a:rPr lang="en-US" dirty="0"/>
              <a:t>// Fig. 8.15: PackageDataTest.java</a:t>
            </a:r>
          </a:p>
          <a:p>
            <a:r>
              <a:rPr lang="en-US" dirty="0"/>
              <a:t>// Package-access members of a class are accessible by other classes </a:t>
            </a:r>
          </a:p>
          <a:p>
            <a:r>
              <a:rPr lang="en-US" dirty="0"/>
              <a:t>// in the same package.</a:t>
            </a:r>
          </a:p>
          <a:p>
            <a:endParaRPr lang="en-US" dirty="0"/>
          </a:p>
          <a:p>
            <a:r>
              <a:rPr lang="en-US" dirty="0"/>
              <a:t>public class </a:t>
            </a:r>
            <a:r>
              <a:rPr lang="en-US" dirty="0" err="1"/>
              <a:t>PackageDataTest</a:t>
            </a:r>
            <a:r>
              <a:rPr lang="en-US" dirty="0"/>
              <a:t> {</a:t>
            </a:r>
          </a:p>
          <a:p>
            <a:r>
              <a:rPr lang="en-US" dirty="0"/>
              <a:t>   public static void main(String[] </a:t>
            </a:r>
            <a:r>
              <a:rPr lang="en-US" dirty="0" err="1"/>
              <a:t>args</a:t>
            </a:r>
            <a:r>
              <a:rPr lang="en-US" dirty="0"/>
              <a:t>) {</a:t>
            </a:r>
          </a:p>
          <a:p>
            <a:r>
              <a:rPr lang="en-US" dirty="0"/>
              <a:t>      </a:t>
            </a:r>
            <a:r>
              <a:rPr lang="en-US" dirty="0" err="1"/>
              <a:t>PackageData</a:t>
            </a:r>
            <a:r>
              <a:rPr lang="en-US" dirty="0"/>
              <a:t> </a:t>
            </a:r>
            <a:r>
              <a:rPr lang="en-US" dirty="0" err="1"/>
              <a:t>packageData</a:t>
            </a:r>
            <a:r>
              <a:rPr lang="en-US" dirty="0"/>
              <a:t> = new </a:t>
            </a:r>
            <a:r>
              <a:rPr lang="en-US" dirty="0" err="1"/>
              <a:t>PackageData</a:t>
            </a:r>
            <a:r>
              <a:rPr lang="en-US" dirty="0"/>
              <a:t>();</a:t>
            </a:r>
          </a:p>
          <a:p>
            <a:endParaRPr lang="en-US" dirty="0"/>
          </a:p>
          <a:p>
            <a:r>
              <a:rPr lang="en-US" dirty="0"/>
              <a:t>      // output String representation of </a:t>
            </a:r>
            <a:r>
              <a:rPr lang="en-US" dirty="0" err="1"/>
              <a:t>packageData</a:t>
            </a:r>
            <a:r>
              <a:rPr lang="en-US" dirty="0"/>
              <a:t> </a:t>
            </a:r>
          </a:p>
          <a:p>
            <a:r>
              <a:rPr lang="en-US" dirty="0"/>
              <a:t>      </a:t>
            </a:r>
            <a:r>
              <a:rPr lang="en-US" dirty="0" err="1"/>
              <a:t>System.out.printf</a:t>
            </a:r>
            <a:r>
              <a:rPr lang="en-US" dirty="0"/>
              <a:t>("After instantiation:%</a:t>
            </a:r>
            <a:r>
              <a:rPr lang="en-US" dirty="0" err="1"/>
              <a:t>n%s%n</a:t>
            </a:r>
            <a:r>
              <a:rPr lang="en-US" dirty="0"/>
              <a:t>", </a:t>
            </a:r>
            <a:r>
              <a:rPr lang="en-US" dirty="0" err="1"/>
              <a:t>packageData</a:t>
            </a:r>
            <a:r>
              <a:rPr lang="en-US" dirty="0"/>
              <a:t>);</a:t>
            </a:r>
          </a:p>
          <a:p>
            <a:endParaRPr lang="en-US" dirty="0"/>
          </a:p>
          <a:p>
            <a:r>
              <a:rPr lang="en-US" dirty="0"/>
              <a:t>      // change package access data in </a:t>
            </a:r>
            <a:r>
              <a:rPr lang="en-US" dirty="0" err="1"/>
              <a:t>packageData</a:t>
            </a:r>
            <a:r>
              <a:rPr lang="en-US" dirty="0"/>
              <a:t> object</a:t>
            </a:r>
          </a:p>
          <a:p>
            <a:r>
              <a:rPr lang="en-US" dirty="0"/>
              <a:t>      </a:t>
            </a:r>
            <a:r>
              <a:rPr lang="en-US" dirty="0" err="1"/>
              <a:t>packageData.number</a:t>
            </a:r>
            <a:r>
              <a:rPr lang="en-US" dirty="0"/>
              <a:t> = 77;                           </a:t>
            </a:r>
          </a:p>
          <a:p>
            <a:r>
              <a:rPr lang="en-US" dirty="0"/>
              <a:t>      </a:t>
            </a:r>
            <a:r>
              <a:rPr lang="en-US" dirty="0" err="1"/>
              <a:t>packageData.string</a:t>
            </a:r>
            <a:r>
              <a:rPr lang="en-US" dirty="0"/>
              <a:t> = "Goodbye";                    </a:t>
            </a:r>
          </a:p>
          <a:p>
            <a:endParaRPr lang="en-US" dirty="0"/>
          </a:p>
          <a:p>
            <a:r>
              <a:rPr lang="en-US" dirty="0"/>
              <a:t>      // output String representation of </a:t>
            </a:r>
            <a:r>
              <a:rPr lang="en-US" dirty="0" err="1"/>
              <a:t>packageData</a:t>
            </a:r>
            <a:endParaRPr lang="en-US" dirty="0"/>
          </a:p>
          <a:p>
            <a:r>
              <a:rPr lang="en-US" dirty="0"/>
              <a:t>      </a:t>
            </a:r>
            <a:r>
              <a:rPr lang="en-US" dirty="0" err="1"/>
              <a:t>System.out.printf</a:t>
            </a:r>
            <a:r>
              <a:rPr lang="en-US" dirty="0"/>
              <a:t>("%</a:t>
            </a:r>
            <a:r>
              <a:rPr lang="en-US" dirty="0" err="1"/>
              <a:t>nAfter</a:t>
            </a:r>
            <a:r>
              <a:rPr lang="en-US" dirty="0"/>
              <a:t> changing values:%</a:t>
            </a:r>
            <a:r>
              <a:rPr lang="en-US" dirty="0" err="1"/>
              <a:t>n%s%n</a:t>
            </a:r>
            <a:r>
              <a:rPr lang="en-US" dirty="0"/>
              <a:t>", </a:t>
            </a:r>
            <a:r>
              <a:rPr lang="en-US" dirty="0" err="1"/>
              <a:t>packageData</a:t>
            </a:r>
            <a:r>
              <a:rPr lang="en-US" dirty="0"/>
              <a:t>);</a:t>
            </a:r>
          </a:p>
          <a:p>
            <a:r>
              <a:rPr lang="en-US" dirty="0"/>
              <a:t>   }   } </a:t>
            </a:r>
          </a:p>
          <a:p>
            <a:endParaRPr lang="en-US" dirty="0"/>
          </a:p>
          <a:p>
            <a:r>
              <a:rPr lang="en-US" dirty="0"/>
              <a:t>// class with package access instance variables</a:t>
            </a:r>
          </a:p>
          <a:p>
            <a:r>
              <a:rPr lang="en-US" dirty="0"/>
              <a:t>class </a:t>
            </a:r>
            <a:r>
              <a:rPr lang="en-US" dirty="0" err="1"/>
              <a:t>PackageData</a:t>
            </a:r>
            <a:r>
              <a:rPr lang="en-US" dirty="0"/>
              <a:t> {</a:t>
            </a:r>
          </a:p>
          <a:p>
            <a:r>
              <a:rPr lang="en-US" dirty="0"/>
              <a:t>   int number = 0; // package-access instance variable         </a:t>
            </a:r>
          </a:p>
          <a:p>
            <a:r>
              <a:rPr lang="en-US" dirty="0"/>
              <a:t>   String </a:t>
            </a:r>
            <a:r>
              <a:rPr lang="en-US" dirty="0" err="1"/>
              <a:t>string</a:t>
            </a:r>
            <a:r>
              <a:rPr lang="en-US" dirty="0"/>
              <a:t> = "Hello"; // package-access instance variable</a:t>
            </a:r>
          </a:p>
          <a:p>
            <a:endParaRPr lang="en-US" dirty="0"/>
          </a:p>
          <a:p>
            <a:r>
              <a:rPr lang="en-US" dirty="0"/>
              <a:t>   // return </a:t>
            </a:r>
            <a:r>
              <a:rPr lang="en-US" dirty="0" err="1"/>
              <a:t>PackageData</a:t>
            </a:r>
            <a:r>
              <a:rPr lang="en-US" dirty="0"/>
              <a:t> object String representation</a:t>
            </a:r>
          </a:p>
          <a:p>
            <a:r>
              <a:rPr lang="en-US" dirty="0"/>
              <a:t>   public String </a:t>
            </a:r>
            <a:r>
              <a:rPr lang="en-US" dirty="0" err="1"/>
              <a:t>toString</a:t>
            </a:r>
            <a:r>
              <a:rPr lang="en-US" dirty="0"/>
              <a:t>() {</a:t>
            </a:r>
          </a:p>
          <a:p>
            <a:r>
              <a:rPr lang="en-US" dirty="0"/>
              <a:t>      return </a:t>
            </a:r>
            <a:r>
              <a:rPr lang="en-US" dirty="0" err="1"/>
              <a:t>String.format</a:t>
            </a:r>
            <a:r>
              <a:rPr lang="en-US" dirty="0"/>
              <a:t>("number: %d; string: %s", number, string);</a:t>
            </a:r>
          </a:p>
          <a:p>
            <a:r>
              <a:rPr lang="en-US" dirty="0"/>
              <a:t>   }  } </a:t>
            </a:r>
          </a:p>
        </p:txBody>
      </p:sp>
    </p:spTree>
    <p:extLst>
      <p:ext uri="{BB962C8B-B14F-4D97-AF65-F5344CB8AC3E}">
        <p14:creationId xmlns:p14="http://schemas.microsoft.com/office/powerpoint/2010/main" val="2404513803"/>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B3F4F2-041F-4734-B734-24EB518A1D54}"/>
              </a:ext>
            </a:extLst>
          </p:cNvPr>
          <p:cNvSpPr>
            <a:spLocks noGrp="1"/>
          </p:cNvSpPr>
          <p:nvPr>
            <p:ph type="title"/>
          </p:nvPr>
        </p:nvSpPr>
        <p:spPr>
          <a:xfrm>
            <a:off x="649705" y="461218"/>
            <a:ext cx="10882858" cy="1143000"/>
          </a:xfrm>
        </p:spPr>
        <p:txBody>
          <a:bodyPr>
            <a:normAutofit fontScale="90000"/>
          </a:bodyPr>
          <a:lstStyle/>
          <a:p>
            <a:pPr algn="ctr" fontAlgn="auto">
              <a:spcAft>
                <a:spcPts val="0"/>
              </a:spcAft>
              <a:defRPr/>
            </a:pPr>
            <a:r>
              <a:rPr lang="en-US" sz="5300" dirty="0">
                <a:solidFill>
                  <a:srgbClr val="24B5A1"/>
                </a:solidFill>
                <a:highlight>
                  <a:srgbClr val="00FF00"/>
                </a:highlight>
                <a:latin typeface="Calibri" panose="020F0502020204030204" pitchFamily="34" charset="0"/>
              </a:rPr>
              <a:t>CLASS ACTIVITIES</a:t>
            </a:r>
            <a:br>
              <a:rPr lang="en-US" sz="5300" dirty="0">
                <a:solidFill>
                  <a:srgbClr val="24B5A1"/>
                </a:solidFill>
                <a:latin typeface="Calibri" panose="020F0502020204030204" pitchFamily="34" charset="0"/>
              </a:rPr>
            </a:br>
            <a:r>
              <a:rPr lang="en-US" dirty="0">
                <a:solidFill>
                  <a:srgbClr val="24B5A1"/>
                </a:solidFill>
                <a:latin typeface="Calibri" panose="020F0502020204030204" pitchFamily="34" charset="0"/>
              </a:rPr>
              <a:t> </a:t>
            </a:r>
            <a:endParaRPr lang="en-US" dirty="0">
              <a:solidFill>
                <a:srgbClr val="3380E6"/>
              </a:solidFill>
              <a:latin typeface="Calibri" panose="020F0502020204030204" pitchFamily="34" charset="0"/>
            </a:endParaRPr>
          </a:p>
        </p:txBody>
      </p:sp>
      <p:sp>
        <p:nvSpPr>
          <p:cNvPr id="23555" name="Text Placeholder 2">
            <a:extLst>
              <a:ext uri="{FF2B5EF4-FFF2-40B4-BE49-F238E27FC236}">
                <a16:creationId xmlns:a16="http://schemas.microsoft.com/office/drawing/2014/main" id="{BA488012-1CCB-4AC0-82E5-418E3B9860DB}"/>
              </a:ext>
            </a:extLst>
          </p:cNvPr>
          <p:cNvSpPr>
            <a:spLocks noGrp="1"/>
          </p:cNvSpPr>
          <p:nvPr>
            <p:ph type="body" idx="1"/>
          </p:nvPr>
        </p:nvSpPr>
        <p:spPr>
          <a:xfrm>
            <a:off x="792209" y="2000064"/>
            <a:ext cx="10882858" cy="4525963"/>
          </a:xfrm>
        </p:spPr>
        <p:txBody>
          <a:bodyPr/>
          <a:lstStyle/>
          <a:p>
            <a:pPr>
              <a:defRPr/>
            </a:pPr>
            <a:r>
              <a:rPr lang="en-US" altLang="en-US" sz="3200" i="1" dirty="0">
                <a:solidFill>
                  <a:srgbClr val="000000"/>
                </a:solidFill>
              </a:rPr>
              <a:t>Change the declaration of variables in Class </a:t>
            </a:r>
            <a:r>
              <a:rPr lang="en-US" altLang="en-US" sz="3200" i="1" dirty="0" err="1">
                <a:solidFill>
                  <a:srgbClr val="000000"/>
                </a:solidFill>
              </a:rPr>
              <a:t>PackageDate</a:t>
            </a:r>
            <a:r>
              <a:rPr lang="en-US" altLang="en-US" sz="3200" i="1" dirty="0">
                <a:solidFill>
                  <a:srgbClr val="000000"/>
                </a:solidFill>
              </a:rPr>
              <a:t> to private variables and implement relevant </a:t>
            </a:r>
            <a:r>
              <a:rPr lang="en-US" altLang="en-US" sz="3200" b="1" i="1" dirty="0">
                <a:solidFill>
                  <a:srgbClr val="000000"/>
                </a:solidFill>
              </a:rPr>
              <a:t>set</a:t>
            </a:r>
            <a:r>
              <a:rPr lang="en-US" altLang="en-US" sz="3200" i="1" dirty="0">
                <a:solidFill>
                  <a:srgbClr val="000000"/>
                </a:solidFill>
              </a:rPr>
              <a:t> and </a:t>
            </a:r>
            <a:r>
              <a:rPr lang="en-US" altLang="en-US" sz="3200" b="1" i="1" dirty="0">
                <a:solidFill>
                  <a:srgbClr val="000000"/>
                </a:solidFill>
              </a:rPr>
              <a:t>get </a:t>
            </a:r>
            <a:r>
              <a:rPr lang="en-US" altLang="en-US" sz="3200" i="1" dirty="0">
                <a:solidFill>
                  <a:srgbClr val="000000"/>
                </a:solidFill>
              </a:rPr>
              <a:t>method to print out the values </a:t>
            </a:r>
            <a:r>
              <a:rPr lang="en-US" altLang="en-US" sz="3200" b="1" i="1" dirty="0">
                <a:solidFill>
                  <a:srgbClr val="000000"/>
                </a:solidFill>
              </a:rPr>
              <a:t>. i.e.:</a:t>
            </a:r>
          </a:p>
          <a:p>
            <a:pPr lvl="1">
              <a:defRPr/>
            </a:pPr>
            <a:r>
              <a:rPr lang="en-US" altLang="en-US" sz="2800" b="1" i="1" dirty="0">
                <a:solidFill>
                  <a:srgbClr val="000000"/>
                </a:solidFill>
              </a:rPr>
              <a:t>class </a:t>
            </a:r>
            <a:r>
              <a:rPr lang="en-US" altLang="en-US" sz="2800" b="1" i="1" dirty="0" err="1">
                <a:solidFill>
                  <a:srgbClr val="000000"/>
                </a:solidFill>
              </a:rPr>
              <a:t>PackageData</a:t>
            </a:r>
            <a:r>
              <a:rPr lang="en-US" altLang="en-US" sz="2800" b="1" i="1" dirty="0">
                <a:solidFill>
                  <a:srgbClr val="000000"/>
                </a:solidFill>
              </a:rPr>
              <a:t> {</a:t>
            </a:r>
          </a:p>
          <a:p>
            <a:pPr lvl="1">
              <a:defRPr/>
            </a:pPr>
            <a:r>
              <a:rPr lang="en-US" altLang="en-US" sz="2800" b="1" i="1" dirty="0">
                <a:solidFill>
                  <a:srgbClr val="FF0000"/>
                </a:solidFill>
                <a:highlight>
                  <a:srgbClr val="FFFF00"/>
                </a:highlight>
              </a:rPr>
              <a:t>private</a:t>
            </a:r>
            <a:r>
              <a:rPr lang="en-US" altLang="en-US" sz="2800" b="1" i="1" dirty="0">
                <a:solidFill>
                  <a:srgbClr val="000000"/>
                </a:solidFill>
              </a:rPr>
              <a:t>   int number = 0; </a:t>
            </a:r>
          </a:p>
          <a:p>
            <a:pPr lvl="1">
              <a:defRPr/>
            </a:pPr>
            <a:r>
              <a:rPr lang="en-US" altLang="en-US" sz="2800" b="1" i="1" dirty="0">
                <a:solidFill>
                  <a:srgbClr val="FF0000"/>
                </a:solidFill>
                <a:highlight>
                  <a:srgbClr val="FFFF00"/>
                </a:highlight>
              </a:rPr>
              <a:t>private </a:t>
            </a:r>
            <a:r>
              <a:rPr lang="en-US" altLang="en-US" sz="2800" b="1" i="1" dirty="0">
                <a:solidFill>
                  <a:srgbClr val="FF0000"/>
                </a:solidFill>
              </a:rPr>
              <a:t> </a:t>
            </a:r>
            <a:r>
              <a:rPr lang="en-US" altLang="en-US" sz="2800" b="1" i="1" dirty="0">
                <a:solidFill>
                  <a:srgbClr val="000000"/>
                </a:solidFill>
              </a:rPr>
              <a:t>  String </a:t>
            </a:r>
            <a:r>
              <a:rPr lang="en-US" altLang="en-US" sz="2800" b="1" i="1" dirty="0" err="1">
                <a:solidFill>
                  <a:srgbClr val="000000"/>
                </a:solidFill>
              </a:rPr>
              <a:t>string</a:t>
            </a:r>
            <a:r>
              <a:rPr lang="en-US" altLang="en-US" sz="2800" b="1" i="1" dirty="0">
                <a:solidFill>
                  <a:srgbClr val="000000"/>
                </a:solidFill>
              </a:rPr>
              <a:t> = "Hello";</a:t>
            </a:r>
          </a:p>
          <a:p>
            <a:pPr>
              <a:defRPr/>
            </a:pPr>
            <a:endParaRPr lang="en-US" altLang="en-US" sz="3200" b="1" i="1" dirty="0">
              <a:solidFill>
                <a:srgbClr val="000000"/>
              </a:solidFill>
            </a:endParaRPr>
          </a:p>
        </p:txBody>
      </p:sp>
    </p:spTree>
    <p:extLst>
      <p:ext uri="{BB962C8B-B14F-4D97-AF65-F5344CB8AC3E}">
        <p14:creationId xmlns:p14="http://schemas.microsoft.com/office/powerpoint/2010/main" val="3025777026"/>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B50BE4-D36A-4B97-8F9C-49C66AE57068}"/>
              </a:ext>
            </a:extLst>
          </p:cNvPr>
          <p:cNvSpPr>
            <a:spLocks noGrp="1"/>
          </p:cNvSpPr>
          <p:nvPr>
            <p:ph type="title"/>
          </p:nvPr>
        </p:nvSpPr>
        <p:spPr/>
        <p:txBody>
          <a:bodyPr/>
          <a:lstStyle/>
          <a:p>
            <a:r>
              <a:rPr lang="en-US" dirty="0"/>
              <a:t>EXTRAL SLIDES FOR HARD WORKING STUDENTS</a:t>
            </a:r>
          </a:p>
        </p:txBody>
      </p:sp>
      <p:sp>
        <p:nvSpPr>
          <p:cNvPr id="3" name="Text Placeholder 2">
            <a:extLst>
              <a:ext uri="{FF2B5EF4-FFF2-40B4-BE49-F238E27FC236}">
                <a16:creationId xmlns:a16="http://schemas.microsoft.com/office/drawing/2014/main" id="{788CA28B-4263-4FE3-973D-8D548C6D5F88}"/>
              </a:ext>
            </a:extLst>
          </p:cNvPr>
          <p:cNvSpPr>
            <a:spLocks noGrp="1"/>
          </p:cNvSpPr>
          <p:nvPr>
            <p:ph type="body" idx="1"/>
          </p:nvPr>
        </p:nvSpPr>
        <p:spPr/>
        <p:txBody>
          <a:bodyPr/>
          <a:lstStyle/>
          <a:p>
            <a:r>
              <a:rPr lang="en-US" sz="6600" dirty="0">
                <a:highlight>
                  <a:srgbClr val="FFFF00"/>
                </a:highlight>
              </a:rPr>
              <a:t>EXTRAL SLIDES FOR HARD WORKING STUDENTS</a:t>
            </a:r>
          </a:p>
        </p:txBody>
      </p:sp>
    </p:spTree>
    <p:extLst>
      <p:ext uri="{BB962C8B-B14F-4D97-AF65-F5344CB8AC3E}">
        <p14:creationId xmlns:p14="http://schemas.microsoft.com/office/powerpoint/2010/main" val="1336147502"/>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8_OBP_Page_47">
            <a:extLst>
              <a:ext uri="{FF2B5EF4-FFF2-40B4-BE49-F238E27FC236}">
                <a16:creationId xmlns:a16="http://schemas.microsoft.com/office/drawing/2014/main" id="{193D3493-5051-4107-A660-4CCC028A3D04}"/>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236538" y="22034"/>
            <a:ext cx="11717337" cy="6858000"/>
          </a:xfrm>
          <a:prstGeom prst="rect">
            <a:avLst/>
          </a:prstGeom>
        </p:spPr>
      </p:pic>
      <p:sp>
        <p:nvSpPr>
          <p:cNvPr id="2" name="Footer Placeholder 1">
            <a:extLst>
              <a:ext uri="{FF2B5EF4-FFF2-40B4-BE49-F238E27FC236}">
                <a16:creationId xmlns:a16="http://schemas.microsoft.com/office/drawing/2014/main" id="{5D16E2F1-4C5A-494D-8B00-D68EF34FDB53}"/>
              </a:ext>
            </a:extLst>
          </p:cNvPr>
          <p:cNvSpPr>
            <a:spLocks noGrp="1"/>
          </p:cNvSpPr>
          <p:nvPr>
            <p:ph type="ftr" sz="quarter" idx="4294967295"/>
          </p:nvPr>
        </p:nvSpPr>
        <p:spPr>
          <a:xfrm>
            <a:off x="609600" y="6408739"/>
            <a:ext cx="8365067" cy="365125"/>
          </a:xfrm>
          <a:prstGeom prst="rect">
            <a:avLst/>
          </a:prstGeom>
        </p:spPr>
        <p:txBody>
          <a:bodyPr/>
          <a:lstStyle/>
          <a:p>
            <a:r>
              <a:rPr lang="en-US"/>
              <a:t>© Copyright 1992-2018 by Pearson Education, Inc. All Rights Reserved.</a:t>
            </a:r>
          </a:p>
        </p:txBody>
      </p:sp>
    </p:spTree>
    <p:extLst>
      <p:ext uri="{BB962C8B-B14F-4D97-AF65-F5344CB8AC3E}">
        <p14:creationId xmlns:p14="http://schemas.microsoft.com/office/powerpoint/2010/main" val="1712003722"/>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8_OBP_Page_48">
            <a:extLst>
              <a:ext uri="{FF2B5EF4-FFF2-40B4-BE49-F238E27FC236}">
                <a16:creationId xmlns:a16="http://schemas.microsoft.com/office/drawing/2014/main" id="{FBA2F111-B7A9-4FE1-ABA3-E00E8FED2C7B}"/>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6350"/>
            <a:ext cx="12192000" cy="6843713"/>
          </a:xfrm>
          <a:prstGeom prst="rect">
            <a:avLst/>
          </a:prstGeom>
        </p:spPr>
      </p:pic>
      <p:sp>
        <p:nvSpPr>
          <p:cNvPr id="2" name="Footer Placeholder 1">
            <a:extLst>
              <a:ext uri="{FF2B5EF4-FFF2-40B4-BE49-F238E27FC236}">
                <a16:creationId xmlns:a16="http://schemas.microsoft.com/office/drawing/2014/main" id="{08158747-AE6F-4AD3-BF6A-D855791997B4}"/>
              </a:ext>
            </a:extLst>
          </p:cNvPr>
          <p:cNvSpPr>
            <a:spLocks noGrp="1"/>
          </p:cNvSpPr>
          <p:nvPr>
            <p:ph type="ftr" sz="quarter" idx="4294967295"/>
          </p:nvPr>
        </p:nvSpPr>
        <p:spPr>
          <a:xfrm>
            <a:off x="609600" y="6408739"/>
            <a:ext cx="8365067" cy="365125"/>
          </a:xfrm>
          <a:prstGeom prst="rect">
            <a:avLst/>
          </a:prstGeom>
        </p:spPr>
        <p:txBody>
          <a:bodyPr/>
          <a:lstStyle/>
          <a:p>
            <a:r>
              <a:rPr lang="en-US"/>
              <a:t>© Copyright 1992-2018 by Pearson Education, Inc. All Rights Reserved.</a:t>
            </a:r>
          </a:p>
        </p:txBody>
      </p:sp>
    </p:spTree>
    <p:extLst>
      <p:ext uri="{BB962C8B-B14F-4D97-AF65-F5344CB8AC3E}">
        <p14:creationId xmlns:p14="http://schemas.microsoft.com/office/powerpoint/2010/main" val="270377612"/>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8_OBP_Page_49">
            <a:extLst>
              <a:ext uri="{FF2B5EF4-FFF2-40B4-BE49-F238E27FC236}">
                <a16:creationId xmlns:a16="http://schemas.microsoft.com/office/drawing/2014/main" id="{2A816B17-C7A3-4EFF-BEE8-4FA40B345A60}"/>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1203325" y="0"/>
            <a:ext cx="9783763" cy="6858000"/>
          </a:xfrm>
          <a:prstGeom prst="rect">
            <a:avLst/>
          </a:prstGeom>
        </p:spPr>
      </p:pic>
      <p:sp>
        <p:nvSpPr>
          <p:cNvPr id="2" name="Footer Placeholder 1">
            <a:extLst>
              <a:ext uri="{FF2B5EF4-FFF2-40B4-BE49-F238E27FC236}">
                <a16:creationId xmlns:a16="http://schemas.microsoft.com/office/drawing/2014/main" id="{64376708-3CD3-4D0A-A49B-8FA3A40A6061}"/>
              </a:ext>
            </a:extLst>
          </p:cNvPr>
          <p:cNvSpPr>
            <a:spLocks noGrp="1"/>
          </p:cNvSpPr>
          <p:nvPr>
            <p:ph type="ftr" sz="quarter" idx="4294967295"/>
          </p:nvPr>
        </p:nvSpPr>
        <p:spPr>
          <a:xfrm>
            <a:off x="609600" y="6408739"/>
            <a:ext cx="8365067" cy="365125"/>
          </a:xfrm>
          <a:prstGeom prst="rect">
            <a:avLst/>
          </a:prstGeom>
        </p:spPr>
        <p:txBody>
          <a:bodyPr/>
          <a:lstStyle/>
          <a:p>
            <a:r>
              <a:rPr lang="en-US"/>
              <a:t>© Copyright 1992-2018 by Pearson Education, Inc. All Rights Reserved.</a:t>
            </a:r>
          </a:p>
        </p:txBody>
      </p:sp>
    </p:spTree>
    <p:extLst>
      <p:ext uri="{BB962C8B-B14F-4D97-AF65-F5344CB8AC3E}">
        <p14:creationId xmlns:p14="http://schemas.microsoft.com/office/powerpoint/2010/main" val="3443284101"/>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8_OBP_Page_50">
            <a:extLst>
              <a:ext uri="{FF2B5EF4-FFF2-40B4-BE49-F238E27FC236}">
                <a16:creationId xmlns:a16="http://schemas.microsoft.com/office/drawing/2014/main" id="{58A8293E-02CC-4B59-8E2E-0F4E9823214F}"/>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615950"/>
            <a:ext cx="12192000" cy="5624513"/>
          </a:xfrm>
          <a:prstGeom prst="rect">
            <a:avLst/>
          </a:prstGeom>
        </p:spPr>
      </p:pic>
      <p:sp>
        <p:nvSpPr>
          <p:cNvPr id="2" name="Footer Placeholder 1">
            <a:extLst>
              <a:ext uri="{FF2B5EF4-FFF2-40B4-BE49-F238E27FC236}">
                <a16:creationId xmlns:a16="http://schemas.microsoft.com/office/drawing/2014/main" id="{EA2E145B-A3B2-430A-8A44-CA108FAAAA39}"/>
              </a:ext>
            </a:extLst>
          </p:cNvPr>
          <p:cNvSpPr>
            <a:spLocks noGrp="1"/>
          </p:cNvSpPr>
          <p:nvPr>
            <p:ph type="ftr" sz="quarter" idx="4294967295"/>
          </p:nvPr>
        </p:nvSpPr>
        <p:spPr>
          <a:xfrm>
            <a:off x="609600" y="6408739"/>
            <a:ext cx="8365067" cy="365125"/>
          </a:xfrm>
          <a:prstGeom prst="rect">
            <a:avLst/>
          </a:prstGeom>
        </p:spPr>
        <p:txBody>
          <a:bodyPr/>
          <a:lstStyle/>
          <a:p>
            <a:r>
              <a:rPr lang="en-US"/>
              <a:t>© Copyright 1992-2018 by Pearson Education, Inc. All Rights Reserved.</a:t>
            </a:r>
          </a:p>
        </p:txBody>
      </p:sp>
    </p:spTree>
    <p:extLst>
      <p:ext uri="{BB962C8B-B14F-4D97-AF65-F5344CB8AC3E}">
        <p14:creationId xmlns:p14="http://schemas.microsoft.com/office/powerpoint/2010/main" val="4109430539"/>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39DDF5-8C9A-4875-B2A5-7E931EC700B4}"/>
              </a:ext>
            </a:extLst>
          </p:cNvPr>
          <p:cNvSpPr>
            <a:spLocks noGrp="1"/>
          </p:cNvSpPr>
          <p:nvPr>
            <p:ph type="title"/>
          </p:nvPr>
        </p:nvSpPr>
        <p:spPr/>
        <p:txBody>
          <a:bodyPr/>
          <a:lstStyle/>
          <a:p>
            <a:pPr fontAlgn="auto">
              <a:spcAft>
                <a:spcPts val="0"/>
              </a:spcAft>
              <a:defRPr/>
            </a:pPr>
            <a:r>
              <a:rPr lang="en-US" dirty="0">
                <a:solidFill>
                  <a:srgbClr val="24B5A1"/>
                </a:solidFill>
                <a:latin typeface="Calibri" panose="020F0502020204030204" pitchFamily="34" charset="0"/>
              </a:rPr>
              <a:t>8.9  </a:t>
            </a:r>
            <a:r>
              <a:rPr lang="en-US" dirty="0">
                <a:solidFill>
                  <a:srgbClr val="3380E6"/>
                </a:solidFill>
                <a:latin typeface="Consolas" panose="020B0609020204030204" pitchFamily="49" charset="0"/>
              </a:rPr>
              <a:t> </a:t>
            </a:r>
            <a:r>
              <a:rPr lang="en-US" dirty="0" err="1">
                <a:solidFill>
                  <a:srgbClr val="3380E6"/>
                </a:solidFill>
                <a:latin typeface="Consolas" panose="020B0609020204030204" pitchFamily="49" charset="0"/>
              </a:rPr>
              <a:t>Enum</a:t>
            </a:r>
            <a:r>
              <a:rPr lang="en-US" dirty="0">
                <a:solidFill>
                  <a:srgbClr val="3380E6"/>
                </a:solidFill>
                <a:latin typeface="Calibri" panose="020F0502020204030204" pitchFamily="34" charset="0"/>
              </a:rPr>
              <a:t> Types (Cont.)</a:t>
            </a:r>
          </a:p>
        </p:txBody>
      </p:sp>
      <p:sp>
        <p:nvSpPr>
          <p:cNvPr id="82947" name="Text Placeholder 2">
            <a:extLst>
              <a:ext uri="{FF2B5EF4-FFF2-40B4-BE49-F238E27FC236}">
                <a16:creationId xmlns:a16="http://schemas.microsoft.com/office/drawing/2014/main" id="{5E295E3F-8512-4A7C-8692-40857452E6F1}"/>
              </a:ext>
            </a:extLst>
          </p:cNvPr>
          <p:cNvSpPr>
            <a:spLocks noGrp="1"/>
          </p:cNvSpPr>
          <p:nvPr>
            <p:ph type="body" idx="1"/>
          </p:nvPr>
        </p:nvSpPr>
        <p:spPr/>
        <p:txBody>
          <a:bodyPr/>
          <a:lstStyle/>
          <a:p>
            <a:pPr eaLnBrk="1" hangingPunct="1"/>
            <a:r>
              <a:rPr lang="en-US" altLang="en-US" sz="2500" dirty="0">
                <a:solidFill>
                  <a:srgbClr val="000000"/>
                </a:solidFill>
              </a:rPr>
              <a:t>Use the </a:t>
            </a:r>
            <a:r>
              <a:rPr lang="en-US" altLang="en-US" sz="2500" dirty="0">
                <a:solidFill>
                  <a:srgbClr val="000000"/>
                </a:solidFill>
                <a:latin typeface="Consolas" panose="020B0609020204030204" pitchFamily="49" charset="0"/>
              </a:rPr>
              <a:t>static</a:t>
            </a:r>
            <a:r>
              <a:rPr lang="en-US" altLang="en-US" sz="2500" dirty="0">
                <a:solidFill>
                  <a:srgbClr val="000000"/>
                </a:solidFill>
              </a:rPr>
              <a:t> method </a:t>
            </a:r>
            <a:r>
              <a:rPr lang="en-US" altLang="en-US" sz="2500" dirty="0">
                <a:solidFill>
                  <a:srgbClr val="0000FF"/>
                </a:solidFill>
                <a:latin typeface="Consolas" panose="020B0609020204030204" pitchFamily="49" charset="0"/>
              </a:rPr>
              <a:t>range</a:t>
            </a:r>
            <a:r>
              <a:rPr lang="en-US" altLang="en-US" sz="2500" dirty="0">
                <a:solidFill>
                  <a:srgbClr val="000000"/>
                </a:solidFill>
              </a:rPr>
              <a:t> of class </a:t>
            </a:r>
            <a:r>
              <a:rPr lang="en-US" altLang="en-US" sz="2500" dirty="0" err="1">
                <a:solidFill>
                  <a:srgbClr val="0000FF"/>
                </a:solidFill>
                <a:latin typeface="Consolas" panose="020B0609020204030204" pitchFamily="49" charset="0"/>
              </a:rPr>
              <a:t>EnumSet</a:t>
            </a:r>
            <a:r>
              <a:rPr lang="en-US" altLang="en-US" sz="2500" dirty="0">
                <a:solidFill>
                  <a:srgbClr val="000000"/>
                </a:solidFill>
              </a:rPr>
              <a:t> (declared in package </a:t>
            </a:r>
            <a:r>
              <a:rPr lang="en-US" altLang="en-US" sz="2500" dirty="0" err="1">
                <a:solidFill>
                  <a:srgbClr val="000000"/>
                </a:solidFill>
                <a:latin typeface="Consolas" panose="020B0609020204030204" pitchFamily="49" charset="0"/>
              </a:rPr>
              <a:t>java.util</a:t>
            </a:r>
            <a:r>
              <a:rPr lang="en-US" altLang="en-US" sz="2500" dirty="0">
                <a:solidFill>
                  <a:srgbClr val="000000"/>
                </a:solidFill>
              </a:rPr>
              <a:t>) to access a range of an </a:t>
            </a:r>
            <a:r>
              <a:rPr lang="en-US" altLang="en-US" sz="2500" dirty="0" err="1">
                <a:solidFill>
                  <a:srgbClr val="000000"/>
                </a:solidFill>
                <a:latin typeface="Consolas" panose="020B0609020204030204" pitchFamily="49" charset="0"/>
              </a:rPr>
              <a:t>enum</a:t>
            </a:r>
            <a:r>
              <a:rPr lang="en-US" altLang="en-US" sz="2500" dirty="0" err="1">
                <a:solidFill>
                  <a:srgbClr val="000000"/>
                </a:solidFill>
              </a:rPr>
              <a:t>’s</a:t>
            </a:r>
            <a:r>
              <a:rPr lang="en-US" altLang="en-US" sz="2500" dirty="0">
                <a:solidFill>
                  <a:srgbClr val="000000"/>
                </a:solidFill>
              </a:rPr>
              <a:t> constants. </a:t>
            </a:r>
          </a:p>
          <a:p>
            <a:pPr lvl="1" eaLnBrk="1" hangingPunct="1"/>
            <a:r>
              <a:rPr lang="en-US" altLang="en-US" sz="2100" dirty="0">
                <a:solidFill>
                  <a:srgbClr val="000000"/>
                </a:solidFill>
              </a:rPr>
              <a:t>Method </a:t>
            </a:r>
            <a:r>
              <a:rPr lang="en-US" altLang="en-US" sz="2100" dirty="0">
                <a:solidFill>
                  <a:srgbClr val="000000"/>
                </a:solidFill>
                <a:latin typeface="Consolas" panose="020B0609020204030204" pitchFamily="49" charset="0"/>
              </a:rPr>
              <a:t>range</a:t>
            </a:r>
            <a:r>
              <a:rPr lang="en-US" altLang="en-US" sz="2100" dirty="0">
                <a:solidFill>
                  <a:srgbClr val="000000"/>
                </a:solidFill>
              </a:rPr>
              <a:t> takes two parameters—the first and the last </a:t>
            </a:r>
            <a:r>
              <a:rPr lang="en-US" altLang="en-US" sz="2100" dirty="0" err="1">
                <a:solidFill>
                  <a:srgbClr val="000000"/>
                </a:solidFill>
                <a:latin typeface="Consolas" panose="020B0609020204030204" pitchFamily="49" charset="0"/>
              </a:rPr>
              <a:t>enum</a:t>
            </a:r>
            <a:r>
              <a:rPr lang="en-US" altLang="en-US" sz="2100" dirty="0">
                <a:solidFill>
                  <a:srgbClr val="000000"/>
                </a:solidFill>
              </a:rPr>
              <a:t> constants in the range</a:t>
            </a:r>
          </a:p>
          <a:p>
            <a:pPr lvl="1" eaLnBrk="1" hangingPunct="1"/>
            <a:r>
              <a:rPr lang="en-US" altLang="en-US" sz="2100" dirty="0">
                <a:solidFill>
                  <a:srgbClr val="000000"/>
                </a:solidFill>
              </a:rPr>
              <a:t>Returns an </a:t>
            </a:r>
            <a:r>
              <a:rPr lang="en-US" altLang="en-US" sz="2100" dirty="0" err="1">
                <a:solidFill>
                  <a:srgbClr val="000000"/>
                </a:solidFill>
                <a:latin typeface="Consolas" panose="020B0609020204030204" pitchFamily="49" charset="0"/>
              </a:rPr>
              <a:t>EnumSet</a:t>
            </a:r>
            <a:r>
              <a:rPr lang="en-US" altLang="en-US" sz="2100" dirty="0">
                <a:solidFill>
                  <a:srgbClr val="000000"/>
                </a:solidFill>
              </a:rPr>
              <a:t> that contains all the constants between these two constants, inclusive. </a:t>
            </a:r>
          </a:p>
          <a:p>
            <a:pPr eaLnBrk="1" hangingPunct="1"/>
            <a:r>
              <a:rPr lang="en-US" altLang="en-US" sz="2500" dirty="0">
                <a:solidFill>
                  <a:srgbClr val="000000"/>
                </a:solidFill>
              </a:rPr>
              <a:t>The enhanced </a:t>
            </a:r>
            <a:r>
              <a:rPr lang="en-US" altLang="en-US" sz="2500" dirty="0">
                <a:solidFill>
                  <a:srgbClr val="000000"/>
                </a:solidFill>
                <a:latin typeface="Consolas" panose="020B0609020204030204" pitchFamily="49" charset="0"/>
              </a:rPr>
              <a:t>for</a:t>
            </a:r>
            <a:r>
              <a:rPr lang="en-US" altLang="en-US" sz="2500" dirty="0">
                <a:solidFill>
                  <a:srgbClr val="000000"/>
                </a:solidFill>
              </a:rPr>
              <a:t> statement can be used with an </a:t>
            </a:r>
            <a:r>
              <a:rPr lang="en-US" altLang="en-US" sz="2500" dirty="0" err="1">
                <a:solidFill>
                  <a:srgbClr val="000000"/>
                </a:solidFill>
                <a:latin typeface="Consolas" panose="020B0609020204030204" pitchFamily="49" charset="0"/>
              </a:rPr>
              <a:t>EnumSet</a:t>
            </a:r>
            <a:r>
              <a:rPr lang="en-US" altLang="en-US" sz="2500" dirty="0">
                <a:solidFill>
                  <a:srgbClr val="000000"/>
                </a:solidFill>
              </a:rPr>
              <a:t> just as it can with an array. </a:t>
            </a:r>
          </a:p>
          <a:p>
            <a:pPr eaLnBrk="1" hangingPunct="1"/>
            <a:r>
              <a:rPr lang="en-US" altLang="en-US" sz="2500" dirty="0">
                <a:solidFill>
                  <a:srgbClr val="000000"/>
                </a:solidFill>
              </a:rPr>
              <a:t>Class </a:t>
            </a:r>
            <a:r>
              <a:rPr lang="en-US" altLang="en-US" sz="2500" dirty="0" err="1">
                <a:solidFill>
                  <a:srgbClr val="000000"/>
                </a:solidFill>
                <a:latin typeface="Consolas" panose="020B0609020204030204" pitchFamily="49" charset="0"/>
              </a:rPr>
              <a:t>EnumSet</a:t>
            </a:r>
            <a:r>
              <a:rPr lang="en-US" altLang="en-US" sz="2500" dirty="0">
                <a:solidFill>
                  <a:srgbClr val="000000"/>
                </a:solidFill>
              </a:rPr>
              <a:t> provides several other </a:t>
            </a:r>
            <a:r>
              <a:rPr lang="en-US" altLang="en-US" sz="2500" dirty="0">
                <a:solidFill>
                  <a:srgbClr val="000000"/>
                </a:solidFill>
                <a:latin typeface="Consolas" panose="020B0609020204030204" pitchFamily="49" charset="0"/>
              </a:rPr>
              <a:t>static</a:t>
            </a:r>
            <a:r>
              <a:rPr lang="en-US" altLang="en-US" sz="2500" dirty="0">
                <a:solidFill>
                  <a:srgbClr val="000000"/>
                </a:solidFill>
              </a:rPr>
              <a:t> methods. </a:t>
            </a:r>
          </a:p>
        </p:txBody>
      </p:sp>
      <p:sp>
        <p:nvSpPr>
          <p:cNvPr id="4" name="Footer Placeholder 3">
            <a:extLst>
              <a:ext uri="{FF2B5EF4-FFF2-40B4-BE49-F238E27FC236}">
                <a16:creationId xmlns:a16="http://schemas.microsoft.com/office/drawing/2014/main" id="{004DF40C-41FB-443A-AD7F-8D5847B2E7A3}"/>
              </a:ext>
            </a:extLst>
          </p:cNvPr>
          <p:cNvSpPr>
            <a:spLocks noGrp="1"/>
          </p:cNvSpPr>
          <p:nvPr>
            <p:ph type="ftr" sz="quarter" idx="4294967295"/>
          </p:nvPr>
        </p:nvSpPr>
        <p:spPr>
          <a:xfrm>
            <a:off x="4488296" y="6408739"/>
            <a:ext cx="7044267" cy="365125"/>
          </a:xfrm>
          <a:prstGeom prst="rect">
            <a:avLst/>
          </a:prstGeom>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1815463189"/>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8_OBP_Page_51">
            <a:extLst>
              <a:ext uri="{FF2B5EF4-FFF2-40B4-BE49-F238E27FC236}">
                <a16:creationId xmlns:a16="http://schemas.microsoft.com/office/drawing/2014/main" id="{B0CE01BD-A6E6-40F7-9191-A0FB2DE55EAE}"/>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1809750"/>
            <a:ext cx="12192000" cy="3238500"/>
          </a:xfrm>
          <a:prstGeom prst="rect">
            <a:avLst/>
          </a:prstGeom>
        </p:spPr>
      </p:pic>
      <p:sp>
        <p:nvSpPr>
          <p:cNvPr id="2" name="Footer Placeholder 1">
            <a:extLst>
              <a:ext uri="{FF2B5EF4-FFF2-40B4-BE49-F238E27FC236}">
                <a16:creationId xmlns:a16="http://schemas.microsoft.com/office/drawing/2014/main" id="{120D162A-47C5-4C25-836A-7F07E7F45507}"/>
              </a:ext>
            </a:extLst>
          </p:cNvPr>
          <p:cNvSpPr>
            <a:spLocks noGrp="1"/>
          </p:cNvSpPr>
          <p:nvPr>
            <p:ph type="ftr" sz="quarter" idx="4294967295"/>
          </p:nvPr>
        </p:nvSpPr>
        <p:spPr>
          <a:xfrm>
            <a:off x="609600" y="6408739"/>
            <a:ext cx="8365067" cy="365125"/>
          </a:xfrm>
          <a:prstGeom prst="rect">
            <a:avLst/>
          </a:prstGeom>
        </p:spPr>
        <p:txBody>
          <a:bodyPr/>
          <a:lstStyle/>
          <a:p>
            <a:r>
              <a:rPr lang="en-US"/>
              <a:t>© Copyright 1992-2018 by Pearson Education, Inc. All Rights Reserved.</a:t>
            </a:r>
          </a:p>
        </p:txBody>
      </p:sp>
    </p:spTree>
    <p:extLst>
      <p:ext uri="{BB962C8B-B14F-4D97-AF65-F5344CB8AC3E}">
        <p14:creationId xmlns:p14="http://schemas.microsoft.com/office/powerpoint/2010/main" val="3453411696"/>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6479B7-4460-4778-BBF3-6ABB80E3869B}"/>
              </a:ext>
            </a:extLst>
          </p:cNvPr>
          <p:cNvSpPr>
            <a:spLocks noGrp="1"/>
          </p:cNvSpPr>
          <p:nvPr>
            <p:ph type="title"/>
          </p:nvPr>
        </p:nvSpPr>
        <p:spPr/>
        <p:txBody>
          <a:bodyPr/>
          <a:lstStyle/>
          <a:p>
            <a:pPr fontAlgn="auto">
              <a:spcAft>
                <a:spcPts val="0"/>
              </a:spcAft>
              <a:defRPr/>
            </a:pPr>
            <a:r>
              <a:rPr lang="en-US" dirty="0">
                <a:solidFill>
                  <a:srgbClr val="24B5A1"/>
                </a:solidFill>
                <a:latin typeface="Calibri" panose="020F0502020204030204" pitchFamily="34" charset="0"/>
              </a:rPr>
              <a:t>8.10  </a:t>
            </a:r>
            <a:r>
              <a:rPr lang="en-US" dirty="0">
                <a:solidFill>
                  <a:srgbClr val="3380E6"/>
                </a:solidFill>
                <a:latin typeface="Calibri" panose="020F0502020204030204" pitchFamily="34" charset="0"/>
              </a:rPr>
              <a:t>Garbage Collection</a:t>
            </a:r>
          </a:p>
        </p:txBody>
      </p:sp>
      <p:sp>
        <p:nvSpPr>
          <p:cNvPr id="84995" name="Text Placeholder 2">
            <a:extLst>
              <a:ext uri="{FF2B5EF4-FFF2-40B4-BE49-F238E27FC236}">
                <a16:creationId xmlns:a16="http://schemas.microsoft.com/office/drawing/2014/main" id="{524968E0-A649-4D3C-9AEA-3C95C043FCAB}"/>
              </a:ext>
            </a:extLst>
          </p:cNvPr>
          <p:cNvSpPr>
            <a:spLocks noGrp="1"/>
          </p:cNvSpPr>
          <p:nvPr>
            <p:ph type="body" idx="1"/>
          </p:nvPr>
        </p:nvSpPr>
        <p:spPr/>
        <p:txBody>
          <a:bodyPr/>
          <a:lstStyle/>
          <a:p>
            <a:pPr eaLnBrk="1" hangingPunct="1">
              <a:lnSpc>
                <a:spcPct val="90000"/>
              </a:lnSpc>
            </a:pPr>
            <a:r>
              <a:rPr lang="en-US" altLang="en-US" sz="2500" dirty="0">
                <a:solidFill>
                  <a:srgbClr val="000000"/>
                </a:solidFill>
              </a:rPr>
              <a:t>Every object uses system resources, such as memory. </a:t>
            </a:r>
          </a:p>
          <a:p>
            <a:pPr lvl="1" eaLnBrk="1" hangingPunct="1">
              <a:lnSpc>
                <a:spcPct val="90000"/>
              </a:lnSpc>
            </a:pPr>
            <a:r>
              <a:rPr lang="en-US" altLang="en-US" sz="2100" dirty="0">
                <a:solidFill>
                  <a:srgbClr val="000000"/>
                </a:solidFill>
              </a:rPr>
              <a:t>Need a disciplined way to give resources back to the system when they’re no longer needed; otherwise, “resource leaks” might occur. </a:t>
            </a:r>
          </a:p>
          <a:p>
            <a:pPr eaLnBrk="1" hangingPunct="1">
              <a:lnSpc>
                <a:spcPct val="90000"/>
              </a:lnSpc>
            </a:pPr>
            <a:r>
              <a:rPr lang="en-US" altLang="en-US" sz="2500" dirty="0">
                <a:solidFill>
                  <a:srgbClr val="000000"/>
                </a:solidFill>
              </a:rPr>
              <a:t>The JVM performs automatic </a:t>
            </a:r>
            <a:r>
              <a:rPr lang="en-US" altLang="en-US" sz="2500" dirty="0">
                <a:solidFill>
                  <a:srgbClr val="0000FF"/>
                </a:solidFill>
              </a:rPr>
              <a:t>garbage collection</a:t>
            </a:r>
            <a:r>
              <a:rPr lang="en-US" altLang="en-US" sz="2500" dirty="0">
                <a:solidFill>
                  <a:srgbClr val="000000"/>
                </a:solidFill>
              </a:rPr>
              <a:t> to reclaim the </a:t>
            </a:r>
            <a:r>
              <a:rPr lang="en-US" altLang="en-US" sz="2500" i="1" dirty="0">
                <a:solidFill>
                  <a:srgbClr val="000000"/>
                </a:solidFill>
              </a:rPr>
              <a:t>memory</a:t>
            </a:r>
            <a:r>
              <a:rPr lang="en-US" altLang="en-US" sz="2500" dirty="0">
                <a:solidFill>
                  <a:srgbClr val="000000"/>
                </a:solidFill>
              </a:rPr>
              <a:t> occupied by objects that are no longer used. </a:t>
            </a:r>
          </a:p>
          <a:p>
            <a:pPr lvl="1" eaLnBrk="1" hangingPunct="1">
              <a:lnSpc>
                <a:spcPct val="90000"/>
              </a:lnSpc>
            </a:pPr>
            <a:r>
              <a:rPr lang="en-US" altLang="en-US" sz="2100" dirty="0">
                <a:solidFill>
                  <a:srgbClr val="000000"/>
                </a:solidFill>
              </a:rPr>
              <a:t>When there are </a:t>
            </a:r>
            <a:r>
              <a:rPr lang="en-US" altLang="en-US" sz="2100" i="1" dirty="0">
                <a:solidFill>
                  <a:srgbClr val="000000"/>
                </a:solidFill>
              </a:rPr>
              <a:t>no more references </a:t>
            </a:r>
            <a:r>
              <a:rPr lang="en-US" altLang="en-US" sz="2100" dirty="0">
                <a:solidFill>
                  <a:srgbClr val="000000"/>
                </a:solidFill>
              </a:rPr>
              <a:t>to an object, the object is </a:t>
            </a:r>
            <a:r>
              <a:rPr lang="en-US" altLang="en-US" sz="2100" i="1" dirty="0">
                <a:solidFill>
                  <a:srgbClr val="000000"/>
                </a:solidFill>
              </a:rPr>
              <a:t>eligible</a:t>
            </a:r>
            <a:r>
              <a:rPr lang="en-US" altLang="en-US" sz="2100" dirty="0">
                <a:solidFill>
                  <a:srgbClr val="000000"/>
                </a:solidFill>
              </a:rPr>
              <a:t> to be collected. </a:t>
            </a:r>
          </a:p>
          <a:p>
            <a:pPr lvl="1" eaLnBrk="1" hangingPunct="1">
              <a:lnSpc>
                <a:spcPct val="90000"/>
              </a:lnSpc>
            </a:pPr>
            <a:r>
              <a:rPr lang="en-US" altLang="en-US" sz="2100" dirty="0">
                <a:solidFill>
                  <a:srgbClr val="000000"/>
                </a:solidFill>
              </a:rPr>
              <a:t>Collection typically occurs when the JVM executes its </a:t>
            </a:r>
            <a:r>
              <a:rPr lang="en-US" altLang="en-US" sz="2100" dirty="0">
                <a:solidFill>
                  <a:srgbClr val="0000FF"/>
                </a:solidFill>
              </a:rPr>
              <a:t>garbage collector</a:t>
            </a:r>
            <a:r>
              <a:rPr lang="en-US" altLang="en-US" sz="2100" dirty="0"/>
              <a:t>, which may not happen for a while, or even at all before a program terminates.</a:t>
            </a:r>
          </a:p>
        </p:txBody>
      </p:sp>
      <p:sp>
        <p:nvSpPr>
          <p:cNvPr id="4" name="Footer Placeholder 3">
            <a:extLst>
              <a:ext uri="{FF2B5EF4-FFF2-40B4-BE49-F238E27FC236}">
                <a16:creationId xmlns:a16="http://schemas.microsoft.com/office/drawing/2014/main" id="{8E01F72C-476F-4336-B5B5-6CEB254F12B3}"/>
              </a:ext>
            </a:extLst>
          </p:cNvPr>
          <p:cNvSpPr>
            <a:spLocks noGrp="1"/>
          </p:cNvSpPr>
          <p:nvPr>
            <p:ph type="ftr" sz="quarter" idx="4294967295"/>
          </p:nvPr>
        </p:nvSpPr>
        <p:spPr>
          <a:xfrm>
            <a:off x="4488296" y="6408739"/>
            <a:ext cx="7044267" cy="365125"/>
          </a:xfrm>
          <a:prstGeom prst="rect">
            <a:avLst/>
          </a:prstGeom>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3001910369"/>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89A60D-7F7E-493E-9FF0-DB67C9174858}"/>
              </a:ext>
            </a:extLst>
          </p:cNvPr>
          <p:cNvSpPr>
            <a:spLocks noGrp="1"/>
          </p:cNvSpPr>
          <p:nvPr>
            <p:ph type="title"/>
          </p:nvPr>
        </p:nvSpPr>
        <p:spPr/>
        <p:txBody>
          <a:bodyPr/>
          <a:lstStyle/>
          <a:p>
            <a:pPr fontAlgn="auto">
              <a:spcAft>
                <a:spcPts val="0"/>
              </a:spcAft>
              <a:defRPr/>
            </a:pPr>
            <a:r>
              <a:rPr lang="en-US" dirty="0">
                <a:solidFill>
                  <a:srgbClr val="24B5A1"/>
                </a:solidFill>
                <a:latin typeface="Calibri" panose="020F0502020204030204" pitchFamily="34" charset="0"/>
              </a:rPr>
              <a:t>8.10  </a:t>
            </a:r>
            <a:r>
              <a:rPr lang="en-US" dirty="0">
                <a:solidFill>
                  <a:srgbClr val="3380E6"/>
                </a:solidFill>
                <a:latin typeface="Calibri" panose="020F0502020204030204" pitchFamily="34" charset="0"/>
              </a:rPr>
              <a:t>Garbage Collection (Cont.)</a:t>
            </a:r>
          </a:p>
        </p:txBody>
      </p:sp>
      <p:sp>
        <p:nvSpPr>
          <p:cNvPr id="86019" name="Text Placeholder 2">
            <a:extLst>
              <a:ext uri="{FF2B5EF4-FFF2-40B4-BE49-F238E27FC236}">
                <a16:creationId xmlns:a16="http://schemas.microsoft.com/office/drawing/2014/main" id="{7837CCF7-A7FF-4EEE-A961-6BF097BB8571}"/>
              </a:ext>
            </a:extLst>
          </p:cNvPr>
          <p:cNvSpPr>
            <a:spLocks noGrp="1"/>
          </p:cNvSpPr>
          <p:nvPr>
            <p:ph type="body" idx="1"/>
          </p:nvPr>
        </p:nvSpPr>
        <p:spPr/>
        <p:txBody>
          <a:bodyPr/>
          <a:lstStyle/>
          <a:p>
            <a:pPr eaLnBrk="1" hangingPunct="1"/>
            <a:r>
              <a:rPr lang="en-US" altLang="en-US" dirty="0">
                <a:solidFill>
                  <a:srgbClr val="000000"/>
                </a:solidFill>
              </a:rPr>
              <a:t>So, memory leaks that are common in other languages like C and C++ (because memory is </a:t>
            </a:r>
            <a:r>
              <a:rPr lang="en-US" altLang="en-US" i="1" dirty="0">
                <a:solidFill>
                  <a:srgbClr val="000000"/>
                </a:solidFill>
              </a:rPr>
              <a:t>not</a:t>
            </a:r>
            <a:r>
              <a:rPr lang="en-US" altLang="en-US" dirty="0">
                <a:solidFill>
                  <a:srgbClr val="000000"/>
                </a:solidFill>
              </a:rPr>
              <a:t> automatically reclaimed in those languages) are </a:t>
            </a:r>
            <a:r>
              <a:rPr lang="en-US" altLang="en-US" i="1" dirty="0">
                <a:solidFill>
                  <a:srgbClr val="000000"/>
                </a:solidFill>
              </a:rPr>
              <a:t>less</a:t>
            </a:r>
            <a:r>
              <a:rPr lang="en-US" altLang="en-US" dirty="0">
                <a:solidFill>
                  <a:srgbClr val="000000"/>
                </a:solidFill>
              </a:rPr>
              <a:t> likely in Java, but some can still happen in subtle ways. </a:t>
            </a:r>
          </a:p>
          <a:p>
            <a:pPr eaLnBrk="1" hangingPunct="1"/>
            <a:r>
              <a:rPr lang="en-US" altLang="en-US" dirty="0">
                <a:solidFill>
                  <a:srgbClr val="000000"/>
                </a:solidFill>
              </a:rPr>
              <a:t>Resource leaks other than memory leaks can also occur. </a:t>
            </a:r>
          </a:p>
          <a:p>
            <a:pPr lvl="1" eaLnBrk="1" hangingPunct="1"/>
            <a:r>
              <a:rPr lang="en-US" altLang="en-US" dirty="0">
                <a:solidFill>
                  <a:srgbClr val="000000"/>
                </a:solidFill>
              </a:rPr>
              <a:t>An app may open a file on disk to modify its contents. </a:t>
            </a:r>
          </a:p>
          <a:p>
            <a:pPr lvl="1" eaLnBrk="1" hangingPunct="1"/>
            <a:r>
              <a:rPr lang="en-US" altLang="en-US" dirty="0">
                <a:solidFill>
                  <a:srgbClr val="000000"/>
                </a:solidFill>
              </a:rPr>
              <a:t>If the app does not close the file, it must terminate before any other app can use the file.</a:t>
            </a:r>
          </a:p>
        </p:txBody>
      </p:sp>
      <p:sp>
        <p:nvSpPr>
          <p:cNvPr id="4" name="Footer Placeholder 3">
            <a:extLst>
              <a:ext uri="{FF2B5EF4-FFF2-40B4-BE49-F238E27FC236}">
                <a16:creationId xmlns:a16="http://schemas.microsoft.com/office/drawing/2014/main" id="{0887A034-6E4C-4407-BA70-C0CAAFC3347B}"/>
              </a:ext>
            </a:extLst>
          </p:cNvPr>
          <p:cNvSpPr>
            <a:spLocks noGrp="1"/>
          </p:cNvSpPr>
          <p:nvPr>
            <p:ph type="ftr" sz="quarter" idx="4294967295"/>
          </p:nvPr>
        </p:nvSpPr>
        <p:spPr>
          <a:xfrm>
            <a:off x="4488296" y="6408739"/>
            <a:ext cx="7044267" cy="365125"/>
          </a:xfrm>
          <a:prstGeom prst="rect">
            <a:avLst/>
          </a:prstGeom>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30253927"/>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80B02-5E00-4313-90E1-CD619E299A7E}"/>
              </a:ext>
            </a:extLst>
          </p:cNvPr>
          <p:cNvSpPr>
            <a:spLocks noGrp="1"/>
          </p:cNvSpPr>
          <p:nvPr>
            <p:ph type="title"/>
          </p:nvPr>
        </p:nvSpPr>
        <p:spPr/>
        <p:txBody>
          <a:bodyPr/>
          <a:lstStyle/>
          <a:p>
            <a:pPr fontAlgn="auto">
              <a:spcAft>
                <a:spcPts val="0"/>
              </a:spcAft>
              <a:defRPr/>
            </a:pPr>
            <a:r>
              <a:rPr lang="en-US" dirty="0">
                <a:solidFill>
                  <a:srgbClr val="24B5A1"/>
                </a:solidFill>
                <a:latin typeface="Calibri" panose="020F0502020204030204" pitchFamily="34" charset="0"/>
              </a:rPr>
              <a:t>8.10  </a:t>
            </a:r>
            <a:r>
              <a:rPr lang="en-US" dirty="0">
                <a:solidFill>
                  <a:srgbClr val="3380E6"/>
                </a:solidFill>
                <a:latin typeface="Calibri" panose="020F0502020204030204" pitchFamily="34" charset="0"/>
              </a:rPr>
              <a:t>Garbage Collection (Cont.)</a:t>
            </a:r>
          </a:p>
        </p:txBody>
      </p:sp>
      <p:sp>
        <p:nvSpPr>
          <p:cNvPr id="84995" name="Text Placeholder 2">
            <a:extLst>
              <a:ext uri="{FF2B5EF4-FFF2-40B4-BE49-F238E27FC236}">
                <a16:creationId xmlns:a16="http://schemas.microsoft.com/office/drawing/2014/main" id="{E6D79D1E-8CF0-4AE4-81EE-6512A625AEE9}"/>
              </a:ext>
            </a:extLst>
          </p:cNvPr>
          <p:cNvSpPr>
            <a:spLocks noGrp="1"/>
          </p:cNvSpPr>
          <p:nvPr>
            <p:ph type="body" idx="1"/>
          </p:nvPr>
        </p:nvSpPr>
        <p:spPr/>
        <p:txBody>
          <a:bodyPr/>
          <a:lstStyle/>
          <a:p>
            <a:pPr marL="109537" indent="0">
              <a:buNone/>
              <a:defRPr/>
            </a:pPr>
            <a:r>
              <a:rPr lang="en-US" altLang="en-US" sz="2500" b="1" i="1" dirty="0">
                <a:solidFill>
                  <a:srgbClr val="000000"/>
                </a:solidFill>
              </a:rPr>
              <a:t>A Note about Class </a:t>
            </a:r>
            <a:r>
              <a:rPr lang="en-US" altLang="en-US" sz="2500" b="1" i="1" dirty="0">
                <a:solidFill>
                  <a:srgbClr val="000000"/>
                </a:solidFill>
                <a:latin typeface="Consolas" panose="020B0609020204030204" pitchFamily="49" charset="0"/>
              </a:rPr>
              <a:t>Object</a:t>
            </a:r>
            <a:r>
              <a:rPr lang="en-US" altLang="en-US" sz="2500" b="1" i="1" dirty="0">
                <a:solidFill>
                  <a:srgbClr val="000000"/>
                </a:solidFill>
              </a:rPr>
              <a:t>’s </a:t>
            </a:r>
            <a:r>
              <a:rPr lang="en-US" altLang="en-US" sz="2500" b="1" i="1" dirty="0">
                <a:solidFill>
                  <a:srgbClr val="000000"/>
                </a:solidFill>
                <a:latin typeface="Consolas" panose="020B0609020204030204" pitchFamily="49" charset="0"/>
              </a:rPr>
              <a:t>finalize</a:t>
            </a:r>
            <a:r>
              <a:rPr lang="en-US" altLang="en-US" sz="2500" b="1" i="1" dirty="0">
                <a:solidFill>
                  <a:srgbClr val="000000"/>
                </a:solidFill>
              </a:rPr>
              <a:t> Method</a:t>
            </a:r>
          </a:p>
          <a:p>
            <a:pPr eaLnBrk="1" hangingPunct="1">
              <a:defRPr/>
            </a:pPr>
            <a:r>
              <a:rPr lang="en-US" altLang="en-US" sz="2500" dirty="0">
                <a:solidFill>
                  <a:srgbClr val="000000"/>
                </a:solidFill>
              </a:rPr>
              <a:t>Every class in Java has the methods of class </a:t>
            </a:r>
            <a:r>
              <a:rPr lang="en-US" altLang="en-US" sz="2500" dirty="0">
                <a:solidFill>
                  <a:srgbClr val="000000"/>
                </a:solidFill>
                <a:latin typeface="Consolas" panose="020B0609020204030204" pitchFamily="49" charset="0"/>
              </a:rPr>
              <a:t>Object</a:t>
            </a:r>
            <a:r>
              <a:rPr lang="en-US" altLang="en-US" sz="2500" dirty="0">
                <a:solidFill>
                  <a:srgbClr val="000000"/>
                </a:solidFill>
              </a:rPr>
              <a:t> (package </a:t>
            </a:r>
            <a:r>
              <a:rPr lang="en-US" altLang="en-US" sz="2500" dirty="0" err="1">
                <a:solidFill>
                  <a:srgbClr val="000000"/>
                </a:solidFill>
                <a:latin typeface="Consolas" panose="020B0609020204030204" pitchFamily="49" charset="0"/>
              </a:rPr>
              <a:t>java.lang</a:t>
            </a:r>
            <a:r>
              <a:rPr lang="en-US" altLang="en-US" sz="2500" dirty="0">
                <a:solidFill>
                  <a:srgbClr val="000000"/>
                </a:solidFill>
              </a:rPr>
              <a:t>), one of which is method finalize. </a:t>
            </a:r>
          </a:p>
          <a:p>
            <a:pPr eaLnBrk="1" hangingPunct="1">
              <a:defRPr/>
            </a:pPr>
            <a:r>
              <a:rPr lang="en-US" altLang="en-US" sz="2500" dirty="0">
                <a:solidFill>
                  <a:srgbClr val="000000"/>
                </a:solidFill>
              </a:rPr>
              <a:t>You should </a:t>
            </a:r>
            <a:r>
              <a:rPr lang="en-US" altLang="en-US" sz="2500" i="1" dirty="0">
                <a:solidFill>
                  <a:srgbClr val="000000"/>
                </a:solidFill>
              </a:rPr>
              <a:t>never</a:t>
            </a:r>
            <a:r>
              <a:rPr lang="en-US" altLang="en-US" sz="2500" dirty="0">
                <a:solidFill>
                  <a:srgbClr val="000000"/>
                </a:solidFill>
              </a:rPr>
              <a:t> use method </a:t>
            </a:r>
            <a:r>
              <a:rPr lang="en-US" altLang="en-US" sz="2500" dirty="0">
                <a:solidFill>
                  <a:srgbClr val="000000"/>
                </a:solidFill>
                <a:latin typeface="Consolas" panose="020B0609020204030204" pitchFamily="49" charset="0"/>
              </a:rPr>
              <a:t>finalize</a:t>
            </a:r>
            <a:r>
              <a:rPr lang="en-US" altLang="en-US" sz="2500" dirty="0">
                <a:solidFill>
                  <a:srgbClr val="000000"/>
                </a:solidFill>
              </a:rPr>
              <a:t>, because it can cause many problems and there’s uncertainty as to whether it will ever get called before a program terminates. </a:t>
            </a:r>
          </a:p>
          <a:p>
            <a:pPr eaLnBrk="1" hangingPunct="1">
              <a:defRPr/>
            </a:pPr>
            <a:r>
              <a:rPr lang="en-US" altLang="en-US" sz="2500" dirty="0">
                <a:solidFill>
                  <a:srgbClr val="000000"/>
                </a:solidFill>
              </a:rPr>
              <a:t>The original intent of </a:t>
            </a:r>
            <a:r>
              <a:rPr lang="en-US" altLang="en-US" sz="2500" dirty="0">
                <a:solidFill>
                  <a:srgbClr val="000000"/>
                </a:solidFill>
                <a:latin typeface="Consolas" panose="020B0609020204030204" pitchFamily="49" charset="0"/>
              </a:rPr>
              <a:t>finalize </a:t>
            </a:r>
            <a:r>
              <a:rPr lang="en-US" altLang="en-US" sz="2500" dirty="0">
                <a:solidFill>
                  <a:srgbClr val="000000"/>
                </a:solidFill>
              </a:rPr>
              <a:t>was to allow the garbage collector to perform termination housekeeping on an object just before reclaiming the object’s memory. </a:t>
            </a:r>
          </a:p>
        </p:txBody>
      </p:sp>
      <p:sp>
        <p:nvSpPr>
          <p:cNvPr id="4" name="Footer Placeholder 3">
            <a:extLst>
              <a:ext uri="{FF2B5EF4-FFF2-40B4-BE49-F238E27FC236}">
                <a16:creationId xmlns:a16="http://schemas.microsoft.com/office/drawing/2014/main" id="{C0F672D6-3C3B-4AE3-8F56-E6D102C4BC8F}"/>
              </a:ext>
            </a:extLst>
          </p:cNvPr>
          <p:cNvSpPr>
            <a:spLocks noGrp="1"/>
          </p:cNvSpPr>
          <p:nvPr>
            <p:ph type="ftr" sz="quarter" idx="4294967295"/>
          </p:nvPr>
        </p:nvSpPr>
        <p:spPr>
          <a:xfrm>
            <a:off x="4488296" y="6408739"/>
            <a:ext cx="7044267" cy="365125"/>
          </a:xfrm>
          <a:prstGeom prst="rect">
            <a:avLst/>
          </a:prstGeom>
        </p:spPr>
        <p:txBody>
          <a:bodyPr/>
          <a:lstStyle/>
          <a:p>
            <a:pPr>
              <a:defRPr/>
            </a:pPr>
            <a:r>
              <a:rPr lang="en-US"/>
              <a:t>© Copyright 1992-2018 by Pearson Education, Inc. All Rights Reserved.</a:t>
            </a:r>
            <a:endParaRPr lang="en-US" dirty="0"/>
          </a:p>
        </p:txBody>
      </p:sp>
    </p:spTree>
    <p:extLst>
      <p:ext uri="{BB962C8B-B14F-4D97-AF65-F5344CB8AC3E}">
        <p14:creationId xmlns:p14="http://schemas.microsoft.com/office/powerpoint/2010/main" val="989465763"/>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D8D05-0BD4-4081-B651-FCEC3742BC94}"/>
              </a:ext>
            </a:extLst>
          </p:cNvPr>
          <p:cNvSpPr>
            <a:spLocks noGrp="1"/>
          </p:cNvSpPr>
          <p:nvPr>
            <p:ph type="title"/>
          </p:nvPr>
        </p:nvSpPr>
        <p:spPr/>
        <p:txBody>
          <a:bodyPr/>
          <a:lstStyle/>
          <a:p>
            <a:pPr fontAlgn="auto">
              <a:spcAft>
                <a:spcPts val="0"/>
              </a:spcAft>
              <a:defRPr/>
            </a:pPr>
            <a:r>
              <a:rPr lang="en-US" dirty="0">
                <a:solidFill>
                  <a:srgbClr val="24B5A1"/>
                </a:solidFill>
                <a:latin typeface="Calibri" panose="020F0502020204030204" pitchFamily="34" charset="0"/>
              </a:rPr>
              <a:t>8.10  </a:t>
            </a:r>
            <a:r>
              <a:rPr lang="en-US" dirty="0">
                <a:solidFill>
                  <a:srgbClr val="3380E6"/>
                </a:solidFill>
                <a:latin typeface="Calibri" panose="020F0502020204030204" pitchFamily="34" charset="0"/>
              </a:rPr>
              <a:t>Garbage Collection (Cont.)</a:t>
            </a:r>
          </a:p>
        </p:txBody>
      </p:sp>
      <p:sp>
        <p:nvSpPr>
          <p:cNvPr id="88067" name="Text Placeholder 2">
            <a:extLst>
              <a:ext uri="{FF2B5EF4-FFF2-40B4-BE49-F238E27FC236}">
                <a16:creationId xmlns:a16="http://schemas.microsoft.com/office/drawing/2014/main" id="{03A0D1B8-94FF-4B63-939D-A2C0D1CB1793}"/>
              </a:ext>
            </a:extLst>
          </p:cNvPr>
          <p:cNvSpPr>
            <a:spLocks noGrp="1"/>
          </p:cNvSpPr>
          <p:nvPr>
            <p:ph type="body" idx="1"/>
          </p:nvPr>
        </p:nvSpPr>
        <p:spPr/>
        <p:txBody>
          <a:bodyPr/>
          <a:lstStyle/>
          <a:p>
            <a:pPr eaLnBrk="1" hangingPunct="1"/>
            <a:r>
              <a:rPr lang="en-US" altLang="en-US" sz="2500" dirty="0">
                <a:solidFill>
                  <a:srgbClr val="000000"/>
                </a:solidFill>
              </a:rPr>
              <a:t>Now, it’s considered better practice for any class that uses system resources—such as files on disk—to provide a method that programmers can call to release resources when they’re no longer needed in a program. </a:t>
            </a:r>
          </a:p>
          <a:p>
            <a:pPr eaLnBrk="1" hangingPunct="1"/>
            <a:r>
              <a:rPr lang="en-US" altLang="en-US" sz="2500" dirty="0" err="1">
                <a:solidFill>
                  <a:srgbClr val="000000"/>
                </a:solidFill>
                <a:latin typeface="Consolas" panose="020B0609020204030204" pitchFamily="49" charset="0"/>
              </a:rPr>
              <a:t>AutoClosable</a:t>
            </a:r>
            <a:r>
              <a:rPr lang="en-US" altLang="en-US" sz="2500" dirty="0">
                <a:solidFill>
                  <a:srgbClr val="000000"/>
                </a:solidFill>
              </a:rPr>
              <a:t> objects reduce the likelihood of resource leaks when you use them with the try-with-resources statement. </a:t>
            </a:r>
          </a:p>
          <a:p>
            <a:pPr eaLnBrk="1" hangingPunct="1"/>
            <a:r>
              <a:rPr lang="en-US" altLang="en-US" sz="2500" dirty="0">
                <a:solidFill>
                  <a:srgbClr val="000000"/>
                </a:solidFill>
              </a:rPr>
              <a:t>As its name implies, an </a:t>
            </a:r>
            <a:r>
              <a:rPr lang="en-US" altLang="en-US" sz="2500" dirty="0" err="1">
                <a:solidFill>
                  <a:srgbClr val="000000"/>
                </a:solidFill>
                <a:latin typeface="Consolas" panose="020B0609020204030204" pitchFamily="49" charset="0"/>
              </a:rPr>
              <a:t>AutoClosable</a:t>
            </a:r>
            <a:r>
              <a:rPr lang="en-US" altLang="en-US" sz="2500" dirty="0">
                <a:solidFill>
                  <a:srgbClr val="000000"/>
                </a:solidFill>
              </a:rPr>
              <a:t> object is closed automatically, once a try-with-resources statement finishes using the object. </a:t>
            </a:r>
            <a:endParaRPr lang="en-US" altLang="en-US" sz="2100" dirty="0">
              <a:solidFill>
                <a:srgbClr val="000000"/>
              </a:solidFill>
            </a:endParaRPr>
          </a:p>
        </p:txBody>
      </p:sp>
      <p:sp>
        <p:nvSpPr>
          <p:cNvPr id="4" name="Footer Placeholder 3">
            <a:extLst>
              <a:ext uri="{FF2B5EF4-FFF2-40B4-BE49-F238E27FC236}">
                <a16:creationId xmlns:a16="http://schemas.microsoft.com/office/drawing/2014/main" id="{F4D3F2ED-BAFE-4EB3-8388-8459B4D18935}"/>
              </a:ext>
            </a:extLst>
          </p:cNvPr>
          <p:cNvSpPr>
            <a:spLocks noGrp="1"/>
          </p:cNvSpPr>
          <p:nvPr>
            <p:ph type="ftr" sz="quarter" idx="4294967295"/>
          </p:nvPr>
        </p:nvSpPr>
        <p:spPr>
          <a:xfrm>
            <a:off x="4488296" y="6408739"/>
            <a:ext cx="7044267" cy="365125"/>
          </a:xfrm>
          <a:prstGeom prst="rect">
            <a:avLst/>
          </a:prstGeom>
        </p:spPr>
        <p:txBody>
          <a:bodyPr/>
          <a:lstStyle/>
          <a:p>
            <a:pPr>
              <a:defRPr/>
            </a:pPr>
            <a:r>
              <a:rPr lang="en-US"/>
              <a:t>© Copyright 1992-2018 by Pearson Education, Inc. All Rights Reserved.</a:t>
            </a:r>
            <a:endParaRPr lang="en-US" dirty="0"/>
          </a:p>
        </p:txBody>
      </p:sp>
    </p:spTree>
    <p:extLst>
      <p:ext uri="{BB962C8B-B14F-4D97-AF65-F5344CB8AC3E}">
        <p14:creationId xmlns:p14="http://schemas.microsoft.com/office/powerpoint/2010/main" val="4285002374"/>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8_OBP_Page_52">
            <a:extLst>
              <a:ext uri="{FF2B5EF4-FFF2-40B4-BE49-F238E27FC236}">
                <a16:creationId xmlns:a16="http://schemas.microsoft.com/office/drawing/2014/main" id="{809640D6-A7C2-4E74-A7AF-95600D134283}"/>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1219200"/>
            <a:ext cx="12192000" cy="4419600"/>
          </a:xfrm>
          <a:prstGeom prst="rect">
            <a:avLst/>
          </a:prstGeom>
        </p:spPr>
      </p:pic>
      <p:sp>
        <p:nvSpPr>
          <p:cNvPr id="2" name="Footer Placeholder 1">
            <a:extLst>
              <a:ext uri="{FF2B5EF4-FFF2-40B4-BE49-F238E27FC236}">
                <a16:creationId xmlns:a16="http://schemas.microsoft.com/office/drawing/2014/main" id="{0832902B-392D-4EE6-8606-E1A33E288EE7}"/>
              </a:ext>
            </a:extLst>
          </p:cNvPr>
          <p:cNvSpPr>
            <a:spLocks noGrp="1"/>
          </p:cNvSpPr>
          <p:nvPr>
            <p:ph type="ftr" sz="quarter" idx="4294967295"/>
          </p:nvPr>
        </p:nvSpPr>
        <p:spPr>
          <a:xfrm>
            <a:off x="609600" y="6408739"/>
            <a:ext cx="8365067" cy="365125"/>
          </a:xfrm>
          <a:prstGeom prst="rect">
            <a:avLst/>
          </a:prstGeom>
        </p:spPr>
        <p:txBody>
          <a:bodyPr/>
          <a:lstStyle/>
          <a:p>
            <a:r>
              <a:rPr lang="en-US"/>
              <a:t>© Copyright 1992-2018 by Pearson Education, Inc. All Rights Reserved.</a:t>
            </a:r>
          </a:p>
        </p:txBody>
      </p:sp>
    </p:spTree>
    <p:extLst>
      <p:ext uri="{BB962C8B-B14F-4D97-AF65-F5344CB8AC3E}">
        <p14:creationId xmlns:p14="http://schemas.microsoft.com/office/powerpoint/2010/main" val="1066219949"/>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738D31-C7FE-4E06-AC66-4C8A8B30CE65}"/>
              </a:ext>
            </a:extLst>
          </p:cNvPr>
          <p:cNvSpPr>
            <a:spLocks noGrp="1"/>
          </p:cNvSpPr>
          <p:nvPr>
            <p:ph type="title"/>
          </p:nvPr>
        </p:nvSpPr>
        <p:spPr/>
        <p:txBody>
          <a:bodyPr/>
          <a:lstStyle/>
          <a:p>
            <a:pPr fontAlgn="auto">
              <a:spcAft>
                <a:spcPts val="0"/>
              </a:spcAft>
              <a:defRPr/>
            </a:pPr>
            <a:r>
              <a:rPr lang="en-US" dirty="0">
                <a:solidFill>
                  <a:srgbClr val="24B5A1"/>
                </a:solidFill>
                <a:latin typeface="Calibri" panose="020F0502020204030204" pitchFamily="34" charset="0"/>
              </a:rPr>
              <a:t>8.11  </a:t>
            </a:r>
            <a:r>
              <a:rPr lang="en-US" dirty="0">
                <a:solidFill>
                  <a:srgbClr val="3380E6"/>
                </a:solidFill>
                <a:latin typeface="Consolas" panose="020B0609020204030204" pitchFamily="49" charset="0"/>
              </a:rPr>
              <a:t>static</a:t>
            </a:r>
            <a:r>
              <a:rPr lang="en-US" dirty="0">
                <a:solidFill>
                  <a:srgbClr val="3380E6"/>
                </a:solidFill>
                <a:latin typeface="Calibri" panose="020F0502020204030204" pitchFamily="34" charset="0"/>
              </a:rPr>
              <a:t> Class Members</a:t>
            </a:r>
          </a:p>
        </p:txBody>
      </p:sp>
      <p:sp>
        <p:nvSpPr>
          <p:cNvPr id="90115" name="Text Placeholder 2">
            <a:extLst>
              <a:ext uri="{FF2B5EF4-FFF2-40B4-BE49-F238E27FC236}">
                <a16:creationId xmlns:a16="http://schemas.microsoft.com/office/drawing/2014/main" id="{6FB7E961-F050-40D9-8D10-D796A5F72672}"/>
              </a:ext>
            </a:extLst>
          </p:cNvPr>
          <p:cNvSpPr>
            <a:spLocks noGrp="1"/>
          </p:cNvSpPr>
          <p:nvPr>
            <p:ph type="body" idx="1"/>
          </p:nvPr>
        </p:nvSpPr>
        <p:spPr/>
        <p:txBody>
          <a:bodyPr/>
          <a:lstStyle/>
          <a:p>
            <a:pPr eaLnBrk="1" hangingPunct="1"/>
            <a:r>
              <a:rPr lang="en-US" altLang="en-US" dirty="0">
                <a:solidFill>
                  <a:srgbClr val="000000"/>
                </a:solidFill>
              </a:rPr>
              <a:t>In certain cases, only one copy of a particular variable should be </a:t>
            </a:r>
            <a:r>
              <a:rPr lang="en-US" altLang="en-US" i="1" dirty="0">
                <a:solidFill>
                  <a:srgbClr val="000000"/>
                </a:solidFill>
              </a:rPr>
              <a:t>shared</a:t>
            </a:r>
            <a:r>
              <a:rPr lang="en-US" altLang="en-US" dirty="0">
                <a:solidFill>
                  <a:srgbClr val="000000"/>
                </a:solidFill>
              </a:rPr>
              <a:t> by all objects of a class. </a:t>
            </a:r>
          </a:p>
          <a:p>
            <a:pPr lvl="1" eaLnBrk="1" hangingPunct="1"/>
            <a:r>
              <a:rPr lang="en-US" altLang="en-US" dirty="0">
                <a:solidFill>
                  <a:srgbClr val="000000"/>
                </a:solidFill>
              </a:rPr>
              <a:t>A </a:t>
            </a:r>
            <a:r>
              <a:rPr lang="en-US" altLang="en-US" dirty="0">
                <a:solidFill>
                  <a:srgbClr val="0000FF"/>
                </a:solidFill>
                <a:latin typeface="Consolas" panose="020B0609020204030204" pitchFamily="49" charset="0"/>
              </a:rPr>
              <a:t>static</a:t>
            </a:r>
            <a:r>
              <a:rPr lang="en-US" altLang="en-US" dirty="0">
                <a:solidFill>
                  <a:srgbClr val="000000"/>
                </a:solidFill>
              </a:rPr>
              <a:t> </a:t>
            </a:r>
            <a:r>
              <a:rPr lang="en-US" altLang="en-US" dirty="0">
                <a:solidFill>
                  <a:srgbClr val="0000FF"/>
                </a:solidFill>
              </a:rPr>
              <a:t>field</a:t>
            </a:r>
            <a:r>
              <a:rPr lang="en-US" altLang="en-US" dirty="0">
                <a:solidFill>
                  <a:srgbClr val="000000"/>
                </a:solidFill>
              </a:rPr>
              <a:t>—called a </a:t>
            </a:r>
            <a:r>
              <a:rPr lang="en-US" altLang="en-US" dirty="0">
                <a:solidFill>
                  <a:srgbClr val="0000FF"/>
                </a:solidFill>
              </a:rPr>
              <a:t>class variable</a:t>
            </a:r>
            <a:r>
              <a:rPr lang="en-US" altLang="en-US" dirty="0">
                <a:solidFill>
                  <a:srgbClr val="000000"/>
                </a:solidFill>
              </a:rPr>
              <a:t>—is used in such cases. </a:t>
            </a:r>
          </a:p>
          <a:p>
            <a:pPr eaLnBrk="1" hangingPunct="1"/>
            <a:r>
              <a:rPr lang="en-US" altLang="en-US" dirty="0">
                <a:solidFill>
                  <a:srgbClr val="000000"/>
                </a:solidFill>
              </a:rPr>
              <a:t>A </a:t>
            </a:r>
            <a:r>
              <a:rPr lang="en-US" altLang="en-US" dirty="0">
                <a:solidFill>
                  <a:srgbClr val="000000"/>
                </a:solidFill>
                <a:latin typeface="Consolas" panose="020B0609020204030204" pitchFamily="49" charset="0"/>
              </a:rPr>
              <a:t>static</a:t>
            </a:r>
            <a:r>
              <a:rPr lang="en-US" altLang="en-US" dirty="0">
                <a:solidFill>
                  <a:srgbClr val="000000"/>
                </a:solidFill>
              </a:rPr>
              <a:t> variable represents </a:t>
            </a:r>
            <a:r>
              <a:rPr lang="en-US" altLang="en-US" dirty="0" err="1">
                <a:solidFill>
                  <a:srgbClr val="0000FF"/>
                </a:solidFill>
              </a:rPr>
              <a:t>classwide</a:t>
            </a:r>
            <a:r>
              <a:rPr lang="en-US" altLang="en-US" dirty="0">
                <a:solidFill>
                  <a:srgbClr val="0000FF"/>
                </a:solidFill>
              </a:rPr>
              <a:t> information</a:t>
            </a:r>
            <a:r>
              <a:rPr lang="en-US" altLang="en-US" dirty="0">
                <a:solidFill>
                  <a:srgbClr val="000000"/>
                </a:solidFill>
              </a:rPr>
              <a:t>—all objects of the class share the </a:t>
            </a:r>
            <a:r>
              <a:rPr lang="en-US" altLang="en-US" i="1" dirty="0">
                <a:solidFill>
                  <a:srgbClr val="000000"/>
                </a:solidFill>
              </a:rPr>
              <a:t>same</a:t>
            </a:r>
            <a:r>
              <a:rPr lang="en-US" altLang="en-US" dirty="0">
                <a:solidFill>
                  <a:srgbClr val="000000"/>
                </a:solidFill>
              </a:rPr>
              <a:t> piece of data. </a:t>
            </a:r>
          </a:p>
          <a:p>
            <a:pPr lvl="1" eaLnBrk="1" hangingPunct="1"/>
            <a:r>
              <a:rPr lang="en-US" altLang="en-US" dirty="0">
                <a:solidFill>
                  <a:srgbClr val="000000"/>
                </a:solidFill>
              </a:rPr>
              <a:t>The declaration of a </a:t>
            </a:r>
            <a:r>
              <a:rPr lang="en-US" altLang="en-US" dirty="0">
                <a:solidFill>
                  <a:srgbClr val="000000"/>
                </a:solidFill>
                <a:latin typeface="Consolas" panose="020B0609020204030204" pitchFamily="49" charset="0"/>
              </a:rPr>
              <a:t>static</a:t>
            </a:r>
            <a:r>
              <a:rPr lang="en-US" altLang="en-US" dirty="0">
                <a:solidFill>
                  <a:srgbClr val="000000"/>
                </a:solidFill>
              </a:rPr>
              <a:t> variable begins with the keyword </a:t>
            </a:r>
            <a:r>
              <a:rPr lang="en-US" altLang="en-US" dirty="0">
                <a:solidFill>
                  <a:srgbClr val="000000"/>
                </a:solidFill>
                <a:latin typeface="Consolas" panose="020B0609020204030204" pitchFamily="49" charset="0"/>
              </a:rPr>
              <a:t>static</a:t>
            </a:r>
            <a:r>
              <a:rPr lang="en-US" altLang="en-US" dirty="0">
                <a:solidFill>
                  <a:srgbClr val="000000"/>
                </a:solidFill>
              </a:rPr>
              <a:t>.</a:t>
            </a:r>
          </a:p>
        </p:txBody>
      </p:sp>
      <p:sp>
        <p:nvSpPr>
          <p:cNvPr id="4" name="Footer Placeholder 3">
            <a:extLst>
              <a:ext uri="{FF2B5EF4-FFF2-40B4-BE49-F238E27FC236}">
                <a16:creationId xmlns:a16="http://schemas.microsoft.com/office/drawing/2014/main" id="{E95055BE-0C2F-4D28-96F0-1E7D9666E05B}"/>
              </a:ext>
            </a:extLst>
          </p:cNvPr>
          <p:cNvSpPr>
            <a:spLocks noGrp="1"/>
          </p:cNvSpPr>
          <p:nvPr>
            <p:ph type="ftr" sz="quarter" idx="4294967295"/>
          </p:nvPr>
        </p:nvSpPr>
        <p:spPr>
          <a:xfrm>
            <a:off x="4488296" y="6408739"/>
            <a:ext cx="7044267" cy="365125"/>
          </a:xfrm>
          <a:prstGeom prst="rect">
            <a:avLst/>
          </a:prstGeom>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13038918"/>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8_OBP_Page_53">
            <a:extLst>
              <a:ext uri="{FF2B5EF4-FFF2-40B4-BE49-F238E27FC236}">
                <a16:creationId xmlns:a16="http://schemas.microsoft.com/office/drawing/2014/main" id="{7851D5D6-7E91-4DAD-B493-9426BBA5BB0D}"/>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2052638"/>
            <a:ext cx="12192000" cy="2752725"/>
          </a:xfrm>
          <a:prstGeom prst="rect">
            <a:avLst/>
          </a:prstGeom>
        </p:spPr>
      </p:pic>
      <p:sp>
        <p:nvSpPr>
          <p:cNvPr id="2" name="Footer Placeholder 1">
            <a:extLst>
              <a:ext uri="{FF2B5EF4-FFF2-40B4-BE49-F238E27FC236}">
                <a16:creationId xmlns:a16="http://schemas.microsoft.com/office/drawing/2014/main" id="{F207D595-357B-46EF-B0E4-1ED0A90C2933}"/>
              </a:ext>
            </a:extLst>
          </p:cNvPr>
          <p:cNvSpPr>
            <a:spLocks noGrp="1"/>
          </p:cNvSpPr>
          <p:nvPr>
            <p:ph type="ftr" sz="quarter" idx="4294967295"/>
          </p:nvPr>
        </p:nvSpPr>
        <p:spPr>
          <a:xfrm>
            <a:off x="609600" y="6408739"/>
            <a:ext cx="8365067" cy="365125"/>
          </a:xfrm>
          <a:prstGeom prst="rect">
            <a:avLst/>
          </a:prstGeom>
        </p:spPr>
        <p:txBody>
          <a:bodyPr/>
          <a:lstStyle/>
          <a:p>
            <a:r>
              <a:rPr lang="en-US"/>
              <a:t>© Copyright 1992-2018 by Pearson Education, Inc. All Rights Reserved.</a:t>
            </a:r>
          </a:p>
        </p:txBody>
      </p:sp>
    </p:spTree>
    <p:extLst>
      <p:ext uri="{BB962C8B-B14F-4D97-AF65-F5344CB8AC3E}">
        <p14:creationId xmlns:p14="http://schemas.microsoft.com/office/powerpoint/2010/main" val="2359757567"/>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7B9BC-AC55-44B5-BCFB-FEDA98DFCFA4}"/>
              </a:ext>
            </a:extLst>
          </p:cNvPr>
          <p:cNvSpPr>
            <a:spLocks noGrp="1"/>
          </p:cNvSpPr>
          <p:nvPr>
            <p:ph type="title"/>
          </p:nvPr>
        </p:nvSpPr>
        <p:spPr/>
        <p:txBody>
          <a:bodyPr/>
          <a:lstStyle/>
          <a:p>
            <a:pPr fontAlgn="auto">
              <a:spcAft>
                <a:spcPts val="0"/>
              </a:spcAft>
              <a:defRPr/>
            </a:pPr>
            <a:r>
              <a:rPr lang="en-US" dirty="0">
                <a:solidFill>
                  <a:srgbClr val="24B5A1"/>
                </a:solidFill>
                <a:latin typeface="Calibri" panose="020F0502020204030204" pitchFamily="34" charset="0"/>
              </a:rPr>
              <a:t>8.11  </a:t>
            </a:r>
            <a:r>
              <a:rPr lang="en-US" dirty="0">
                <a:solidFill>
                  <a:srgbClr val="3380E6"/>
                </a:solidFill>
                <a:latin typeface="Consolas" panose="020B0609020204030204" pitchFamily="49" charset="0"/>
              </a:rPr>
              <a:t>static</a:t>
            </a:r>
            <a:r>
              <a:rPr lang="en-US" dirty="0">
                <a:solidFill>
                  <a:srgbClr val="3380E6"/>
                </a:solidFill>
                <a:latin typeface="Calibri" panose="020F0502020204030204" pitchFamily="34" charset="0"/>
              </a:rPr>
              <a:t> Class Members (Cont.)</a:t>
            </a:r>
          </a:p>
        </p:txBody>
      </p:sp>
      <p:sp>
        <p:nvSpPr>
          <p:cNvPr id="92163" name="Text Placeholder 2">
            <a:extLst>
              <a:ext uri="{FF2B5EF4-FFF2-40B4-BE49-F238E27FC236}">
                <a16:creationId xmlns:a16="http://schemas.microsoft.com/office/drawing/2014/main" id="{3D0B15C6-6541-4634-8CAD-656F3A02BBA5}"/>
              </a:ext>
            </a:extLst>
          </p:cNvPr>
          <p:cNvSpPr>
            <a:spLocks noGrp="1"/>
          </p:cNvSpPr>
          <p:nvPr>
            <p:ph type="body" idx="1"/>
          </p:nvPr>
        </p:nvSpPr>
        <p:spPr/>
        <p:txBody>
          <a:bodyPr/>
          <a:lstStyle/>
          <a:p>
            <a:pPr eaLnBrk="1" hangingPunct="1">
              <a:lnSpc>
                <a:spcPct val="80000"/>
              </a:lnSpc>
            </a:pPr>
            <a:r>
              <a:rPr lang="en-US" altLang="en-US" sz="2100" dirty="0">
                <a:solidFill>
                  <a:srgbClr val="000000"/>
                </a:solidFill>
              </a:rPr>
              <a:t>Static variables have </a:t>
            </a:r>
            <a:r>
              <a:rPr lang="en-US" altLang="en-US" sz="2100" i="1" dirty="0">
                <a:solidFill>
                  <a:srgbClr val="000000"/>
                </a:solidFill>
              </a:rPr>
              <a:t>class scope</a:t>
            </a:r>
            <a:r>
              <a:rPr lang="en-US" altLang="en-US" sz="2100" dirty="0">
                <a:solidFill>
                  <a:srgbClr val="000000"/>
                </a:solidFill>
              </a:rPr>
              <a:t>—they can be used in all of the class’s methods. </a:t>
            </a:r>
          </a:p>
          <a:p>
            <a:pPr eaLnBrk="1" hangingPunct="1">
              <a:lnSpc>
                <a:spcPct val="80000"/>
              </a:lnSpc>
            </a:pPr>
            <a:r>
              <a:rPr lang="en-US" altLang="en-US" sz="2100" dirty="0">
                <a:solidFill>
                  <a:srgbClr val="000000"/>
                </a:solidFill>
              </a:rPr>
              <a:t>Can access a class’s </a:t>
            </a:r>
            <a:r>
              <a:rPr lang="en-US" altLang="en-US" sz="2100" dirty="0">
                <a:solidFill>
                  <a:srgbClr val="000000"/>
                </a:solidFill>
                <a:latin typeface="Consolas" panose="020B0609020204030204" pitchFamily="49" charset="0"/>
              </a:rPr>
              <a:t>public</a:t>
            </a:r>
            <a:r>
              <a:rPr lang="en-US" altLang="en-US" sz="2100" dirty="0">
                <a:solidFill>
                  <a:srgbClr val="000000"/>
                </a:solidFill>
              </a:rPr>
              <a:t> </a:t>
            </a:r>
            <a:r>
              <a:rPr lang="en-US" altLang="en-US" sz="2100" dirty="0">
                <a:solidFill>
                  <a:srgbClr val="000000"/>
                </a:solidFill>
                <a:latin typeface="Consolas" panose="020B0609020204030204" pitchFamily="49" charset="0"/>
              </a:rPr>
              <a:t>static</a:t>
            </a:r>
            <a:r>
              <a:rPr lang="en-US" altLang="en-US" sz="2100" dirty="0">
                <a:solidFill>
                  <a:srgbClr val="000000"/>
                </a:solidFill>
              </a:rPr>
              <a:t> members through a reference to any object of the class, or by qualifying the member name with the class name and a dot (</a:t>
            </a:r>
            <a:r>
              <a:rPr lang="en-US" altLang="en-US" sz="2100" dirty="0">
                <a:solidFill>
                  <a:srgbClr val="000000"/>
                </a:solidFill>
                <a:latin typeface="Consolas" panose="020B0609020204030204" pitchFamily="49" charset="0"/>
              </a:rPr>
              <a:t>.</a:t>
            </a:r>
            <a:r>
              <a:rPr lang="en-US" altLang="en-US" sz="2100" dirty="0">
                <a:solidFill>
                  <a:srgbClr val="000000"/>
                </a:solidFill>
              </a:rPr>
              <a:t>), as in </a:t>
            </a:r>
            <a:r>
              <a:rPr lang="en-US" altLang="en-US" sz="2100" dirty="0" err="1">
                <a:solidFill>
                  <a:srgbClr val="000000"/>
                </a:solidFill>
                <a:latin typeface="Consolas" panose="020B0609020204030204" pitchFamily="49" charset="0"/>
              </a:rPr>
              <a:t>Math.random</a:t>
            </a:r>
            <a:r>
              <a:rPr lang="en-US" altLang="en-US" sz="2100" dirty="0">
                <a:solidFill>
                  <a:srgbClr val="000000"/>
                </a:solidFill>
                <a:latin typeface="Consolas" panose="020B0609020204030204" pitchFamily="49" charset="0"/>
              </a:rPr>
              <a:t>()</a:t>
            </a:r>
            <a:r>
              <a:rPr lang="en-US" altLang="en-US" sz="2100" dirty="0">
                <a:solidFill>
                  <a:srgbClr val="000000"/>
                </a:solidFill>
              </a:rPr>
              <a:t>. </a:t>
            </a:r>
          </a:p>
          <a:p>
            <a:pPr eaLnBrk="1" hangingPunct="1">
              <a:lnSpc>
                <a:spcPct val="80000"/>
              </a:lnSpc>
            </a:pPr>
            <a:r>
              <a:rPr lang="en-US" altLang="en-US" sz="2100" dirty="0">
                <a:solidFill>
                  <a:srgbClr val="000000"/>
                </a:solidFill>
                <a:latin typeface="Consolas" panose="020B0609020204030204" pitchFamily="49" charset="0"/>
              </a:rPr>
              <a:t>private</a:t>
            </a:r>
            <a:r>
              <a:rPr lang="en-US" altLang="en-US" sz="2100" dirty="0">
                <a:solidFill>
                  <a:srgbClr val="000000"/>
                </a:solidFill>
              </a:rPr>
              <a:t> </a:t>
            </a:r>
            <a:r>
              <a:rPr lang="en-US" altLang="en-US" sz="2100" dirty="0">
                <a:solidFill>
                  <a:srgbClr val="000000"/>
                </a:solidFill>
                <a:latin typeface="Consolas" panose="020B0609020204030204" pitchFamily="49" charset="0"/>
              </a:rPr>
              <a:t>static</a:t>
            </a:r>
            <a:r>
              <a:rPr lang="en-US" altLang="en-US" sz="2100" dirty="0">
                <a:solidFill>
                  <a:srgbClr val="000000"/>
                </a:solidFill>
              </a:rPr>
              <a:t> class members can be accessed by client code only through methods of the class. </a:t>
            </a:r>
          </a:p>
          <a:p>
            <a:pPr eaLnBrk="1" hangingPunct="1">
              <a:lnSpc>
                <a:spcPct val="80000"/>
              </a:lnSpc>
            </a:pPr>
            <a:r>
              <a:rPr lang="en-US" altLang="en-US" sz="2100" dirty="0">
                <a:solidFill>
                  <a:srgbClr val="000000"/>
                </a:solidFill>
                <a:latin typeface="Consolas" panose="020B0609020204030204" pitchFamily="49" charset="0"/>
              </a:rPr>
              <a:t>static</a:t>
            </a:r>
            <a:r>
              <a:rPr lang="en-US" altLang="en-US" sz="2100" dirty="0">
                <a:solidFill>
                  <a:srgbClr val="000000"/>
                </a:solidFill>
              </a:rPr>
              <a:t> class members are available as soon as the class is loaded into memory at execution time. </a:t>
            </a:r>
          </a:p>
          <a:p>
            <a:pPr eaLnBrk="1" hangingPunct="1">
              <a:lnSpc>
                <a:spcPct val="80000"/>
              </a:lnSpc>
            </a:pPr>
            <a:r>
              <a:rPr lang="en-US" altLang="en-US" sz="2100" dirty="0">
                <a:solidFill>
                  <a:srgbClr val="000000"/>
                </a:solidFill>
              </a:rPr>
              <a:t>To access a </a:t>
            </a:r>
            <a:r>
              <a:rPr lang="en-US" altLang="en-US" sz="2100" dirty="0">
                <a:solidFill>
                  <a:srgbClr val="000000"/>
                </a:solidFill>
                <a:latin typeface="Consolas" panose="020B0609020204030204" pitchFamily="49" charset="0"/>
              </a:rPr>
              <a:t>public</a:t>
            </a:r>
            <a:r>
              <a:rPr lang="en-US" altLang="en-US" sz="2100" dirty="0">
                <a:solidFill>
                  <a:srgbClr val="000000"/>
                </a:solidFill>
              </a:rPr>
              <a:t> </a:t>
            </a:r>
            <a:r>
              <a:rPr lang="en-US" altLang="en-US" sz="2100" dirty="0">
                <a:solidFill>
                  <a:srgbClr val="000000"/>
                </a:solidFill>
                <a:latin typeface="Consolas" panose="020B0609020204030204" pitchFamily="49" charset="0"/>
              </a:rPr>
              <a:t>static</a:t>
            </a:r>
            <a:r>
              <a:rPr lang="en-US" altLang="en-US" sz="2100" dirty="0">
                <a:solidFill>
                  <a:srgbClr val="000000"/>
                </a:solidFill>
              </a:rPr>
              <a:t> member when no objects of the class exist (and even when they do), prefix the class name and a dot (</a:t>
            </a:r>
            <a:r>
              <a:rPr lang="en-US" altLang="en-US" sz="2100" dirty="0">
                <a:solidFill>
                  <a:srgbClr val="000000"/>
                </a:solidFill>
                <a:latin typeface="Consolas" panose="020B0609020204030204" pitchFamily="49" charset="0"/>
              </a:rPr>
              <a:t>.</a:t>
            </a:r>
            <a:r>
              <a:rPr lang="en-US" altLang="en-US" sz="2100" dirty="0">
                <a:solidFill>
                  <a:srgbClr val="000000"/>
                </a:solidFill>
              </a:rPr>
              <a:t>) to the </a:t>
            </a:r>
            <a:r>
              <a:rPr lang="en-US" altLang="en-US" sz="2100" dirty="0">
                <a:solidFill>
                  <a:srgbClr val="000000"/>
                </a:solidFill>
                <a:latin typeface="Consolas" panose="020B0609020204030204" pitchFamily="49" charset="0"/>
              </a:rPr>
              <a:t>static</a:t>
            </a:r>
            <a:r>
              <a:rPr lang="en-US" altLang="en-US" sz="2100" dirty="0">
                <a:solidFill>
                  <a:srgbClr val="000000"/>
                </a:solidFill>
              </a:rPr>
              <a:t> member, as in </a:t>
            </a:r>
            <a:r>
              <a:rPr lang="en-US" altLang="en-US" sz="2100" dirty="0" err="1">
                <a:solidFill>
                  <a:srgbClr val="000000"/>
                </a:solidFill>
                <a:latin typeface="Consolas" panose="020B0609020204030204" pitchFamily="49" charset="0"/>
              </a:rPr>
              <a:t>Math.PI</a:t>
            </a:r>
            <a:r>
              <a:rPr lang="en-US" altLang="en-US" sz="2100" dirty="0">
                <a:solidFill>
                  <a:srgbClr val="000000"/>
                </a:solidFill>
              </a:rPr>
              <a:t>. </a:t>
            </a:r>
          </a:p>
          <a:p>
            <a:pPr eaLnBrk="1" hangingPunct="1">
              <a:lnSpc>
                <a:spcPct val="80000"/>
              </a:lnSpc>
            </a:pPr>
            <a:r>
              <a:rPr lang="en-US" altLang="en-US" sz="2100" dirty="0">
                <a:solidFill>
                  <a:srgbClr val="000000"/>
                </a:solidFill>
              </a:rPr>
              <a:t>To access a </a:t>
            </a:r>
            <a:r>
              <a:rPr lang="en-US" altLang="en-US" sz="2100" dirty="0">
                <a:solidFill>
                  <a:srgbClr val="000000"/>
                </a:solidFill>
                <a:latin typeface="Consolas" panose="020B0609020204030204" pitchFamily="49" charset="0"/>
              </a:rPr>
              <a:t>private</a:t>
            </a:r>
            <a:r>
              <a:rPr lang="en-US" altLang="en-US" sz="2100" dirty="0">
                <a:solidFill>
                  <a:srgbClr val="000000"/>
                </a:solidFill>
              </a:rPr>
              <a:t> </a:t>
            </a:r>
            <a:r>
              <a:rPr lang="en-US" altLang="en-US" sz="2100" dirty="0">
                <a:solidFill>
                  <a:srgbClr val="000000"/>
                </a:solidFill>
                <a:latin typeface="Consolas" panose="020B0609020204030204" pitchFamily="49" charset="0"/>
              </a:rPr>
              <a:t>static</a:t>
            </a:r>
            <a:r>
              <a:rPr lang="en-US" altLang="en-US" sz="2100" dirty="0">
                <a:solidFill>
                  <a:srgbClr val="000000"/>
                </a:solidFill>
              </a:rPr>
              <a:t> member when no objects of the class exist, provide a </a:t>
            </a:r>
            <a:r>
              <a:rPr lang="en-US" altLang="en-US" sz="2100" dirty="0">
                <a:solidFill>
                  <a:srgbClr val="000000"/>
                </a:solidFill>
                <a:latin typeface="Consolas" panose="020B0609020204030204" pitchFamily="49" charset="0"/>
              </a:rPr>
              <a:t>public</a:t>
            </a:r>
            <a:r>
              <a:rPr lang="en-US" altLang="en-US" sz="2100" dirty="0">
                <a:solidFill>
                  <a:srgbClr val="000000"/>
                </a:solidFill>
              </a:rPr>
              <a:t> </a:t>
            </a:r>
            <a:r>
              <a:rPr lang="en-US" altLang="en-US" sz="2100" dirty="0">
                <a:solidFill>
                  <a:srgbClr val="000000"/>
                </a:solidFill>
                <a:latin typeface="Consolas" panose="020B0609020204030204" pitchFamily="49" charset="0"/>
              </a:rPr>
              <a:t>static</a:t>
            </a:r>
            <a:r>
              <a:rPr lang="en-US" altLang="en-US" sz="2100" dirty="0">
                <a:solidFill>
                  <a:srgbClr val="000000"/>
                </a:solidFill>
              </a:rPr>
              <a:t> method and call it by qualifying its name with the class name and a dot.</a:t>
            </a:r>
          </a:p>
        </p:txBody>
      </p:sp>
      <p:sp>
        <p:nvSpPr>
          <p:cNvPr id="4" name="Footer Placeholder 3">
            <a:extLst>
              <a:ext uri="{FF2B5EF4-FFF2-40B4-BE49-F238E27FC236}">
                <a16:creationId xmlns:a16="http://schemas.microsoft.com/office/drawing/2014/main" id="{F12A8019-2744-47F6-B7B0-EC5C4C48EB6A}"/>
              </a:ext>
            </a:extLst>
          </p:cNvPr>
          <p:cNvSpPr>
            <a:spLocks noGrp="1"/>
          </p:cNvSpPr>
          <p:nvPr>
            <p:ph type="ftr" sz="quarter" idx="4294967295"/>
          </p:nvPr>
        </p:nvSpPr>
        <p:spPr>
          <a:xfrm>
            <a:off x="4488296" y="6408739"/>
            <a:ext cx="7044267" cy="365125"/>
          </a:xfrm>
          <a:prstGeom prst="rect">
            <a:avLst/>
          </a:prstGeom>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2570105946"/>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8_OBP_Page_54">
            <a:extLst>
              <a:ext uri="{FF2B5EF4-FFF2-40B4-BE49-F238E27FC236}">
                <a16:creationId xmlns:a16="http://schemas.microsoft.com/office/drawing/2014/main" id="{20AB3917-B592-449A-AA89-54E8913B3048}"/>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2044700"/>
            <a:ext cx="12192000" cy="2768600"/>
          </a:xfrm>
          <a:prstGeom prst="rect">
            <a:avLst/>
          </a:prstGeom>
        </p:spPr>
      </p:pic>
      <p:sp>
        <p:nvSpPr>
          <p:cNvPr id="2" name="Footer Placeholder 1">
            <a:extLst>
              <a:ext uri="{FF2B5EF4-FFF2-40B4-BE49-F238E27FC236}">
                <a16:creationId xmlns:a16="http://schemas.microsoft.com/office/drawing/2014/main" id="{CBA4EAFD-1BDB-48F3-B7A0-CB39953B6F80}"/>
              </a:ext>
            </a:extLst>
          </p:cNvPr>
          <p:cNvSpPr>
            <a:spLocks noGrp="1"/>
          </p:cNvSpPr>
          <p:nvPr>
            <p:ph type="ftr" sz="quarter" idx="4294967295"/>
          </p:nvPr>
        </p:nvSpPr>
        <p:spPr>
          <a:xfrm>
            <a:off x="609600" y="6408739"/>
            <a:ext cx="8365067" cy="365125"/>
          </a:xfrm>
          <a:prstGeom prst="rect">
            <a:avLst/>
          </a:prstGeom>
        </p:spPr>
        <p:txBody>
          <a:bodyPr/>
          <a:lstStyle/>
          <a:p>
            <a:r>
              <a:rPr lang="en-US"/>
              <a:t>© Copyright 1992-2018 by Pearson Education, Inc. All Rights Reserved.</a:t>
            </a:r>
          </a:p>
        </p:txBody>
      </p:sp>
    </p:spTree>
    <p:extLst>
      <p:ext uri="{BB962C8B-B14F-4D97-AF65-F5344CB8AC3E}">
        <p14:creationId xmlns:p14="http://schemas.microsoft.com/office/powerpoint/2010/main" val="2523328619"/>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4C88B2-2A26-467A-9B8A-FB355E671AF5}"/>
              </a:ext>
            </a:extLst>
          </p:cNvPr>
          <p:cNvSpPr>
            <a:spLocks noGrp="1"/>
          </p:cNvSpPr>
          <p:nvPr>
            <p:ph type="title"/>
          </p:nvPr>
        </p:nvSpPr>
        <p:spPr/>
        <p:txBody>
          <a:bodyPr/>
          <a:lstStyle/>
          <a:p>
            <a:pPr fontAlgn="auto">
              <a:spcAft>
                <a:spcPts val="0"/>
              </a:spcAft>
              <a:defRPr/>
            </a:pPr>
            <a:r>
              <a:rPr lang="en-US" dirty="0">
                <a:solidFill>
                  <a:srgbClr val="24B5A1"/>
                </a:solidFill>
                <a:latin typeface="Calibri" panose="020F0502020204030204" pitchFamily="34" charset="0"/>
              </a:rPr>
              <a:t>8.11  </a:t>
            </a:r>
            <a:r>
              <a:rPr lang="en-US" dirty="0">
                <a:solidFill>
                  <a:srgbClr val="3380E6"/>
                </a:solidFill>
                <a:latin typeface="Consolas" panose="020B0609020204030204" pitchFamily="49" charset="0"/>
              </a:rPr>
              <a:t>static</a:t>
            </a:r>
            <a:r>
              <a:rPr lang="en-US" dirty="0">
                <a:solidFill>
                  <a:srgbClr val="3380E6"/>
                </a:solidFill>
                <a:latin typeface="Calibri" panose="020F0502020204030204" pitchFamily="34" charset="0"/>
              </a:rPr>
              <a:t> Class Members (Cont.)</a:t>
            </a:r>
          </a:p>
        </p:txBody>
      </p:sp>
      <p:sp>
        <p:nvSpPr>
          <p:cNvPr id="94211" name="Text Placeholder 2">
            <a:extLst>
              <a:ext uri="{FF2B5EF4-FFF2-40B4-BE49-F238E27FC236}">
                <a16:creationId xmlns:a16="http://schemas.microsoft.com/office/drawing/2014/main" id="{66DE051C-D78B-4442-9FF3-2DB4A927BA20}"/>
              </a:ext>
            </a:extLst>
          </p:cNvPr>
          <p:cNvSpPr>
            <a:spLocks noGrp="1"/>
          </p:cNvSpPr>
          <p:nvPr>
            <p:ph type="body" idx="1"/>
          </p:nvPr>
        </p:nvSpPr>
        <p:spPr/>
        <p:txBody>
          <a:bodyPr/>
          <a:lstStyle/>
          <a:p>
            <a:pPr eaLnBrk="1" hangingPunct="1">
              <a:lnSpc>
                <a:spcPct val="90000"/>
              </a:lnSpc>
            </a:pPr>
            <a:r>
              <a:rPr lang="en-US" altLang="en-US" dirty="0">
                <a:solidFill>
                  <a:srgbClr val="000000"/>
                </a:solidFill>
              </a:rPr>
              <a:t>A </a:t>
            </a:r>
            <a:r>
              <a:rPr lang="en-US" altLang="en-US" dirty="0">
                <a:solidFill>
                  <a:srgbClr val="000000"/>
                </a:solidFill>
                <a:latin typeface="Consolas" panose="020B0609020204030204" pitchFamily="49" charset="0"/>
              </a:rPr>
              <a:t>static</a:t>
            </a:r>
            <a:r>
              <a:rPr lang="en-US" altLang="en-US" dirty="0">
                <a:solidFill>
                  <a:srgbClr val="000000"/>
                </a:solidFill>
              </a:rPr>
              <a:t> method </a:t>
            </a:r>
            <a:r>
              <a:rPr lang="en-US" altLang="en-US" i="1" dirty="0">
                <a:solidFill>
                  <a:srgbClr val="000000"/>
                </a:solidFill>
              </a:rPr>
              <a:t>cannot</a:t>
            </a:r>
            <a:r>
              <a:rPr lang="en-US" altLang="en-US" dirty="0">
                <a:solidFill>
                  <a:srgbClr val="000000"/>
                </a:solidFill>
              </a:rPr>
              <a:t> access a class’s instance variables and instance methods, because a </a:t>
            </a:r>
            <a:r>
              <a:rPr lang="en-US" altLang="en-US" dirty="0">
                <a:solidFill>
                  <a:srgbClr val="000000"/>
                </a:solidFill>
                <a:latin typeface="Consolas" panose="020B0609020204030204" pitchFamily="49" charset="0"/>
              </a:rPr>
              <a:t>static</a:t>
            </a:r>
            <a:r>
              <a:rPr lang="en-US" altLang="en-US" dirty="0">
                <a:solidFill>
                  <a:srgbClr val="000000"/>
                </a:solidFill>
              </a:rPr>
              <a:t> method can be called even when no objects of the class have been instantiated. </a:t>
            </a:r>
          </a:p>
          <a:p>
            <a:pPr lvl="1" eaLnBrk="1" hangingPunct="1">
              <a:lnSpc>
                <a:spcPct val="90000"/>
              </a:lnSpc>
            </a:pPr>
            <a:r>
              <a:rPr lang="en-US" altLang="en-US" dirty="0">
                <a:solidFill>
                  <a:srgbClr val="000000"/>
                </a:solidFill>
              </a:rPr>
              <a:t>For the same reason, the </a:t>
            </a:r>
            <a:r>
              <a:rPr lang="en-US" altLang="en-US" dirty="0">
                <a:solidFill>
                  <a:srgbClr val="000000"/>
                </a:solidFill>
                <a:latin typeface="Consolas" panose="020B0609020204030204" pitchFamily="49" charset="0"/>
              </a:rPr>
              <a:t>this</a:t>
            </a:r>
            <a:r>
              <a:rPr lang="en-US" altLang="en-US" dirty="0">
                <a:solidFill>
                  <a:srgbClr val="000000"/>
                </a:solidFill>
              </a:rPr>
              <a:t> reference </a:t>
            </a:r>
            <a:r>
              <a:rPr lang="en-US" altLang="en-US" i="1" dirty="0">
                <a:solidFill>
                  <a:srgbClr val="000000"/>
                </a:solidFill>
              </a:rPr>
              <a:t>cannot</a:t>
            </a:r>
            <a:r>
              <a:rPr lang="en-US" altLang="en-US" dirty="0">
                <a:solidFill>
                  <a:srgbClr val="000000"/>
                </a:solidFill>
              </a:rPr>
              <a:t> be used in a </a:t>
            </a:r>
            <a:r>
              <a:rPr lang="en-US" altLang="en-US" dirty="0">
                <a:solidFill>
                  <a:srgbClr val="000000"/>
                </a:solidFill>
                <a:latin typeface="Consolas" panose="020B0609020204030204" pitchFamily="49" charset="0"/>
              </a:rPr>
              <a:t>static</a:t>
            </a:r>
            <a:r>
              <a:rPr lang="en-US" altLang="en-US" dirty="0">
                <a:solidFill>
                  <a:srgbClr val="000000"/>
                </a:solidFill>
              </a:rPr>
              <a:t> method. </a:t>
            </a:r>
          </a:p>
          <a:p>
            <a:pPr lvl="1" eaLnBrk="1" hangingPunct="1">
              <a:lnSpc>
                <a:spcPct val="90000"/>
              </a:lnSpc>
            </a:pPr>
            <a:r>
              <a:rPr lang="en-US" altLang="en-US" dirty="0">
                <a:solidFill>
                  <a:srgbClr val="000000"/>
                </a:solidFill>
              </a:rPr>
              <a:t>The </a:t>
            </a:r>
            <a:r>
              <a:rPr lang="en-US" altLang="en-US" dirty="0">
                <a:solidFill>
                  <a:srgbClr val="000000"/>
                </a:solidFill>
                <a:latin typeface="Consolas" panose="020B0609020204030204" pitchFamily="49" charset="0"/>
              </a:rPr>
              <a:t>this</a:t>
            </a:r>
            <a:r>
              <a:rPr lang="en-US" altLang="en-US" dirty="0">
                <a:solidFill>
                  <a:srgbClr val="000000"/>
                </a:solidFill>
              </a:rPr>
              <a:t> reference must refer to a specific object of the class, and when a </a:t>
            </a:r>
            <a:r>
              <a:rPr lang="en-US" altLang="en-US" dirty="0">
                <a:solidFill>
                  <a:srgbClr val="000000"/>
                </a:solidFill>
                <a:latin typeface="Consolas" panose="020B0609020204030204" pitchFamily="49" charset="0"/>
              </a:rPr>
              <a:t>static</a:t>
            </a:r>
            <a:r>
              <a:rPr lang="en-US" altLang="en-US" dirty="0">
                <a:solidFill>
                  <a:srgbClr val="000000"/>
                </a:solidFill>
              </a:rPr>
              <a:t> method is called, there might not be any objects of its class in memory.  </a:t>
            </a:r>
          </a:p>
          <a:p>
            <a:pPr eaLnBrk="1" hangingPunct="1">
              <a:lnSpc>
                <a:spcPct val="90000"/>
              </a:lnSpc>
            </a:pPr>
            <a:r>
              <a:rPr lang="en-US" altLang="en-US" dirty="0">
                <a:solidFill>
                  <a:srgbClr val="000000"/>
                </a:solidFill>
              </a:rPr>
              <a:t>If a </a:t>
            </a:r>
            <a:r>
              <a:rPr lang="en-US" altLang="en-US" dirty="0">
                <a:solidFill>
                  <a:srgbClr val="000000"/>
                </a:solidFill>
                <a:latin typeface="Consolas" panose="020B0609020204030204" pitchFamily="49" charset="0"/>
              </a:rPr>
              <a:t>static</a:t>
            </a:r>
            <a:r>
              <a:rPr lang="en-US" altLang="en-US" dirty="0">
                <a:solidFill>
                  <a:srgbClr val="000000"/>
                </a:solidFill>
              </a:rPr>
              <a:t> variable is not initialized, the compiler assigns it a default value—in this case </a:t>
            </a:r>
            <a:r>
              <a:rPr lang="en-US" altLang="en-US" dirty="0">
                <a:solidFill>
                  <a:srgbClr val="000000"/>
                </a:solidFill>
                <a:latin typeface="Consolas" panose="020B0609020204030204" pitchFamily="49" charset="0"/>
              </a:rPr>
              <a:t>0</a:t>
            </a:r>
            <a:r>
              <a:rPr lang="en-US" altLang="en-US" dirty="0">
                <a:solidFill>
                  <a:srgbClr val="000000"/>
                </a:solidFill>
              </a:rPr>
              <a:t>, the default value for type </a:t>
            </a:r>
            <a:r>
              <a:rPr lang="en-US" altLang="en-US" dirty="0">
                <a:solidFill>
                  <a:srgbClr val="000000"/>
                </a:solidFill>
                <a:latin typeface="Consolas" panose="020B0609020204030204" pitchFamily="49" charset="0"/>
              </a:rPr>
              <a:t>int</a:t>
            </a:r>
            <a:r>
              <a:rPr lang="en-US" altLang="en-US" dirty="0">
                <a:solidFill>
                  <a:srgbClr val="000000"/>
                </a:solidFill>
              </a:rPr>
              <a:t>. </a:t>
            </a:r>
          </a:p>
        </p:txBody>
      </p:sp>
      <p:sp>
        <p:nvSpPr>
          <p:cNvPr id="4" name="Footer Placeholder 3">
            <a:extLst>
              <a:ext uri="{FF2B5EF4-FFF2-40B4-BE49-F238E27FC236}">
                <a16:creationId xmlns:a16="http://schemas.microsoft.com/office/drawing/2014/main" id="{BD40F1B4-D1EA-4646-A87B-31AFC50C66D5}"/>
              </a:ext>
            </a:extLst>
          </p:cNvPr>
          <p:cNvSpPr>
            <a:spLocks noGrp="1"/>
          </p:cNvSpPr>
          <p:nvPr>
            <p:ph type="ftr" sz="quarter" idx="4294967295"/>
          </p:nvPr>
        </p:nvSpPr>
        <p:spPr>
          <a:xfrm>
            <a:off x="4488296" y="6408739"/>
            <a:ext cx="7044267" cy="365125"/>
          </a:xfrm>
          <a:prstGeom prst="rect">
            <a:avLst/>
          </a:prstGeom>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297913580"/>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8_OBP_Page_55">
            <a:extLst>
              <a:ext uri="{FF2B5EF4-FFF2-40B4-BE49-F238E27FC236}">
                <a16:creationId xmlns:a16="http://schemas.microsoft.com/office/drawing/2014/main" id="{F6AB354B-2872-4B72-85FD-FD0ED3800A20}"/>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995363"/>
            <a:ext cx="12192000" cy="4865687"/>
          </a:xfrm>
          <a:prstGeom prst="rect">
            <a:avLst/>
          </a:prstGeom>
        </p:spPr>
      </p:pic>
      <p:sp>
        <p:nvSpPr>
          <p:cNvPr id="2" name="Footer Placeholder 1">
            <a:extLst>
              <a:ext uri="{FF2B5EF4-FFF2-40B4-BE49-F238E27FC236}">
                <a16:creationId xmlns:a16="http://schemas.microsoft.com/office/drawing/2014/main" id="{7843B061-4B59-465D-BB25-CFB59007F2DA}"/>
              </a:ext>
            </a:extLst>
          </p:cNvPr>
          <p:cNvSpPr>
            <a:spLocks noGrp="1"/>
          </p:cNvSpPr>
          <p:nvPr>
            <p:ph type="ftr" sz="quarter" idx="4294967295"/>
          </p:nvPr>
        </p:nvSpPr>
        <p:spPr>
          <a:xfrm>
            <a:off x="609600" y="6408739"/>
            <a:ext cx="8365067" cy="365125"/>
          </a:xfrm>
          <a:prstGeom prst="rect">
            <a:avLst/>
          </a:prstGeom>
        </p:spPr>
        <p:txBody>
          <a:bodyPr/>
          <a:lstStyle/>
          <a:p>
            <a:r>
              <a:rPr lang="en-US"/>
              <a:t>© Copyright 1992-2018 by Pearson Education, Inc. All Rights Reserved.</a:t>
            </a:r>
          </a:p>
        </p:txBody>
      </p:sp>
    </p:spTree>
    <p:extLst>
      <p:ext uri="{BB962C8B-B14F-4D97-AF65-F5344CB8AC3E}">
        <p14:creationId xmlns:p14="http://schemas.microsoft.com/office/powerpoint/2010/main" val="1995908464"/>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8_OBP_Page_56">
            <a:extLst>
              <a:ext uri="{FF2B5EF4-FFF2-40B4-BE49-F238E27FC236}">
                <a16:creationId xmlns:a16="http://schemas.microsoft.com/office/drawing/2014/main" id="{0F4A7C96-F290-4AED-9FF8-8F7C8C62D020}"/>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2112963"/>
            <a:ext cx="12192000" cy="2632075"/>
          </a:xfrm>
          <a:prstGeom prst="rect">
            <a:avLst/>
          </a:prstGeom>
        </p:spPr>
      </p:pic>
      <p:sp>
        <p:nvSpPr>
          <p:cNvPr id="2" name="Footer Placeholder 1">
            <a:extLst>
              <a:ext uri="{FF2B5EF4-FFF2-40B4-BE49-F238E27FC236}">
                <a16:creationId xmlns:a16="http://schemas.microsoft.com/office/drawing/2014/main" id="{29EFA3BF-BE5A-4B54-A7F3-5AF90A765686}"/>
              </a:ext>
            </a:extLst>
          </p:cNvPr>
          <p:cNvSpPr>
            <a:spLocks noGrp="1"/>
          </p:cNvSpPr>
          <p:nvPr>
            <p:ph type="ftr" sz="quarter" idx="4294967295"/>
          </p:nvPr>
        </p:nvSpPr>
        <p:spPr>
          <a:xfrm>
            <a:off x="609600" y="6408739"/>
            <a:ext cx="8365067" cy="365125"/>
          </a:xfrm>
          <a:prstGeom prst="rect">
            <a:avLst/>
          </a:prstGeom>
        </p:spPr>
        <p:txBody>
          <a:bodyPr/>
          <a:lstStyle/>
          <a:p>
            <a:r>
              <a:rPr lang="en-US"/>
              <a:t>© Copyright 1992-2018 by Pearson Education, Inc. All Rights Reserved.</a:t>
            </a:r>
          </a:p>
        </p:txBody>
      </p:sp>
    </p:spTree>
    <p:extLst>
      <p:ext uri="{BB962C8B-B14F-4D97-AF65-F5344CB8AC3E}">
        <p14:creationId xmlns:p14="http://schemas.microsoft.com/office/powerpoint/2010/main" val="1030203246"/>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8_OBP_Page_57">
            <a:extLst>
              <a:ext uri="{FF2B5EF4-FFF2-40B4-BE49-F238E27FC236}">
                <a16:creationId xmlns:a16="http://schemas.microsoft.com/office/drawing/2014/main" id="{91B6A667-08E2-4490-A582-9E782BAD2BE3}"/>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676275" y="0"/>
            <a:ext cx="10837863" cy="6858000"/>
          </a:xfrm>
          <a:prstGeom prst="rect">
            <a:avLst/>
          </a:prstGeom>
        </p:spPr>
      </p:pic>
      <p:sp>
        <p:nvSpPr>
          <p:cNvPr id="2" name="Footer Placeholder 1">
            <a:extLst>
              <a:ext uri="{FF2B5EF4-FFF2-40B4-BE49-F238E27FC236}">
                <a16:creationId xmlns:a16="http://schemas.microsoft.com/office/drawing/2014/main" id="{E1256965-A027-45FD-B6C4-D0F1346C1DDA}"/>
              </a:ext>
            </a:extLst>
          </p:cNvPr>
          <p:cNvSpPr>
            <a:spLocks noGrp="1"/>
          </p:cNvSpPr>
          <p:nvPr>
            <p:ph type="ftr" sz="quarter" idx="4294967295"/>
          </p:nvPr>
        </p:nvSpPr>
        <p:spPr>
          <a:xfrm>
            <a:off x="609600" y="6408739"/>
            <a:ext cx="8365067" cy="365125"/>
          </a:xfrm>
          <a:prstGeom prst="rect">
            <a:avLst/>
          </a:prstGeom>
        </p:spPr>
        <p:txBody>
          <a:bodyPr/>
          <a:lstStyle/>
          <a:p>
            <a:r>
              <a:rPr lang="en-US"/>
              <a:t>© Copyright 1992-2018 by Pearson Education, Inc. All Rights Reserved.</a:t>
            </a:r>
          </a:p>
        </p:txBody>
      </p:sp>
    </p:spTree>
    <p:extLst>
      <p:ext uri="{BB962C8B-B14F-4D97-AF65-F5344CB8AC3E}">
        <p14:creationId xmlns:p14="http://schemas.microsoft.com/office/powerpoint/2010/main" val="2309307424"/>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8_OBP_Page_58">
            <a:extLst>
              <a:ext uri="{FF2B5EF4-FFF2-40B4-BE49-F238E27FC236}">
                <a16:creationId xmlns:a16="http://schemas.microsoft.com/office/drawing/2014/main" id="{34A1B8EE-A0B4-403C-8682-FA8EBBC5D262}"/>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6350"/>
            <a:ext cx="12192000" cy="6843713"/>
          </a:xfrm>
          <a:prstGeom prst="rect">
            <a:avLst/>
          </a:prstGeom>
        </p:spPr>
      </p:pic>
      <p:sp>
        <p:nvSpPr>
          <p:cNvPr id="2" name="Footer Placeholder 1">
            <a:extLst>
              <a:ext uri="{FF2B5EF4-FFF2-40B4-BE49-F238E27FC236}">
                <a16:creationId xmlns:a16="http://schemas.microsoft.com/office/drawing/2014/main" id="{4B7A925F-49B0-4127-B8EE-1602A70E557C}"/>
              </a:ext>
            </a:extLst>
          </p:cNvPr>
          <p:cNvSpPr>
            <a:spLocks noGrp="1"/>
          </p:cNvSpPr>
          <p:nvPr>
            <p:ph type="ftr" sz="quarter" idx="4294967295"/>
          </p:nvPr>
        </p:nvSpPr>
        <p:spPr>
          <a:xfrm>
            <a:off x="609600" y="6408739"/>
            <a:ext cx="8365067" cy="365125"/>
          </a:xfrm>
          <a:prstGeom prst="rect">
            <a:avLst/>
          </a:prstGeom>
        </p:spPr>
        <p:txBody>
          <a:bodyPr/>
          <a:lstStyle/>
          <a:p>
            <a:r>
              <a:rPr lang="en-US"/>
              <a:t>© Copyright 1992-2018 by Pearson Education, Inc. All Rights Reserved.</a:t>
            </a:r>
          </a:p>
        </p:txBody>
      </p:sp>
    </p:spTree>
    <p:extLst>
      <p:ext uri="{BB962C8B-B14F-4D97-AF65-F5344CB8AC3E}">
        <p14:creationId xmlns:p14="http://schemas.microsoft.com/office/powerpoint/2010/main" val="2013842838"/>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8_OBP_Page_59">
            <a:extLst>
              <a:ext uri="{FF2B5EF4-FFF2-40B4-BE49-F238E27FC236}">
                <a16:creationId xmlns:a16="http://schemas.microsoft.com/office/drawing/2014/main" id="{8D8CD9AD-948A-44B6-A8DB-D4DEC27E466D}"/>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1825625"/>
            <a:ext cx="12192000" cy="3205163"/>
          </a:xfrm>
          <a:prstGeom prst="rect">
            <a:avLst/>
          </a:prstGeom>
        </p:spPr>
      </p:pic>
      <p:sp>
        <p:nvSpPr>
          <p:cNvPr id="2" name="Footer Placeholder 1">
            <a:extLst>
              <a:ext uri="{FF2B5EF4-FFF2-40B4-BE49-F238E27FC236}">
                <a16:creationId xmlns:a16="http://schemas.microsoft.com/office/drawing/2014/main" id="{113AE018-1E39-4E8E-82EE-F0F3C37A5797}"/>
              </a:ext>
            </a:extLst>
          </p:cNvPr>
          <p:cNvSpPr>
            <a:spLocks noGrp="1"/>
          </p:cNvSpPr>
          <p:nvPr>
            <p:ph type="ftr" sz="quarter" idx="4294967295"/>
          </p:nvPr>
        </p:nvSpPr>
        <p:spPr>
          <a:xfrm>
            <a:off x="609600" y="6408739"/>
            <a:ext cx="8365067" cy="365125"/>
          </a:xfrm>
          <a:prstGeom prst="rect">
            <a:avLst/>
          </a:prstGeom>
        </p:spPr>
        <p:txBody>
          <a:bodyPr/>
          <a:lstStyle/>
          <a:p>
            <a:r>
              <a:rPr lang="en-US"/>
              <a:t>© Copyright 1992-2018 by Pearson Education, Inc. All Rights Reserved.</a:t>
            </a:r>
          </a:p>
        </p:txBody>
      </p:sp>
    </p:spTree>
    <p:extLst>
      <p:ext uri="{BB962C8B-B14F-4D97-AF65-F5344CB8AC3E}">
        <p14:creationId xmlns:p14="http://schemas.microsoft.com/office/powerpoint/2010/main" val="2367319350"/>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71D7F-D1C0-4401-AAE1-8A03F3624465}"/>
              </a:ext>
            </a:extLst>
          </p:cNvPr>
          <p:cNvSpPr>
            <a:spLocks noGrp="1"/>
          </p:cNvSpPr>
          <p:nvPr>
            <p:ph type="title"/>
          </p:nvPr>
        </p:nvSpPr>
        <p:spPr/>
        <p:txBody>
          <a:bodyPr/>
          <a:lstStyle/>
          <a:p>
            <a:pPr fontAlgn="auto">
              <a:spcAft>
                <a:spcPts val="0"/>
              </a:spcAft>
              <a:defRPr/>
            </a:pPr>
            <a:r>
              <a:rPr lang="en-US" dirty="0">
                <a:solidFill>
                  <a:srgbClr val="24B5A1"/>
                </a:solidFill>
                <a:latin typeface="Calibri" panose="020F0502020204030204" pitchFamily="34" charset="0"/>
              </a:rPr>
              <a:t>8.11  </a:t>
            </a:r>
            <a:r>
              <a:rPr lang="en-US" dirty="0">
                <a:solidFill>
                  <a:srgbClr val="3380E6"/>
                </a:solidFill>
                <a:latin typeface="Consolas" panose="020B0609020204030204" pitchFamily="49" charset="0"/>
              </a:rPr>
              <a:t>static</a:t>
            </a:r>
            <a:r>
              <a:rPr lang="en-US" dirty="0">
                <a:solidFill>
                  <a:srgbClr val="3380E6"/>
                </a:solidFill>
                <a:latin typeface="Calibri" panose="020F0502020204030204" pitchFamily="34" charset="0"/>
              </a:rPr>
              <a:t> Class Members (Cont.)</a:t>
            </a:r>
          </a:p>
        </p:txBody>
      </p:sp>
      <p:sp>
        <p:nvSpPr>
          <p:cNvPr id="100355" name="Text Placeholder 2">
            <a:extLst>
              <a:ext uri="{FF2B5EF4-FFF2-40B4-BE49-F238E27FC236}">
                <a16:creationId xmlns:a16="http://schemas.microsoft.com/office/drawing/2014/main" id="{AC000365-ED45-4AC8-BE84-1C912C003557}"/>
              </a:ext>
            </a:extLst>
          </p:cNvPr>
          <p:cNvSpPr>
            <a:spLocks noGrp="1"/>
          </p:cNvSpPr>
          <p:nvPr>
            <p:ph type="body" idx="1"/>
          </p:nvPr>
        </p:nvSpPr>
        <p:spPr/>
        <p:txBody>
          <a:bodyPr/>
          <a:lstStyle/>
          <a:p>
            <a:pPr eaLnBrk="1" hangingPunct="1">
              <a:lnSpc>
                <a:spcPct val="90000"/>
              </a:lnSpc>
            </a:pPr>
            <a:r>
              <a:rPr lang="en-US" altLang="en-US" dirty="0">
                <a:solidFill>
                  <a:srgbClr val="000000"/>
                </a:solidFill>
                <a:latin typeface="Consolas" panose="020B0609020204030204" pitchFamily="49" charset="0"/>
              </a:rPr>
              <a:t>String</a:t>
            </a:r>
            <a:r>
              <a:rPr lang="en-US" altLang="en-US" dirty="0">
                <a:solidFill>
                  <a:srgbClr val="000000"/>
                </a:solidFill>
              </a:rPr>
              <a:t> objects in Java are </a:t>
            </a:r>
            <a:r>
              <a:rPr lang="en-US" altLang="en-US" dirty="0">
                <a:solidFill>
                  <a:srgbClr val="0000FF"/>
                </a:solidFill>
              </a:rPr>
              <a:t>immutable</a:t>
            </a:r>
            <a:r>
              <a:rPr lang="en-US" altLang="en-US" dirty="0">
                <a:solidFill>
                  <a:srgbClr val="000000"/>
                </a:solidFill>
              </a:rPr>
              <a:t>—they cannot be modified after they are created. </a:t>
            </a:r>
          </a:p>
          <a:p>
            <a:pPr lvl="1" eaLnBrk="1" hangingPunct="1">
              <a:lnSpc>
                <a:spcPct val="90000"/>
              </a:lnSpc>
            </a:pPr>
            <a:r>
              <a:rPr lang="en-US" altLang="en-US" dirty="0">
                <a:solidFill>
                  <a:srgbClr val="000000"/>
                </a:solidFill>
              </a:rPr>
              <a:t>Therefore, it’s safe to have many references to one </a:t>
            </a:r>
            <a:r>
              <a:rPr lang="en-US" altLang="en-US" dirty="0">
                <a:solidFill>
                  <a:srgbClr val="000000"/>
                </a:solidFill>
                <a:latin typeface="Consolas" panose="020B0609020204030204" pitchFamily="49" charset="0"/>
              </a:rPr>
              <a:t>String</a:t>
            </a:r>
            <a:r>
              <a:rPr lang="en-US" altLang="en-US" dirty="0">
                <a:solidFill>
                  <a:srgbClr val="000000"/>
                </a:solidFill>
              </a:rPr>
              <a:t> object. </a:t>
            </a:r>
          </a:p>
          <a:p>
            <a:pPr lvl="1" eaLnBrk="1" hangingPunct="1">
              <a:lnSpc>
                <a:spcPct val="90000"/>
              </a:lnSpc>
            </a:pPr>
            <a:r>
              <a:rPr lang="en-US" altLang="en-US" dirty="0">
                <a:solidFill>
                  <a:srgbClr val="000000"/>
                </a:solidFill>
              </a:rPr>
              <a:t>This is not normally the case for objects of most other classes in Java. </a:t>
            </a:r>
          </a:p>
          <a:p>
            <a:pPr eaLnBrk="1" hangingPunct="1">
              <a:lnSpc>
                <a:spcPct val="90000"/>
              </a:lnSpc>
            </a:pPr>
            <a:r>
              <a:rPr lang="en-US" altLang="en-US" dirty="0">
                <a:solidFill>
                  <a:srgbClr val="000000"/>
                </a:solidFill>
              </a:rPr>
              <a:t>If </a:t>
            </a:r>
            <a:r>
              <a:rPr lang="en-US" altLang="en-US" dirty="0">
                <a:solidFill>
                  <a:srgbClr val="000000"/>
                </a:solidFill>
                <a:latin typeface="Consolas" panose="020B0609020204030204" pitchFamily="49" charset="0"/>
              </a:rPr>
              <a:t>String</a:t>
            </a:r>
            <a:r>
              <a:rPr lang="en-US" altLang="en-US" dirty="0">
                <a:solidFill>
                  <a:srgbClr val="000000"/>
                </a:solidFill>
              </a:rPr>
              <a:t> objects are immutable, you might wonder why are we able to use operators </a:t>
            </a:r>
            <a:r>
              <a:rPr lang="en-US" altLang="en-US" dirty="0">
                <a:solidFill>
                  <a:srgbClr val="000000"/>
                </a:solidFill>
                <a:latin typeface="Consolas" panose="020B0609020204030204" pitchFamily="49" charset="0"/>
              </a:rPr>
              <a:t>+</a:t>
            </a:r>
            <a:r>
              <a:rPr lang="en-US" altLang="en-US" dirty="0">
                <a:solidFill>
                  <a:srgbClr val="000000"/>
                </a:solidFill>
              </a:rPr>
              <a:t> and </a:t>
            </a:r>
            <a:r>
              <a:rPr lang="en-US" altLang="en-US" dirty="0">
                <a:solidFill>
                  <a:srgbClr val="000000"/>
                </a:solidFill>
                <a:latin typeface="Consolas" panose="020B0609020204030204" pitchFamily="49" charset="0"/>
              </a:rPr>
              <a:t>+=</a:t>
            </a:r>
            <a:r>
              <a:rPr lang="en-US" altLang="en-US" dirty="0">
                <a:solidFill>
                  <a:srgbClr val="000000"/>
                </a:solidFill>
              </a:rPr>
              <a:t> to concatenate </a:t>
            </a:r>
            <a:r>
              <a:rPr lang="en-US" altLang="en-US" dirty="0">
                <a:solidFill>
                  <a:srgbClr val="000000"/>
                </a:solidFill>
                <a:latin typeface="Consolas" panose="020B0609020204030204" pitchFamily="49" charset="0"/>
              </a:rPr>
              <a:t>String</a:t>
            </a:r>
            <a:r>
              <a:rPr lang="en-US" altLang="en-US" dirty="0">
                <a:solidFill>
                  <a:srgbClr val="000000"/>
                </a:solidFill>
              </a:rPr>
              <a:t> objects. </a:t>
            </a:r>
          </a:p>
          <a:p>
            <a:pPr eaLnBrk="1" hangingPunct="1">
              <a:lnSpc>
                <a:spcPct val="90000"/>
              </a:lnSpc>
            </a:pPr>
            <a:r>
              <a:rPr lang="en-US" altLang="en-US" dirty="0">
                <a:solidFill>
                  <a:srgbClr val="000000"/>
                </a:solidFill>
              </a:rPr>
              <a:t>String-concatenation actually results in a </a:t>
            </a:r>
            <a:r>
              <a:rPr lang="en-US" altLang="en-US" i="1" dirty="0">
                <a:solidFill>
                  <a:srgbClr val="000000"/>
                </a:solidFill>
              </a:rPr>
              <a:t>new</a:t>
            </a:r>
            <a:r>
              <a:rPr lang="en-US" altLang="en-US" dirty="0">
                <a:solidFill>
                  <a:srgbClr val="000000"/>
                </a:solidFill>
              </a:rPr>
              <a:t> </a:t>
            </a:r>
            <a:r>
              <a:rPr lang="en-US" altLang="en-US" dirty="0">
                <a:solidFill>
                  <a:srgbClr val="000000"/>
                </a:solidFill>
                <a:latin typeface="Consolas" panose="020B0609020204030204" pitchFamily="49" charset="0"/>
              </a:rPr>
              <a:t>String</a:t>
            </a:r>
            <a:r>
              <a:rPr lang="en-US" altLang="en-US" dirty="0">
                <a:solidFill>
                  <a:srgbClr val="000000"/>
                </a:solidFill>
              </a:rPr>
              <a:t> object containing the concatenated values—the original </a:t>
            </a:r>
            <a:r>
              <a:rPr lang="en-US" altLang="en-US" dirty="0">
                <a:solidFill>
                  <a:srgbClr val="000000"/>
                </a:solidFill>
                <a:latin typeface="Consolas" panose="020B0609020204030204" pitchFamily="49" charset="0"/>
              </a:rPr>
              <a:t>String</a:t>
            </a:r>
            <a:r>
              <a:rPr lang="en-US" altLang="en-US" dirty="0">
                <a:solidFill>
                  <a:srgbClr val="000000"/>
                </a:solidFill>
              </a:rPr>
              <a:t> objects are </a:t>
            </a:r>
            <a:r>
              <a:rPr lang="en-US" altLang="en-US" i="1" dirty="0">
                <a:solidFill>
                  <a:srgbClr val="000000"/>
                </a:solidFill>
              </a:rPr>
              <a:t>not</a:t>
            </a:r>
            <a:r>
              <a:rPr lang="en-US" altLang="en-US" dirty="0">
                <a:solidFill>
                  <a:srgbClr val="000000"/>
                </a:solidFill>
              </a:rPr>
              <a:t> modified. </a:t>
            </a:r>
          </a:p>
        </p:txBody>
      </p:sp>
      <p:sp>
        <p:nvSpPr>
          <p:cNvPr id="4" name="Footer Placeholder 3">
            <a:extLst>
              <a:ext uri="{FF2B5EF4-FFF2-40B4-BE49-F238E27FC236}">
                <a16:creationId xmlns:a16="http://schemas.microsoft.com/office/drawing/2014/main" id="{BA0898A5-7CF9-4F95-82C9-390747EC57B6}"/>
              </a:ext>
            </a:extLst>
          </p:cNvPr>
          <p:cNvSpPr>
            <a:spLocks noGrp="1"/>
          </p:cNvSpPr>
          <p:nvPr>
            <p:ph type="ftr" sz="quarter" idx="4294967295"/>
          </p:nvPr>
        </p:nvSpPr>
        <p:spPr>
          <a:xfrm>
            <a:off x="4488296" y="6408739"/>
            <a:ext cx="7044267" cy="365125"/>
          </a:xfrm>
          <a:prstGeom prst="rect">
            <a:avLst/>
          </a:prstGeom>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3368642053"/>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8_OBP_Page_60">
            <a:extLst>
              <a:ext uri="{FF2B5EF4-FFF2-40B4-BE49-F238E27FC236}">
                <a16:creationId xmlns:a16="http://schemas.microsoft.com/office/drawing/2014/main" id="{870BE080-64BE-44E7-9DFB-FA96727A8E88}"/>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431800" y="0"/>
            <a:ext cx="11328400" cy="6858000"/>
          </a:xfrm>
          <a:prstGeom prst="rect">
            <a:avLst/>
          </a:prstGeom>
        </p:spPr>
      </p:pic>
      <p:sp>
        <p:nvSpPr>
          <p:cNvPr id="2" name="Footer Placeholder 1">
            <a:extLst>
              <a:ext uri="{FF2B5EF4-FFF2-40B4-BE49-F238E27FC236}">
                <a16:creationId xmlns:a16="http://schemas.microsoft.com/office/drawing/2014/main" id="{B1285C04-EEA0-4756-A01B-22E2D27B347A}"/>
              </a:ext>
            </a:extLst>
          </p:cNvPr>
          <p:cNvSpPr>
            <a:spLocks noGrp="1"/>
          </p:cNvSpPr>
          <p:nvPr>
            <p:ph type="ftr" sz="quarter" idx="4294967295"/>
          </p:nvPr>
        </p:nvSpPr>
        <p:spPr>
          <a:xfrm>
            <a:off x="609600" y="6408739"/>
            <a:ext cx="8365067" cy="365125"/>
          </a:xfrm>
          <a:prstGeom prst="rect">
            <a:avLst/>
          </a:prstGeom>
        </p:spPr>
        <p:txBody>
          <a:bodyPr/>
          <a:lstStyle/>
          <a:p>
            <a:r>
              <a:rPr lang="en-US"/>
              <a:t>© Copyright 1992-2018 by Pearson Education, Inc. All Rights Reserved.</a:t>
            </a:r>
          </a:p>
        </p:txBody>
      </p:sp>
    </p:spTree>
    <p:extLst>
      <p:ext uri="{BB962C8B-B14F-4D97-AF65-F5344CB8AC3E}">
        <p14:creationId xmlns:p14="http://schemas.microsoft.com/office/powerpoint/2010/main" val="3004644647"/>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8_OBP_Page_61">
            <a:extLst>
              <a:ext uri="{FF2B5EF4-FFF2-40B4-BE49-F238E27FC236}">
                <a16:creationId xmlns:a16="http://schemas.microsoft.com/office/drawing/2014/main" id="{6BAD3DA2-E9AF-43F5-9F9A-8EA71AE03366}"/>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487363" y="0"/>
            <a:ext cx="11215687" cy="6858000"/>
          </a:xfrm>
          <a:prstGeom prst="rect">
            <a:avLst/>
          </a:prstGeom>
        </p:spPr>
      </p:pic>
      <p:sp>
        <p:nvSpPr>
          <p:cNvPr id="2" name="Footer Placeholder 1">
            <a:extLst>
              <a:ext uri="{FF2B5EF4-FFF2-40B4-BE49-F238E27FC236}">
                <a16:creationId xmlns:a16="http://schemas.microsoft.com/office/drawing/2014/main" id="{9F4CD3A6-EB5B-4185-8F0C-3F143BFE91C5}"/>
              </a:ext>
            </a:extLst>
          </p:cNvPr>
          <p:cNvSpPr>
            <a:spLocks noGrp="1"/>
          </p:cNvSpPr>
          <p:nvPr>
            <p:ph type="ftr" sz="quarter" idx="4294967295"/>
          </p:nvPr>
        </p:nvSpPr>
        <p:spPr>
          <a:xfrm>
            <a:off x="609600" y="6408739"/>
            <a:ext cx="8365067" cy="365125"/>
          </a:xfrm>
          <a:prstGeom prst="rect">
            <a:avLst/>
          </a:prstGeom>
        </p:spPr>
        <p:txBody>
          <a:bodyPr/>
          <a:lstStyle/>
          <a:p>
            <a:r>
              <a:rPr lang="en-US"/>
              <a:t>© Copyright 1992-2018 by Pearson Education, Inc. All Rights Reserved.</a:t>
            </a:r>
          </a:p>
        </p:txBody>
      </p:sp>
    </p:spTree>
    <p:extLst>
      <p:ext uri="{BB962C8B-B14F-4D97-AF65-F5344CB8AC3E}">
        <p14:creationId xmlns:p14="http://schemas.microsoft.com/office/powerpoint/2010/main" val="455557661"/>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5DD70A-9364-456F-AFE2-B445A8F1611B}"/>
              </a:ext>
            </a:extLst>
          </p:cNvPr>
          <p:cNvSpPr>
            <a:spLocks noGrp="1"/>
          </p:cNvSpPr>
          <p:nvPr>
            <p:ph type="title"/>
          </p:nvPr>
        </p:nvSpPr>
        <p:spPr/>
        <p:txBody>
          <a:bodyPr/>
          <a:lstStyle/>
          <a:p>
            <a:pPr fontAlgn="auto">
              <a:spcAft>
                <a:spcPts val="0"/>
              </a:spcAft>
              <a:defRPr/>
            </a:pPr>
            <a:r>
              <a:rPr lang="en-US" dirty="0">
                <a:solidFill>
                  <a:srgbClr val="24B5A1"/>
                </a:solidFill>
                <a:latin typeface="Calibri" panose="020F0502020204030204" pitchFamily="34" charset="0"/>
              </a:rPr>
              <a:t>8.11  </a:t>
            </a:r>
            <a:r>
              <a:rPr lang="en-US" dirty="0">
                <a:solidFill>
                  <a:srgbClr val="3380E6"/>
                </a:solidFill>
                <a:latin typeface="Consolas" panose="020B0609020204030204" pitchFamily="49" charset="0"/>
              </a:rPr>
              <a:t>static</a:t>
            </a:r>
            <a:r>
              <a:rPr lang="en-US" dirty="0">
                <a:solidFill>
                  <a:srgbClr val="3380E6"/>
                </a:solidFill>
                <a:latin typeface="Calibri" panose="020F0502020204030204" pitchFamily="34" charset="0"/>
              </a:rPr>
              <a:t> Class Members (Cont.)</a:t>
            </a:r>
          </a:p>
        </p:txBody>
      </p:sp>
      <p:sp>
        <p:nvSpPr>
          <p:cNvPr id="103427" name="Text Placeholder 2">
            <a:extLst>
              <a:ext uri="{FF2B5EF4-FFF2-40B4-BE49-F238E27FC236}">
                <a16:creationId xmlns:a16="http://schemas.microsoft.com/office/drawing/2014/main" id="{09B2B6F6-5A73-4858-950D-79453F56887E}"/>
              </a:ext>
            </a:extLst>
          </p:cNvPr>
          <p:cNvSpPr>
            <a:spLocks noGrp="1"/>
          </p:cNvSpPr>
          <p:nvPr>
            <p:ph type="body" idx="1"/>
          </p:nvPr>
        </p:nvSpPr>
        <p:spPr/>
        <p:txBody>
          <a:bodyPr/>
          <a:lstStyle/>
          <a:p>
            <a:pPr eaLnBrk="1" hangingPunct="1"/>
            <a:r>
              <a:rPr lang="en-US" altLang="en-US" dirty="0">
                <a:solidFill>
                  <a:srgbClr val="000000"/>
                </a:solidFill>
              </a:rPr>
              <a:t>In a typical app, the garbage collector </a:t>
            </a:r>
            <a:r>
              <a:rPr lang="en-US" altLang="en-US" i="1" dirty="0">
                <a:solidFill>
                  <a:srgbClr val="000000"/>
                </a:solidFill>
              </a:rPr>
              <a:t>might</a:t>
            </a:r>
            <a:r>
              <a:rPr lang="en-US" altLang="en-US" dirty="0">
                <a:solidFill>
                  <a:srgbClr val="000000"/>
                </a:solidFill>
              </a:rPr>
              <a:t> eventually reclaim the memory for any objects that are eligible for collection. </a:t>
            </a:r>
          </a:p>
          <a:p>
            <a:pPr eaLnBrk="1" hangingPunct="1"/>
            <a:r>
              <a:rPr lang="en-US" altLang="en-US" dirty="0">
                <a:solidFill>
                  <a:srgbClr val="000000"/>
                </a:solidFill>
              </a:rPr>
              <a:t>The JVM does </a:t>
            </a:r>
            <a:r>
              <a:rPr lang="en-US" altLang="en-US" i="1" dirty="0">
                <a:solidFill>
                  <a:srgbClr val="000000"/>
                </a:solidFill>
              </a:rPr>
              <a:t>not</a:t>
            </a:r>
            <a:r>
              <a:rPr lang="en-US" altLang="en-US" dirty="0">
                <a:solidFill>
                  <a:srgbClr val="000000"/>
                </a:solidFill>
              </a:rPr>
              <a:t> guarantee when, or even whether, the garbage collector will execute. </a:t>
            </a:r>
          </a:p>
          <a:p>
            <a:pPr eaLnBrk="1" hangingPunct="1"/>
            <a:r>
              <a:rPr lang="en-US" altLang="en-US" dirty="0">
                <a:solidFill>
                  <a:srgbClr val="000000"/>
                </a:solidFill>
              </a:rPr>
              <a:t>When the garbage collector does execute, it’s possible that no objects or only a subset of the eligible objects will be collected. </a:t>
            </a:r>
          </a:p>
        </p:txBody>
      </p:sp>
      <p:sp>
        <p:nvSpPr>
          <p:cNvPr id="4" name="Footer Placeholder 3">
            <a:extLst>
              <a:ext uri="{FF2B5EF4-FFF2-40B4-BE49-F238E27FC236}">
                <a16:creationId xmlns:a16="http://schemas.microsoft.com/office/drawing/2014/main" id="{C057020B-429D-4E8B-BC8E-BDA37C2D52D0}"/>
              </a:ext>
            </a:extLst>
          </p:cNvPr>
          <p:cNvSpPr>
            <a:spLocks noGrp="1"/>
          </p:cNvSpPr>
          <p:nvPr>
            <p:ph type="ftr" sz="quarter" idx="4294967295"/>
          </p:nvPr>
        </p:nvSpPr>
        <p:spPr>
          <a:xfrm>
            <a:off x="4488296" y="6408739"/>
            <a:ext cx="7044267" cy="365125"/>
          </a:xfrm>
          <a:prstGeom prst="rect">
            <a:avLst/>
          </a:prstGeom>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327700887"/>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C64FE5-7CB2-45A4-9D5F-8A275DC972C7}"/>
              </a:ext>
            </a:extLst>
          </p:cNvPr>
          <p:cNvSpPr>
            <a:spLocks noGrp="1"/>
          </p:cNvSpPr>
          <p:nvPr>
            <p:ph type="title"/>
          </p:nvPr>
        </p:nvSpPr>
        <p:spPr>
          <a:xfrm>
            <a:off x="609600" y="274638"/>
            <a:ext cx="10972800" cy="727897"/>
          </a:xfrm>
        </p:spPr>
        <p:txBody>
          <a:bodyPr/>
          <a:lstStyle/>
          <a:p>
            <a:pPr fontAlgn="auto">
              <a:spcAft>
                <a:spcPts val="0"/>
              </a:spcAft>
              <a:defRPr/>
            </a:pPr>
            <a:r>
              <a:rPr lang="en-US" dirty="0">
                <a:solidFill>
                  <a:srgbClr val="24B5A1"/>
                </a:solidFill>
                <a:latin typeface="Calibri" panose="020F0502020204030204" pitchFamily="34" charset="0"/>
              </a:rPr>
              <a:t>8.12  </a:t>
            </a:r>
            <a:r>
              <a:rPr lang="en-US" dirty="0">
                <a:solidFill>
                  <a:srgbClr val="3380E6"/>
                </a:solidFill>
                <a:latin typeface="Consolas" panose="020B0609020204030204" pitchFamily="49" charset="0"/>
              </a:rPr>
              <a:t>static</a:t>
            </a:r>
            <a:r>
              <a:rPr lang="en-US" dirty="0">
                <a:solidFill>
                  <a:srgbClr val="3380E6"/>
                </a:solidFill>
                <a:latin typeface="Calibri" panose="020F0502020204030204" pitchFamily="34" charset="0"/>
              </a:rPr>
              <a:t> Import</a:t>
            </a:r>
          </a:p>
        </p:txBody>
      </p:sp>
      <p:sp>
        <p:nvSpPr>
          <p:cNvPr id="104451" name="Text Placeholder 2">
            <a:extLst>
              <a:ext uri="{FF2B5EF4-FFF2-40B4-BE49-F238E27FC236}">
                <a16:creationId xmlns:a16="http://schemas.microsoft.com/office/drawing/2014/main" id="{85E51C74-26CF-4165-B373-748993D55911}"/>
              </a:ext>
            </a:extLst>
          </p:cNvPr>
          <p:cNvSpPr>
            <a:spLocks noGrp="1"/>
          </p:cNvSpPr>
          <p:nvPr>
            <p:ph type="body" idx="1"/>
          </p:nvPr>
        </p:nvSpPr>
        <p:spPr>
          <a:xfrm>
            <a:off x="482645" y="1002535"/>
            <a:ext cx="10972800" cy="4525962"/>
          </a:xfrm>
        </p:spPr>
        <p:txBody>
          <a:bodyPr/>
          <a:lstStyle/>
          <a:p>
            <a:pPr eaLnBrk="1" hangingPunct="1"/>
            <a:r>
              <a:rPr lang="en-US" altLang="en-US" sz="3200" dirty="0">
                <a:solidFill>
                  <a:srgbClr val="000000"/>
                </a:solidFill>
              </a:rPr>
              <a:t>A </a:t>
            </a:r>
            <a:r>
              <a:rPr lang="en-US" altLang="en-US" sz="3200" dirty="0">
                <a:solidFill>
                  <a:srgbClr val="0000FF"/>
                </a:solidFill>
                <a:latin typeface="Consolas" panose="020B0609020204030204" pitchFamily="49" charset="0"/>
              </a:rPr>
              <a:t>static</a:t>
            </a:r>
            <a:r>
              <a:rPr lang="en-US" altLang="en-US" sz="3200" dirty="0">
                <a:solidFill>
                  <a:srgbClr val="0000FF"/>
                </a:solidFill>
              </a:rPr>
              <a:t> import</a:t>
            </a:r>
            <a:r>
              <a:rPr lang="en-US" altLang="en-US" sz="3200" dirty="0">
                <a:solidFill>
                  <a:srgbClr val="000000"/>
                </a:solidFill>
              </a:rPr>
              <a:t> declaration enables you to import the </a:t>
            </a:r>
            <a:r>
              <a:rPr lang="en-US" altLang="en-US" sz="3200" dirty="0">
                <a:solidFill>
                  <a:srgbClr val="000000"/>
                </a:solidFill>
                <a:latin typeface="Consolas" panose="020B0609020204030204" pitchFamily="49" charset="0"/>
              </a:rPr>
              <a:t>static</a:t>
            </a:r>
            <a:r>
              <a:rPr lang="en-US" altLang="en-US" sz="3200" dirty="0">
                <a:solidFill>
                  <a:srgbClr val="000000"/>
                </a:solidFill>
              </a:rPr>
              <a:t> members of a class or interface so you can access them via their </a:t>
            </a:r>
            <a:r>
              <a:rPr lang="en-US" altLang="en-US" sz="3200" i="1" dirty="0">
                <a:solidFill>
                  <a:srgbClr val="000000"/>
                </a:solidFill>
              </a:rPr>
              <a:t>unqualified names </a:t>
            </a:r>
            <a:r>
              <a:rPr lang="en-US" altLang="en-US" sz="3200" dirty="0">
                <a:solidFill>
                  <a:srgbClr val="000000"/>
                </a:solidFill>
              </a:rPr>
              <a:t>in your class—that is, the class name and a dot (</a:t>
            </a:r>
            <a:r>
              <a:rPr lang="en-US" altLang="en-US" sz="3200" dirty="0">
                <a:solidFill>
                  <a:srgbClr val="000000"/>
                </a:solidFill>
                <a:latin typeface="Consolas" panose="020B0609020204030204" pitchFamily="49" charset="0"/>
              </a:rPr>
              <a:t>.</a:t>
            </a:r>
            <a:r>
              <a:rPr lang="en-US" altLang="en-US" sz="3200" dirty="0">
                <a:solidFill>
                  <a:srgbClr val="000000"/>
                </a:solidFill>
              </a:rPr>
              <a:t>) are </a:t>
            </a:r>
            <a:r>
              <a:rPr lang="en-US" altLang="en-US" sz="3200" i="1" dirty="0">
                <a:solidFill>
                  <a:srgbClr val="000000"/>
                </a:solidFill>
              </a:rPr>
              <a:t>not</a:t>
            </a:r>
            <a:r>
              <a:rPr lang="en-US" altLang="en-US" sz="3200" dirty="0">
                <a:solidFill>
                  <a:srgbClr val="000000"/>
                </a:solidFill>
              </a:rPr>
              <a:t> required when using an imported </a:t>
            </a:r>
            <a:r>
              <a:rPr lang="en-US" altLang="en-US" sz="3200" dirty="0">
                <a:solidFill>
                  <a:srgbClr val="000000"/>
                </a:solidFill>
                <a:latin typeface="Consolas" panose="020B0609020204030204" pitchFamily="49" charset="0"/>
              </a:rPr>
              <a:t>static</a:t>
            </a:r>
            <a:r>
              <a:rPr lang="en-US" altLang="en-US" sz="3200" dirty="0">
                <a:solidFill>
                  <a:srgbClr val="000000"/>
                </a:solidFill>
              </a:rPr>
              <a:t> member. </a:t>
            </a:r>
          </a:p>
          <a:p>
            <a:pPr eaLnBrk="1" hangingPunct="1"/>
            <a:r>
              <a:rPr lang="en-US" altLang="en-US" sz="3200" dirty="0">
                <a:solidFill>
                  <a:srgbClr val="000000"/>
                </a:solidFill>
              </a:rPr>
              <a:t>Two forms</a:t>
            </a:r>
          </a:p>
          <a:p>
            <a:pPr lvl="1" eaLnBrk="1" hangingPunct="1"/>
            <a:r>
              <a:rPr lang="en-US" altLang="en-US" sz="2800" dirty="0">
                <a:solidFill>
                  <a:srgbClr val="000000"/>
                </a:solidFill>
              </a:rPr>
              <a:t>One that imports a particular </a:t>
            </a:r>
            <a:r>
              <a:rPr lang="en-US" altLang="en-US" sz="2800" dirty="0">
                <a:solidFill>
                  <a:srgbClr val="000000"/>
                </a:solidFill>
                <a:latin typeface="Consolas" panose="020B0609020204030204" pitchFamily="49" charset="0"/>
              </a:rPr>
              <a:t>static</a:t>
            </a:r>
            <a:r>
              <a:rPr lang="en-US" altLang="en-US" sz="2800" dirty="0">
                <a:solidFill>
                  <a:srgbClr val="000000"/>
                </a:solidFill>
              </a:rPr>
              <a:t> member (which is known as </a:t>
            </a:r>
            <a:r>
              <a:rPr lang="en-US" altLang="en-US" sz="2800" dirty="0">
                <a:solidFill>
                  <a:srgbClr val="0000FF"/>
                </a:solidFill>
              </a:rPr>
              <a:t>single </a:t>
            </a:r>
            <a:r>
              <a:rPr lang="en-US" altLang="en-US" sz="2800" dirty="0">
                <a:solidFill>
                  <a:srgbClr val="0000FF"/>
                </a:solidFill>
                <a:latin typeface="Consolas" panose="020B0609020204030204" pitchFamily="49" charset="0"/>
              </a:rPr>
              <a:t>static</a:t>
            </a:r>
            <a:r>
              <a:rPr lang="en-US" altLang="en-US" sz="2800" dirty="0">
                <a:solidFill>
                  <a:srgbClr val="0000FF"/>
                </a:solidFill>
              </a:rPr>
              <a:t> import</a:t>
            </a:r>
            <a:r>
              <a:rPr lang="en-US" altLang="en-US" sz="2800" dirty="0">
                <a:solidFill>
                  <a:srgbClr val="000000"/>
                </a:solidFill>
              </a:rPr>
              <a:t>) </a:t>
            </a:r>
          </a:p>
          <a:p>
            <a:pPr lvl="1" eaLnBrk="1" hangingPunct="1"/>
            <a:r>
              <a:rPr lang="en-US" altLang="en-US" sz="2800" dirty="0">
                <a:solidFill>
                  <a:srgbClr val="000000"/>
                </a:solidFill>
              </a:rPr>
              <a:t>One that imports all </a:t>
            </a:r>
            <a:r>
              <a:rPr lang="en-US" altLang="en-US" sz="2800" dirty="0">
                <a:solidFill>
                  <a:srgbClr val="000000"/>
                </a:solidFill>
                <a:latin typeface="Consolas" panose="020B0609020204030204" pitchFamily="49" charset="0"/>
              </a:rPr>
              <a:t>static</a:t>
            </a:r>
            <a:r>
              <a:rPr lang="en-US" altLang="en-US" sz="2800" dirty="0">
                <a:solidFill>
                  <a:srgbClr val="000000"/>
                </a:solidFill>
              </a:rPr>
              <a:t> members of a class (which is known as </a:t>
            </a:r>
            <a:r>
              <a:rPr lang="en-US" altLang="en-US" sz="2800" dirty="0">
                <a:solidFill>
                  <a:srgbClr val="0000FF"/>
                </a:solidFill>
                <a:latin typeface="Consolas" panose="020B0609020204030204" pitchFamily="49" charset="0"/>
              </a:rPr>
              <a:t>static</a:t>
            </a:r>
            <a:r>
              <a:rPr lang="en-US" altLang="en-US" sz="2800" dirty="0">
                <a:solidFill>
                  <a:srgbClr val="0000FF"/>
                </a:solidFill>
              </a:rPr>
              <a:t> import on demand</a:t>
            </a:r>
            <a:r>
              <a:rPr lang="en-US" altLang="en-US" sz="2800" dirty="0">
                <a:solidFill>
                  <a:srgbClr val="000000"/>
                </a:solidFill>
              </a:rPr>
              <a:t>)</a:t>
            </a:r>
          </a:p>
        </p:txBody>
      </p:sp>
    </p:spTree>
    <p:extLst>
      <p:ext uri="{BB962C8B-B14F-4D97-AF65-F5344CB8AC3E}">
        <p14:creationId xmlns:p14="http://schemas.microsoft.com/office/powerpoint/2010/main" val="3662897110"/>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BE9D13-DE35-40C5-B392-9C0A19DEF690}"/>
              </a:ext>
            </a:extLst>
          </p:cNvPr>
          <p:cNvSpPr>
            <a:spLocks noGrp="1"/>
          </p:cNvSpPr>
          <p:nvPr>
            <p:ph type="title"/>
          </p:nvPr>
        </p:nvSpPr>
        <p:spPr/>
        <p:txBody>
          <a:bodyPr/>
          <a:lstStyle/>
          <a:p>
            <a:pPr fontAlgn="auto">
              <a:spcAft>
                <a:spcPts val="0"/>
              </a:spcAft>
              <a:defRPr/>
            </a:pPr>
            <a:r>
              <a:rPr lang="en-US" dirty="0">
                <a:solidFill>
                  <a:srgbClr val="24B5A1"/>
                </a:solidFill>
                <a:latin typeface="Calibri" panose="020F0502020204030204" pitchFamily="34" charset="0"/>
              </a:rPr>
              <a:t>8.12  </a:t>
            </a:r>
            <a:r>
              <a:rPr lang="en-US" dirty="0">
                <a:solidFill>
                  <a:srgbClr val="3380E6"/>
                </a:solidFill>
                <a:latin typeface="Consolas" panose="020B0609020204030204" pitchFamily="49" charset="0"/>
              </a:rPr>
              <a:t>static</a:t>
            </a:r>
            <a:r>
              <a:rPr lang="en-US" dirty="0">
                <a:solidFill>
                  <a:srgbClr val="3380E6"/>
                </a:solidFill>
                <a:latin typeface="Calibri" panose="020F0502020204030204" pitchFamily="34" charset="0"/>
              </a:rPr>
              <a:t> Import (Cont.)</a:t>
            </a:r>
          </a:p>
        </p:txBody>
      </p:sp>
      <p:sp>
        <p:nvSpPr>
          <p:cNvPr id="105475" name="Text Placeholder 2">
            <a:extLst>
              <a:ext uri="{FF2B5EF4-FFF2-40B4-BE49-F238E27FC236}">
                <a16:creationId xmlns:a16="http://schemas.microsoft.com/office/drawing/2014/main" id="{E60CC307-04A9-45A4-A49F-03A66E7125EB}"/>
              </a:ext>
            </a:extLst>
          </p:cNvPr>
          <p:cNvSpPr>
            <a:spLocks noGrp="1"/>
          </p:cNvSpPr>
          <p:nvPr>
            <p:ph type="body" idx="1"/>
          </p:nvPr>
        </p:nvSpPr>
        <p:spPr/>
        <p:txBody>
          <a:bodyPr/>
          <a:lstStyle/>
          <a:p>
            <a:pPr eaLnBrk="1" hangingPunct="1">
              <a:lnSpc>
                <a:spcPct val="80000"/>
              </a:lnSpc>
            </a:pPr>
            <a:r>
              <a:rPr lang="en-US" altLang="en-US" sz="2300" dirty="0">
                <a:solidFill>
                  <a:srgbClr val="000000"/>
                </a:solidFill>
              </a:rPr>
              <a:t>The following syntax imports a particular </a:t>
            </a:r>
            <a:r>
              <a:rPr lang="en-US" altLang="en-US" sz="2300" dirty="0">
                <a:solidFill>
                  <a:srgbClr val="000000"/>
                </a:solidFill>
                <a:latin typeface="Consolas" panose="020B0609020204030204" pitchFamily="49" charset="0"/>
              </a:rPr>
              <a:t>static</a:t>
            </a:r>
            <a:r>
              <a:rPr lang="en-US" altLang="en-US" sz="2300" dirty="0">
                <a:solidFill>
                  <a:srgbClr val="000000"/>
                </a:solidFill>
              </a:rPr>
              <a:t> member:</a:t>
            </a:r>
          </a:p>
          <a:p>
            <a:pPr lvl="2" eaLnBrk="1" hangingPunct="1">
              <a:lnSpc>
                <a:spcPct val="80000"/>
              </a:lnSpc>
              <a:buFont typeface="Wingdings 2" panose="05020102010507070707" pitchFamily="18" charset="2"/>
              <a:buNone/>
            </a:pPr>
            <a:r>
              <a:rPr lang="en-US" altLang="en-US" sz="1800" dirty="0">
                <a:solidFill>
                  <a:srgbClr val="0000FF"/>
                </a:solidFill>
                <a:latin typeface="Consolas" panose="020B0609020204030204" pitchFamily="49" charset="0"/>
              </a:rPr>
              <a:t>	import static</a:t>
            </a:r>
            <a:r>
              <a:rPr lang="en-US" altLang="en-US" sz="1800" dirty="0">
                <a:solidFill>
                  <a:srgbClr val="000000"/>
                </a:solidFill>
                <a:latin typeface="Consolas" panose="020B0609020204030204" pitchFamily="49" charset="0"/>
              </a:rPr>
              <a:t> </a:t>
            </a:r>
            <a:r>
              <a:rPr lang="en-US" altLang="en-US" sz="1800" i="1" dirty="0" err="1">
                <a:solidFill>
                  <a:srgbClr val="000000"/>
                </a:solidFill>
              </a:rPr>
              <a:t>packageName</a:t>
            </a:r>
            <a:r>
              <a:rPr lang="en-US" altLang="en-US" sz="1800" i="1" dirty="0" err="1">
                <a:solidFill>
                  <a:srgbClr val="000000"/>
                </a:solidFill>
                <a:latin typeface="Consolas" panose="020B0609020204030204" pitchFamily="49" charset="0"/>
              </a:rPr>
              <a:t>.</a:t>
            </a:r>
            <a:r>
              <a:rPr lang="en-US" altLang="en-US" sz="1800" i="1" dirty="0" err="1">
                <a:solidFill>
                  <a:srgbClr val="000000"/>
                </a:solidFill>
              </a:rPr>
              <a:t>ClassName</a:t>
            </a:r>
            <a:r>
              <a:rPr lang="en-US" altLang="en-US" sz="1800" i="1" dirty="0" err="1">
                <a:solidFill>
                  <a:srgbClr val="000000"/>
                </a:solidFill>
                <a:latin typeface="Consolas" panose="020B0609020204030204" pitchFamily="49" charset="0"/>
              </a:rPr>
              <a:t>.</a:t>
            </a:r>
            <a:r>
              <a:rPr lang="en-US" altLang="en-US" sz="1800" i="1" dirty="0" err="1">
                <a:solidFill>
                  <a:srgbClr val="000000"/>
                </a:solidFill>
              </a:rPr>
              <a:t>staticMemberName</a:t>
            </a:r>
            <a:r>
              <a:rPr lang="en-US" altLang="en-US" sz="1800" i="1" dirty="0">
                <a:solidFill>
                  <a:srgbClr val="000000"/>
                </a:solidFill>
                <a:latin typeface="Consolas" panose="020B0609020204030204" pitchFamily="49" charset="0"/>
              </a:rPr>
              <a:t>; </a:t>
            </a:r>
          </a:p>
          <a:p>
            <a:pPr eaLnBrk="1" hangingPunct="1">
              <a:lnSpc>
                <a:spcPct val="80000"/>
              </a:lnSpc>
            </a:pPr>
            <a:r>
              <a:rPr lang="en-US" altLang="en-US" sz="2300" dirty="0">
                <a:solidFill>
                  <a:srgbClr val="000000"/>
                </a:solidFill>
              </a:rPr>
              <a:t>where </a:t>
            </a:r>
            <a:r>
              <a:rPr lang="en-US" altLang="en-US" sz="2300" i="1" dirty="0" err="1">
                <a:solidFill>
                  <a:srgbClr val="000000"/>
                </a:solidFill>
              </a:rPr>
              <a:t>packageName</a:t>
            </a:r>
            <a:r>
              <a:rPr lang="en-US" altLang="en-US" sz="2300" i="1" dirty="0">
                <a:solidFill>
                  <a:srgbClr val="000000"/>
                </a:solidFill>
              </a:rPr>
              <a:t> </a:t>
            </a:r>
            <a:r>
              <a:rPr lang="en-US" altLang="en-US" sz="2300" dirty="0">
                <a:solidFill>
                  <a:srgbClr val="000000"/>
                </a:solidFill>
              </a:rPr>
              <a:t>is the package of the class, </a:t>
            </a:r>
            <a:r>
              <a:rPr lang="en-US" altLang="en-US" sz="2300" dirty="0" err="1">
                <a:solidFill>
                  <a:srgbClr val="000000"/>
                </a:solidFill>
              </a:rPr>
              <a:t>ClassName</a:t>
            </a:r>
            <a:r>
              <a:rPr lang="en-US" altLang="en-US" sz="2300" dirty="0">
                <a:solidFill>
                  <a:srgbClr val="000000"/>
                </a:solidFill>
              </a:rPr>
              <a:t> is the name of the class and </a:t>
            </a:r>
            <a:r>
              <a:rPr lang="en-US" altLang="en-US" sz="2300" i="1" dirty="0" err="1">
                <a:solidFill>
                  <a:srgbClr val="000000"/>
                </a:solidFill>
              </a:rPr>
              <a:t>staticMemberName</a:t>
            </a:r>
            <a:r>
              <a:rPr lang="en-US" altLang="en-US" sz="2300" i="1" dirty="0">
                <a:solidFill>
                  <a:srgbClr val="000000"/>
                </a:solidFill>
              </a:rPr>
              <a:t> </a:t>
            </a:r>
            <a:r>
              <a:rPr lang="en-US" altLang="en-US" sz="2300" dirty="0">
                <a:solidFill>
                  <a:srgbClr val="000000"/>
                </a:solidFill>
              </a:rPr>
              <a:t>is the name of the </a:t>
            </a:r>
            <a:r>
              <a:rPr lang="en-US" altLang="en-US" sz="2300" dirty="0">
                <a:solidFill>
                  <a:srgbClr val="000000"/>
                </a:solidFill>
                <a:latin typeface="Consolas" panose="020B0609020204030204" pitchFamily="49" charset="0"/>
              </a:rPr>
              <a:t>static</a:t>
            </a:r>
            <a:r>
              <a:rPr lang="en-US" altLang="en-US" sz="2300" dirty="0">
                <a:solidFill>
                  <a:srgbClr val="000000"/>
                </a:solidFill>
              </a:rPr>
              <a:t> field or method. </a:t>
            </a:r>
          </a:p>
          <a:p>
            <a:pPr eaLnBrk="1" hangingPunct="1">
              <a:lnSpc>
                <a:spcPct val="80000"/>
              </a:lnSpc>
            </a:pPr>
            <a:r>
              <a:rPr lang="en-US" altLang="en-US" sz="2300" dirty="0">
                <a:solidFill>
                  <a:srgbClr val="000000"/>
                </a:solidFill>
              </a:rPr>
              <a:t>The following syntax imports all </a:t>
            </a:r>
            <a:r>
              <a:rPr lang="en-US" altLang="en-US" sz="2300" dirty="0">
                <a:solidFill>
                  <a:srgbClr val="000000"/>
                </a:solidFill>
                <a:latin typeface="Consolas" panose="020B0609020204030204" pitchFamily="49" charset="0"/>
              </a:rPr>
              <a:t>static</a:t>
            </a:r>
            <a:r>
              <a:rPr lang="en-US" altLang="en-US" sz="2300" dirty="0">
                <a:solidFill>
                  <a:srgbClr val="000000"/>
                </a:solidFill>
              </a:rPr>
              <a:t> members of a class:</a:t>
            </a:r>
          </a:p>
          <a:p>
            <a:pPr lvl="2" eaLnBrk="1" hangingPunct="1">
              <a:lnSpc>
                <a:spcPct val="80000"/>
              </a:lnSpc>
              <a:buFont typeface="Wingdings 2" panose="05020102010507070707" pitchFamily="18" charset="2"/>
              <a:buNone/>
            </a:pPr>
            <a:r>
              <a:rPr lang="en-US" altLang="en-US" sz="1800" dirty="0">
                <a:solidFill>
                  <a:srgbClr val="0000FF"/>
                </a:solidFill>
                <a:latin typeface="Consolas" panose="020B0609020204030204" pitchFamily="49" charset="0"/>
              </a:rPr>
              <a:t>	import static</a:t>
            </a:r>
            <a:r>
              <a:rPr lang="en-US" altLang="en-US" sz="1800" dirty="0">
                <a:solidFill>
                  <a:srgbClr val="000000"/>
                </a:solidFill>
                <a:latin typeface="Consolas" panose="020B0609020204030204" pitchFamily="49" charset="0"/>
              </a:rPr>
              <a:t> </a:t>
            </a:r>
            <a:r>
              <a:rPr lang="en-US" altLang="en-US" sz="1800" i="1" dirty="0" err="1">
                <a:solidFill>
                  <a:srgbClr val="000000"/>
                </a:solidFill>
              </a:rPr>
              <a:t>packageName</a:t>
            </a:r>
            <a:r>
              <a:rPr lang="en-US" altLang="en-US" sz="1800" i="1" dirty="0" err="1">
                <a:solidFill>
                  <a:srgbClr val="000000"/>
                </a:solidFill>
                <a:latin typeface="Consolas" panose="020B0609020204030204" pitchFamily="49" charset="0"/>
              </a:rPr>
              <a:t>.</a:t>
            </a:r>
            <a:r>
              <a:rPr lang="en-US" altLang="en-US" sz="1800" i="1" dirty="0" err="1">
                <a:solidFill>
                  <a:srgbClr val="000000"/>
                </a:solidFill>
              </a:rPr>
              <a:t>ClassName</a:t>
            </a:r>
            <a:r>
              <a:rPr lang="en-US" altLang="en-US" sz="1800" i="1" dirty="0">
                <a:solidFill>
                  <a:srgbClr val="000000"/>
                </a:solidFill>
                <a:latin typeface="Consolas" panose="020B0609020204030204" pitchFamily="49" charset="0"/>
              </a:rPr>
              <a:t>.*;</a:t>
            </a:r>
          </a:p>
          <a:p>
            <a:pPr eaLnBrk="1" hangingPunct="1">
              <a:lnSpc>
                <a:spcPct val="80000"/>
              </a:lnSpc>
            </a:pPr>
            <a:r>
              <a:rPr lang="en-US" altLang="en-US" sz="2300" i="1" dirty="0" err="1">
                <a:solidFill>
                  <a:srgbClr val="000000"/>
                </a:solidFill>
              </a:rPr>
              <a:t>packageName</a:t>
            </a:r>
            <a:r>
              <a:rPr lang="en-US" altLang="en-US" sz="2300" i="1" dirty="0">
                <a:solidFill>
                  <a:srgbClr val="000000"/>
                </a:solidFill>
              </a:rPr>
              <a:t> </a:t>
            </a:r>
            <a:r>
              <a:rPr lang="en-US" altLang="en-US" sz="2300" dirty="0">
                <a:solidFill>
                  <a:srgbClr val="000000"/>
                </a:solidFill>
              </a:rPr>
              <a:t>is the package of the class and </a:t>
            </a:r>
            <a:r>
              <a:rPr lang="en-US" altLang="en-US" sz="2300" i="1" dirty="0" err="1">
                <a:solidFill>
                  <a:srgbClr val="000000"/>
                </a:solidFill>
              </a:rPr>
              <a:t>ClassName</a:t>
            </a:r>
            <a:r>
              <a:rPr lang="en-US" altLang="en-US" sz="2300" dirty="0">
                <a:solidFill>
                  <a:srgbClr val="000000"/>
                </a:solidFill>
              </a:rPr>
              <a:t> is the name of the class.</a:t>
            </a:r>
          </a:p>
          <a:p>
            <a:pPr lvl="1" eaLnBrk="1" hangingPunct="1">
              <a:lnSpc>
                <a:spcPct val="80000"/>
              </a:lnSpc>
            </a:pPr>
            <a:r>
              <a:rPr lang="en-US" altLang="en-US" sz="2000" dirty="0">
                <a:solidFill>
                  <a:srgbClr val="000000"/>
                </a:solidFill>
                <a:latin typeface="Consolas" panose="020B0609020204030204" pitchFamily="49" charset="0"/>
              </a:rPr>
              <a:t>*</a:t>
            </a:r>
            <a:r>
              <a:rPr lang="en-US" altLang="en-US" sz="2000" dirty="0">
                <a:solidFill>
                  <a:srgbClr val="000000"/>
                </a:solidFill>
              </a:rPr>
              <a:t> indicates that </a:t>
            </a:r>
            <a:r>
              <a:rPr lang="en-US" altLang="en-US" sz="2000" i="1" dirty="0">
                <a:solidFill>
                  <a:srgbClr val="000000"/>
                </a:solidFill>
              </a:rPr>
              <a:t>all </a:t>
            </a:r>
            <a:r>
              <a:rPr lang="en-US" altLang="en-US" sz="2000" dirty="0">
                <a:solidFill>
                  <a:srgbClr val="000000"/>
                </a:solidFill>
                <a:latin typeface="Consolas" panose="020B0609020204030204" pitchFamily="49" charset="0"/>
              </a:rPr>
              <a:t>static</a:t>
            </a:r>
            <a:r>
              <a:rPr lang="en-US" altLang="en-US" sz="2000" dirty="0">
                <a:solidFill>
                  <a:srgbClr val="000000"/>
                </a:solidFill>
              </a:rPr>
              <a:t> members of the specified class should be available for use in the class(</a:t>
            </a:r>
            <a:r>
              <a:rPr lang="en-US" altLang="en-US" sz="2000" dirty="0" err="1">
                <a:solidFill>
                  <a:srgbClr val="000000"/>
                </a:solidFill>
              </a:rPr>
              <a:t>es</a:t>
            </a:r>
            <a:r>
              <a:rPr lang="en-US" altLang="en-US" sz="2000" dirty="0">
                <a:solidFill>
                  <a:srgbClr val="000000"/>
                </a:solidFill>
              </a:rPr>
              <a:t>) declared in the file</a:t>
            </a:r>
            <a:r>
              <a:rPr lang="en-US" altLang="en-US" sz="2000" i="1" dirty="0">
                <a:solidFill>
                  <a:srgbClr val="000000"/>
                </a:solidFill>
              </a:rPr>
              <a:t>. </a:t>
            </a:r>
          </a:p>
          <a:p>
            <a:pPr eaLnBrk="1" hangingPunct="1">
              <a:lnSpc>
                <a:spcPct val="80000"/>
              </a:lnSpc>
            </a:pPr>
            <a:r>
              <a:rPr lang="en-US" altLang="en-US" sz="2300" dirty="0">
                <a:solidFill>
                  <a:srgbClr val="000000"/>
                </a:solidFill>
                <a:latin typeface="Consolas" panose="020B0609020204030204" pitchFamily="49" charset="0"/>
              </a:rPr>
              <a:t>static</a:t>
            </a:r>
            <a:r>
              <a:rPr lang="en-US" altLang="en-US" sz="2300" dirty="0">
                <a:solidFill>
                  <a:srgbClr val="000000"/>
                </a:solidFill>
              </a:rPr>
              <a:t> import declarations import only </a:t>
            </a:r>
            <a:r>
              <a:rPr lang="en-US" altLang="en-US" sz="2300" dirty="0">
                <a:solidFill>
                  <a:srgbClr val="000000"/>
                </a:solidFill>
                <a:latin typeface="Consolas" panose="020B0609020204030204" pitchFamily="49" charset="0"/>
              </a:rPr>
              <a:t>static</a:t>
            </a:r>
            <a:r>
              <a:rPr lang="en-US" altLang="en-US" sz="2300" dirty="0">
                <a:solidFill>
                  <a:srgbClr val="000000"/>
                </a:solidFill>
              </a:rPr>
              <a:t> class members. </a:t>
            </a:r>
          </a:p>
          <a:p>
            <a:pPr eaLnBrk="1" hangingPunct="1">
              <a:lnSpc>
                <a:spcPct val="80000"/>
              </a:lnSpc>
            </a:pPr>
            <a:r>
              <a:rPr lang="en-US" altLang="en-US" sz="2300" dirty="0">
                <a:solidFill>
                  <a:srgbClr val="000000"/>
                </a:solidFill>
              </a:rPr>
              <a:t>Regular </a:t>
            </a:r>
            <a:r>
              <a:rPr lang="en-US" altLang="en-US" sz="2300" dirty="0">
                <a:solidFill>
                  <a:srgbClr val="000000"/>
                </a:solidFill>
                <a:latin typeface="Consolas" panose="020B0609020204030204" pitchFamily="49" charset="0"/>
              </a:rPr>
              <a:t>import</a:t>
            </a:r>
            <a:r>
              <a:rPr lang="en-US" altLang="en-US" sz="2300" dirty="0">
                <a:solidFill>
                  <a:srgbClr val="000000"/>
                </a:solidFill>
              </a:rPr>
              <a:t> statements should be used to specify the classes used in a program.</a:t>
            </a:r>
          </a:p>
        </p:txBody>
      </p:sp>
      <p:sp>
        <p:nvSpPr>
          <p:cNvPr id="4" name="Footer Placeholder 3">
            <a:extLst>
              <a:ext uri="{FF2B5EF4-FFF2-40B4-BE49-F238E27FC236}">
                <a16:creationId xmlns:a16="http://schemas.microsoft.com/office/drawing/2014/main" id="{43861C54-7A51-42AC-91FF-98C4EEA3AF31}"/>
              </a:ext>
            </a:extLst>
          </p:cNvPr>
          <p:cNvSpPr>
            <a:spLocks noGrp="1"/>
          </p:cNvSpPr>
          <p:nvPr>
            <p:ph type="ftr" sz="quarter" idx="4294967295"/>
          </p:nvPr>
        </p:nvSpPr>
        <p:spPr>
          <a:xfrm>
            <a:off x="4488296" y="6408739"/>
            <a:ext cx="7044267" cy="365125"/>
          </a:xfrm>
          <a:prstGeom prst="rect">
            <a:avLst/>
          </a:prstGeom>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3268610190"/>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8_OBP_Page_62">
            <a:extLst>
              <a:ext uri="{FF2B5EF4-FFF2-40B4-BE49-F238E27FC236}">
                <a16:creationId xmlns:a16="http://schemas.microsoft.com/office/drawing/2014/main" id="{5CAB116F-4383-4AAB-9B1F-2F6EC530F166}"/>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1535113"/>
            <a:ext cx="12192000" cy="3786187"/>
          </a:xfrm>
          <a:prstGeom prst="rect">
            <a:avLst/>
          </a:prstGeom>
        </p:spPr>
      </p:pic>
      <p:sp>
        <p:nvSpPr>
          <p:cNvPr id="2" name="Footer Placeholder 1">
            <a:extLst>
              <a:ext uri="{FF2B5EF4-FFF2-40B4-BE49-F238E27FC236}">
                <a16:creationId xmlns:a16="http://schemas.microsoft.com/office/drawing/2014/main" id="{957E6F8F-462B-4975-AEED-9FB41228F43B}"/>
              </a:ext>
            </a:extLst>
          </p:cNvPr>
          <p:cNvSpPr>
            <a:spLocks noGrp="1"/>
          </p:cNvSpPr>
          <p:nvPr>
            <p:ph type="ftr" sz="quarter" idx="4294967295"/>
          </p:nvPr>
        </p:nvSpPr>
        <p:spPr>
          <a:xfrm>
            <a:off x="609600" y="6408739"/>
            <a:ext cx="8365067" cy="365125"/>
          </a:xfrm>
          <a:prstGeom prst="rect">
            <a:avLst/>
          </a:prstGeom>
        </p:spPr>
        <p:txBody>
          <a:bodyPr/>
          <a:lstStyle/>
          <a:p>
            <a:r>
              <a:rPr lang="en-US"/>
              <a:t>© Copyright 1992-2018 by Pearson Education, Inc. All Rights Reserved.</a:t>
            </a:r>
          </a:p>
        </p:txBody>
      </p:sp>
    </p:spTree>
    <p:extLst>
      <p:ext uri="{BB962C8B-B14F-4D97-AF65-F5344CB8AC3E}">
        <p14:creationId xmlns:p14="http://schemas.microsoft.com/office/powerpoint/2010/main" val="1647243008"/>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8_OBP_Page_63">
            <a:extLst>
              <a:ext uri="{FF2B5EF4-FFF2-40B4-BE49-F238E27FC236}">
                <a16:creationId xmlns:a16="http://schemas.microsoft.com/office/drawing/2014/main" id="{15FE2132-B005-48C2-8A92-E5D628D6594B}"/>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119063" y="0"/>
            <a:ext cx="11952287" cy="6858000"/>
          </a:xfrm>
          <a:prstGeom prst="rect">
            <a:avLst/>
          </a:prstGeom>
        </p:spPr>
      </p:pic>
      <p:sp>
        <p:nvSpPr>
          <p:cNvPr id="2" name="Footer Placeholder 1">
            <a:extLst>
              <a:ext uri="{FF2B5EF4-FFF2-40B4-BE49-F238E27FC236}">
                <a16:creationId xmlns:a16="http://schemas.microsoft.com/office/drawing/2014/main" id="{7FFE5628-2105-483C-BD10-4059BAB52A7E}"/>
              </a:ext>
            </a:extLst>
          </p:cNvPr>
          <p:cNvSpPr>
            <a:spLocks noGrp="1"/>
          </p:cNvSpPr>
          <p:nvPr>
            <p:ph type="ftr" sz="quarter" idx="4294967295"/>
          </p:nvPr>
        </p:nvSpPr>
        <p:spPr>
          <a:xfrm>
            <a:off x="609600" y="6408739"/>
            <a:ext cx="8365067" cy="365125"/>
          </a:xfrm>
          <a:prstGeom prst="rect">
            <a:avLst/>
          </a:prstGeom>
        </p:spPr>
        <p:txBody>
          <a:bodyPr/>
          <a:lstStyle/>
          <a:p>
            <a:r>
              <a:rPr lang="en-US"/>
              <a:t>© Copyright 1992-2018 by Pearson Education, Inc. All Rights Reserved.</a:t>
            </a:r>
          </a:p>
        </p:txBody>
      </p:sp>
    </p:spTree>
    <p:extLst>
      <p:ext uri="{BB962C8B-B14F-4D97-AF65-F5344CB8AC3E}">
        <p14:creationId xmlns:p14="http://schemas.microsoft.com/office/powerpoint/2010/main" val="462670317"/>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7C27D3-BD8B-478A-BC03-4AADD4AD2224}"/>
              </a:ext>
            </a:extLst>
          </p:cNvPr>
          <p:cNvSpPr>
            <a:spLocks noGrp="1"/>
          </p:cNvSpPr>
          <p:nvPr>
            <p:ph type="title"/>
          </p:nvPr>
        </p:nvSpPr>
        <p:spPr/>
        <p:txBody>
          <a:bodyPr/>
          <a:lstStyle/>
          <a:p>
            <a:pPr fontAlgn="auto">
              <a:spcAft>
                <a:spcPts val="0"/>
              </a:spcAft>
              <a:defRPr/>
            </a:pPr>
            <a:r>
              <a:rPr lang="en-US" dirty="0">
                <a:solidFill>
                  <a:srgbClr val="24B5A1"/>
                </a:solidFill>
                <a:latin typeface="Calibri" panose="020F0502020204030204" pitchFamily="34" charset="0"/>
              </a:rPr>
              <a:t>8.13  </a:t>
            </a:r>
            <a:r>
              <a:rPr lang="en-US" dirty="0">
                <a:solidFill>
                  <a:srgbClr val="3380E6"/>
                </a:solidFill>
                <a:latin typeface="Consolas" panose="020B0609020204030204" pitchFamily="49" charset="0"/>
              </a:rPr>
              <a:t>final</a:t>
            </a:r>
            <a:r>
              <a:rPr lang="en-US" dirty="0">
                <a:solidFill>
                  <a:srgbClr val="3380E6"/>
                </a:solidFill>
                <a:latin typeface="Calibri" panose="020F0502020204030204" pitchFamily="34" charset="0"/>
              </a:rPr>
              <a:t> Instance Variables</a:t>
            </a:r>
          </a:p>
        </p:txBody>
      </p:sp>
      <p:sp>
        <p:nvSpPr>
          <p:cNvPr id="108547" name="Text Placeholder 2">
            <a:extLst>
              <a:ext uri="{FF2B5EF4-FFF2-40B4-BE49-F238E27FC236}">
                <a16:creationId xmlns:a16="http://schemas.microsoft.com/office/drawing/2014/main" id="{5638A7BA-7DCD-4385-BFFD-DBFC639EAB0E}"/>
              </a:ext>
            </a:extLst>
          </p:cNvPr>
          <p:cNvSpPr>
            <a:spLocks noGrp="1"/>
          </p:cNvSpPr>
          <p:nvPr>
            <p:ph type="body" idx="1"/>
          </p:nvPr>
        </p:nvSpPr>
        <p:spPr/>
        <p:txBody>
          <a:bodyPr/>
          <a:lstStyle/>
          <a:p>
            <a:pPr eaLnBrk="1" hangingPunct="1"/>
            <a:r>
              <a:rPr lang="en-US" altLang="en-US" sz="2500" dirty="0">
                <a:solidFill>
                  <a:srgbClr val="000000"/>
                </a:solidFill>
              </a:rPr>
              <a:t>The </a:t>
            </a:r>
            <a:r>
              <a:rPr lang="en-US" altLang="en-US" sz="2500" dirty="0">
                <a:solidFill>
                  <a:srgbClr val="0000FF"/>
                </a:solidFill>
              </a:rPr>
              <a:t>principle of least privilege</a:t>
            </a:r>
            <a:r>
              <a:rPr lang="en-US" altLang="en-US" sz="2500" dirty="0">
                <a:solidFill>
                  <a:srgbClr val="000000"/>
                </a:solidFill>
              </a:rPr>
              <a:t> is fundamental to good software engineering. </a:t>
            </a:r>
          </a:p>
          <a:p>
            <a:pPr lvl="1" eaLnBrk="1" hangingPunct="1"/>
            <a:r>
              <a:rPr lang="en-US" altLang="en-US" sz="2100" dirty="0">
                <a:solidFill>
                  <a:srgbClr val="000000"/>
                </a:solidFill>
              </a:rPr>
              <a:t>Code should be granted only the amount of privilege and access that it needs to accomplish its designated task, but no more. </a:t>
            </a:r>
          </a:p>
          <a:p>
            <a:pPr lvl="1" eaLnBrk="1" hangingPunct="1"/>
            <a:r>
              <a:rPr lang="en-US" altLang="en-US" sz="2100" dirty="0">
                <a:solidFill>
                  <a:srgbClr val="000000"/>
                </a:solidFill>
              </a:rPr>
              <a:t>Makes your programs more robust by preventing code from accidentally (or maliciously) modifying variable values and calling methods that should not be accessible. </a:t>
            </a:r>
          </a:p>
          <a:p>
            <a:pPr eaLnBrk="1" hangingPunct="1"/>
            <a:r>
              <a:rPr lang="en-US" altLang="en-US" sz="2500" dirty="0">
                <a:solidFill>
                  <a:srgbClr val="000000"/>
                </a:solidFill>
              </a:rPr>
              <a:t>Keyword </a:t>
            </a:r>
            <a:r>
              <a:rPr lang="en-US" altLang="en-US" sz="2500" dirty="0">
                <a:solidFill>
                  <a:srgbClr val="000000"/>
                </a:solidFill>
                <a:latin typeface="Consolas" panose="020B0609020204030204" pitchFamily="49" charset="0"/>
              </a:rPr>
              <a:t>final</a:t>
            </a:r>
            <a:r>
              <a:rPr lang="en-US" altLang="en-US" sz="2500" dirty="0">
                <a:solidFill>
                  <a:srgbClr val="000000"/>
                </a:solidFill>
              </a:rPr>
              <a:t> specifies that a variable is not modifiable (i.e., it’s a constant) and any attempt to modify it is an error. </a:t>
            </a:r>
          </a:p>
          <a:p>
            <a:pPr lvl="2" eaLnBrk="1" hangingPunct="1">
              <a:buFont typeface="Wingdings 2" panose="05020102010507070707" pitchFamily="18" charset="2"/>
              <a:buNone/>
            </a:pPr>
            <a:r>
              <a:rPr lang="en-US" altLang="en-US" sz="1900" dirty="0">
                <a:solidFill>
                  <a:srgbClr val="0000FF"/>
                </a:solidFill>
                <a:latin typeface="Consolas" panose="020B0609020204030204" pitchFamily="49" charset="0"/>
              </a:rPr>
              <a:t>	private final </a:t>
            </a:r>
            <a:r>
              <a:rPr lang="en-US" altLang="en-US" sz="1900" dirty="0" err="1">
                <a:solidFill>
                  <a:srgbClr val="0000FF"/>
                </a:solidFill>
                <a:latin typeface="Consolas" panose="020B0609020204030204" pitchFamily="49" charset="0"/>
              </a:rPr>
              <a:t>int</a:t>
            </a:r>
            <a:r>
              <a:rPr lang="en-US" altLang="en-US" sz="1900" dirty="0">
                <a:solidFill>
                  <a:srgbClr val="000000"/>
                </a:solidFill>
                <a:latin typeface="Consolas" panose="020B0609020204030204" pitchFamily="49" charset="0"/>
              </a:rPr>
              <a:t> </a:t>
            </a:r>
            <a:r>
              <a:rPr lang="en-US" altLang="en-US" sz="1900" dirty="0">
                <a:solidFill>
                  <a:srgbClr val="128AFF"/>
                </a:solidFill>
                <a:latin typeface="Consolas" panose="020B0609020204030204" pitchFamily="49" charset="0"/>
              </a:rPr>
              <a:t>INCREMENT</a:t>
            </a:r>
            <a:r>
              <a:rPr lang="en-US" altLang="en-US" sz="1900" dirty="0">
                <a:solidFill>
                  <a:srgbClr val="000000"/>
                </a:solidFill>
                <a:latin typeface="Consolas" panose="020B0609020204030204" pitchFamily="49" charset="0"/>
              </a:rPr>
              <a:t>;</a:t>
            </a:r>
          </a:p>
          <a:p>
            <a:pPr lvl="1" eaLnBrk="1" hangingPunct="1"/>
            <a:r>
              <a:rPr lang="en-US" altLang="en-US" sz="2100" dirty="0">
                <a:solidFill>
                  <a:srgbClr val="000000"/>
                </a:solidFill>
              </a:rPr>
              <a:t>Declares a </a:t>
            </a:r>
            <a:r>
              <a:rPr lang="en-US" altLang="en-US" sz="2100" dirty="0">
                <a:solidFill>
                  <a:srgbClr val="000000"/>
                </a:solidFill>
                <a:latin typeface="Consolas" panose="020B0609020204030204" pitchFamily="49" charset="0"/>
              </a:rPr>
              <a:t>final</a:t>
            </a:r>
            <a:r>
              <a:rPr lang="en-US" altLang="en-US" sz="2100" dirty="0">
                <a:solidFill>
                  <a:srgbClr val="000000"/>
                </a:solidFill>
              </a:rPr>
              <a:t> (constant) instance variable </a:t>
            </a:r>
            <a:r>
              <a:rPr lang="en-US" altLang="en-US" sz="2100" dirty="0">
                <a:solidFill>
                  <a:srgbClr val="000000"/>
                </a:solidFill>
                <a:latin typeface="Consolas" panose="020B0609020204030204" pitchFamily="49" charset="0"/>
              </a:rPr>
              <a:t>INCREMENT</a:t>
            </a:r>
            <a:r>
              <a:rPr lang="en-US" altLang="en-US" sz="2100" dirty="0">
                <a:solidFill>
                  <a:srgbClr val="000000"/>
                </a:solidFill>
              </a:rPr>
              <a:t> of type </a:t>
            </a:r>
            <a:r>
              <a:rPr lang="en-US" altLang="en-US" sz="2100" dirty="0">
                <a:solidFill>
                  <a:srgbClr val="000000"/>
                </a:solidFill>
                <a:latin typeface="Consolas" panose="020B0609020204030204" pitchFamily="49" charset="0"/>
              </a:rPr>
              <a:t>int</a:t>
            </a:r>
            <a:r>
              <a:rPr lang="en-US" altLang="en-US" sz="2100" dirty="0">
                <a:solidFill>
                  <a:srgbClr val="000000"/>
                </a:solidFill>
              </a:rPr>
              <a:t>. </a:t>
            </a:r>
          </a:p>
        </p:txBody>
      </p:sp>
      <p:sp>
        <p:nvSpPr>
          <p:cNvPr id="4" name="Footer Placeholder 3">
            <a:extLst>
              <a:ext uri="{FF2B5EF4-FFF2-40B4-BE49-F238E27FC236}">
                <a16:creationId xmlns:a16="http://schemas.microsoft.com/office/drawing/2014/main" id="{AD5F1CA9-F4B3-4E7D-A84C-7EC5F5829E5C}"/>
              </a:ext>
            </a:extLst>
          </p:cNvPr>
          <p:cNvSpPr>
            <a:spLocks noGrp="1"/>
          </p:cNvSpPr>
          <p:nvPr>
            <p:ph type="ftr" sz="quarter" idx="4294967295"/>
          </p:nvPr>
        </p:nvSpPr>
        <p:spPr>
          <a:xfrm>
            <a:off x="4488296" y="6408739"/>
            <a:ext cx="7044267" cy="365125"/>
          </a:xfrm>
          <a:prstGeom prst="rect">
            <a:avLst/>
          </a:prstGeom>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861914182"/>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CBA8A5-1198-47C8-B387-F3ED157E19A8}"/>
              </a:ext>
            </a:extLst>
          </p:cNvPr>
          <p:cNvSpPr>
            <a:spLocks noGrp="1"/>
          </p:cNvSpPr>
          <p:nvPr>
            <p:ph type="title"/>
          </p:nvPr>
        </p:nvSpPr>
        <p:spPr/>
        <p:txBody>
          <a:bodyPr>
            <a:normAutofit/>
          </a:bodyPr>
          <a:lstStyle/>
          <a:p>
            <a:pPr fontAlgn="auto">
              <a:spcAft>
                <a:spcPts val="0"/>
              </a:spcAft>
              <a:defRPr/>
            </a:pPr>
            <a:r>
              <a:rPr lang="en-US" dirty="0">
                <a:solidFill>
                  <a:srgbClr val="24B5A1"/>
                </a:solidFill>
                <a:latin typeface="Calibri" panose="020F0502020204030204" pitchFamily="34" charset="0"/>
              </a:rPr>
              <a:t>8.13  </a:t>
            </a:r>
            <a:r>
              <a:rPr lang="en-US" dirty="0">
                <a:solidFill>
                  <a:srgbClr val="3380E6"/>
                </a:solidFill>
                <a:latin typeface="Consolas" panose="020B0609020204030204" pitchFamily="49" charset="0"/>
              </a:rPr>
              <a:t>final</a:t>
            </a:r>
            <a:r>
              <a:rPr lang="en-US" dirty="0">
                <a:solidFill>
                  <a:srgbClr val="3380E6"/>
                </a:solidFill>
                <a:latin typeface="Calibri" panose="020F0502020204030204" pitchFamily="34" charset="0"/>
              </a:rPr>
              <a:t> Instance Variables (cont.)</a:t>
            </a:r>
          </a:p>
        </p:txBody>
      </p:sp>
      <p:sp>
        <p:nvSpPr>
          <p:cNvPr id="109571" name="Text Placeholder 2">
            <a:extLst>
              <a:ext uri="{FF2B5EF4-FFF2-40B4-BE49-F238E27FC236}">
                <a16:creationId xmlns:a16="http://schemas.microsoft.com/office/drawing/2014/main" id="{4B9AF827-FD45-4B61-9E8E-353EAD9BF509}"/>
              </a:ext>
            </a:extLst>
          </p:cNvPr>
          <p:cNvSpPr>
            <a:spLocks noGrp="1"/>
          </p:cNvSpPr>
          <p:nvPr>
            <p:ph type="body" idx="1"/>
          </p:nvPr>
        </p:nvSpPr>
        <p:spPr/>
        <p:txBody>
          <a:bodyPr/>
          <a:lstStyle/>
          <a:p>
            <a:pPr eaLnBrk="1" hangingPunct="1"/>
            <a:r>
              <a:rPr lang="en-US" altLang="en-US" dirty="0">
                <a:solidFill>
                  <a:srgbClr val="000000"/>
                </a:solidFill>
                <a:latin typeface="Consolas" panose="020B0609020204030204" pitchFamily="49" charset="0"/>
              </a:rPr>
              <a:t>final</a:t>
            </a:r>
            <a:r>
              <a:rPr lang="en-US" altLang="en-US" dirty="0">
                <a:solidFill>
                  <a:srgbClr val="000000"/>
                </a:solidFill>
              </a:rPr>
              <a:t> variables can be initialized when they are declared or by each of the class’s constructors so that each object of the class has a different value.</a:t>
            </a:r>
          </a:p>
          <a:p>
            <a:pPr eaLnBrk="1" hangingPunct="1"/>
            <a:r>
              <a:rPr lang="en-US" altLang="en-US" dirty="0">
                <a:solidFill>
                  <a:srgbClr val="000000"/>
                </a:solidFill>
              </a:rPr>
              <a:t>If a class provides multiple constructors, every one would be required to initialize each </a:t>
            </a:r>
            <a:r>
              <a:rPr lang="en-US" altLang="en-US" dirty="0">
                <a:solidFill>
                  <a:srgbClr val="000000"/>
                </a:solidFill>
                <a:latin typeface="Consolas" panose="020B0609020204030204" pitchFamily="49" charset="0"/>
              </a:rPr>
              <a:t>final</a:t>
            </a:r>
            <a:r>
              <a:rPr lang="en-US" altLang="en-US" dirty="0">
                <a:solidFill>
                  <a:srgbClr val="000000"/>
                </a:solidFill>
              </a:rPr>
              <a:t> variable. </a:t>
            </a:r>
          </a:p>
          <a:p>
            <a:pPr eaLnBrk="1" hangingPunct="1"/>
            <a:r>
              <a:rPr lang="en-US" altLang="en-US" dirty="0">
                <a:solidFill>
                  <a:srgbClr val="000000"/>
                </a:solidFill>
              </a:rPr>
              <a:t>A </a:t>
            </a:r>
            <a:r>
              <a:rPr lang="en-US" altLang="en-US" dirty="0">
                <a:solidFill>
                  <a:srgbClr val="000000"/>
                </a:solidFill>
                <a:latin typeface="Consolas" panose="020B0609020204030204" pitchFamily="49" charset="0"/>
              </a:rPr>
              <a:t>final</a:t>
            </a:r>
            <a:r>
              <a:rPr lang="en-US" altLang="en-US" dirty="0">
                <a:solidFill>
                  <a:srgbClr val="000000"/>
                </a:solidFill>
              </a:rPr>
              <a:t> variable cannot be modified by assignment after it’s initialized. </a:t>
            </a:r>
          </a:p>
          <a:p>
            <a:pPr eaLnBrk="1" hangingPunct="1"/>
            <a:r>
              <a:rPr lang="en-US" altLang="en-US" dirty="0">
                <a:solidFill>
                  <a:srgbClr val="000000"/>
                </a:solidFill>
              </a:rPr>
              <a:t>If a </a:t>
            </a:r>
            <a:r>
              <a:rPr lang="en-US" altLang="en-US" dirty="0">
                <a:solidFill>
                  <a:srgbClr val="000000"/>
                </a:solidFill>
                <a:latin typeface="Consolas" panose="020B0609020204030204" pitchFamily="49" charset="0"/>
              </a:rPr>
              <a:t>final</a:t>
            </a:r>
            <a:r>
              <a:rPr lang="en-US" altLang="en-US" dirty="0">
                <a:solidFill>
                  <a:srgbClr val="000000"/>
                </a:solidFill>
              </a:rPr>
              <a:t> variable is not initialized, a compilation error occurs. </a:t>
            </a:r>
          </a:p>
        </p:txBody>
      </p:sp>
      <p:sp>
        <p:nvSpPr>
          <p:cNvPr id="4" name="Footer Placeholder 3">
            <a:extLst>
              <a:ext uri="{FF2B5EF4-FFF2-40B4-BE49-F238E27FC236}">
                <a16:creationId xmlns:a16="http://schemas.microsoft.com/office/drawing/2014/main" id="{80DD1DD5-0FB4-4AC5-A960-F88BDEBB2BE4}"/>
              </a:ext>
            </a:extLst>
          </p:cNvPr>
          <p:cNvSpPr>
            <a:spLocks noGrp="1"/>
          </p:cNvSpPr>
          <p:nvPr>
            <p:ph type="ftr" sz="quarter" idx="4294967295"/>
          </p:nvPr>
        </p:nvSpPr>
        <p:spPr>
          <a:xfrm>
            <a:off x="4488296" y="6408739"/>
            <a:ext cx="7044267" cy="365125"/>
          </a:xfrm>
          <a:prstGeom prst="rect">
            <a:avLst/>
          </a:prstGeom>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2276623781"/>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8_OBP_Page_64">
            <a:extLst>
              <a:ext uri="{FF2B5EF4-FFF2-40B4-BE49-F238E27FC236}">
                <a16:creationId xmlns:a16="http://schemas.microsoft.com/office/drawing/2014/main" id="{22872DFD-A2AF-4FC4-8D13-B7FDD468E22A}"/>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2052638"/>
            <a:ext cx="12192000" cy="2752725"/>
          </a:xfrm>
          <a:prstGeom prst="rect">
            <a:avLst/>
          </a:prstGeom>
        </p:spPr>
      </p:pic>
      <p:sp>
        <p:nvSpPr>
          <p:cNvPr id="2" name="Footer Placeholder 1">
            <a:extLst>
              <a:ext uri="{FF2B5EF4-FFF2-40B4-BE49-F238E27FC236}">
                <a16:creationId xmlns:a16="http://schemas.microsoft.com/office/drawing/2014/main" id="{DFCA2D86-DB7E-4C07-A7B4-FBD87016FBE1}"/>
              </a:ext>
            </a:extLst>
          </p:cNvPr>
          <p:cNvSpPr>
            <a:spLocks noGrp="1"/>
          </p:cNvSpPr>
          <p:nvPr>
            <p:ph type="ftr" sz="quarter" idx="4294967295"/>
          </p:nvPr>
        </p:nvSpPr>
        <p:spPr>
          <a:xfrm>
            <a:off x="609600" y="6408739"/>
            <a:ext cx="8365067" cy="365125"/>
          </a:xfrm>
          <a:prstGeom prst="rect">
            <a:avLst/>
          </a:prstGeom>
        </p:spPr>
        <p:txBody>
          <a:bodyPr/>
          <a:lstStyle/>
          <a:p>
            <a:r>
              <a:rPr lang="en-US"/>
              <a:t>© Copyright 1992-2018 by Pearson Education, Inc. All Rights Reserved.</a:t>
            </a:r>
          </a:p>
        </p:txBody>
      </p:sp>
    </p:spTree>
    <p:extLst>
      <p:ext uri="{BB962C8B-B14F-4D97-AF65-F5344CB8AC3E}">
        <p14:creationId xmlns:p14="http://schemas.microsoft.com/office/powerpoint/2010/main" val="2613117845"/>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8_OBP_Page_65">
            <a:extLst>
              <a:ext uri="{FF2B5EF4-FFF2-40B4-BE49-F238E27FC236}">
                <a16:creationId xmlns:a16="http://schemas.microsoft.com/office/drawing/2014/main" id="{3A107187-6AE4-4DF4-8299-36E4330631FE}"/>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650875"/>
            <a:ext cx="12192000" cy="5554663"/>
          </a:xfrm>
          <a:prstGeom prst="rect">
            <a:avLst/>
          </a:prstGeom>
        </p:spPr>
      </p:pic>
      <p:sp>
        <p:nvSpPr>
          <p:cNvPr id="2" name="Footer Placeholder 1">
            <a:extLst>
              <a:ext uri="{FF2B5EF4-FFF2-40B4-BE49-F238E27FC236}">
                <a16:creationId xmlns:a16="http://schemas.microsoft.com/office/drawing/2014/main" id="{6F55A61E-0DF6-44D7-A17A-173DEEB08DE7}"/>
              </a:ext>
            </a:extLst>
          </p:cNvPr>
          <p:cNvSpPr>
            <a:spLocks noGrp="1"/>
          </p:cNvSpPr>
          <p:nvPr>
            <p:ph type="ftr" sz="quarter" idx="4294967295"/>
          </p:nvPr>
        </p:nvSpPr>
        <p:spPr>
          <a:xfrm>
            <a:off x="609600" y="6408739"/>
            <a:ext cx="8365067" cy="365125"/>
          </a:xfrm>
          <a:prstGeom prst="rect">
            <a:avLst/>
          </a:prstGeom>
        </p:spPr>
        <p:txBody>
          <a:bodyPr/>
          <a:lstStyle/>
          <a:p>
            <a:r>
              <a:rPr lang="en-US"/>
              <a:t>© Copyright 1992-2018 by Pearson Education, Inc. All Rights Reserved.</a:t>
            </a:r>
          </a:p>
        </p:txBody>
      </p:sp>
    </p:spTree>
    <p:extLst>
      <p:ext uri="{BB962C8B-B14F-4D97-AF65-F5344CB8AC3E}">
        <p14:creationId xmlns:p14="http://schemas.microsoft.com/office/powerpoint/2010/main" val="2661969227"/>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8_OBP_Page_66">
            <a:extLst>
              <a:ext uri="{FF2B5EF4-FFF2-40B4-BE49-F238E27FC236}">
                <a16:creationId xmlns:a16="http://schemas.microsoft.com/office/drawing/2014/main" id="{10C05EB7-6583-4301-9534-C28C15F85668}"/>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100013" y="0"/>
            <a:ext cx="11990387" cy="6858000"/>
          </a:xfrm>
          <a:prstGeom prst="rect">
            <a:avLst/>
          </a:prstGeom>
        </p:spPr>
      </p:pic>
      <p:sp>
        <p:nvSpPr>
          <p:cNvPr id="2" name="Footer Placeholder 1">
            <a:extLst>
              <a:ext uri="{FF2B5EF4-FFF2-40B4-BE49-F238E27FC236}">
                <a16:creationId xmlns:a16="http://schemas.microsoft.com/office/drawing/2014/main" id="{0DB8D7AC-8A44-499F-BC41-EAAD7876D1D2}"/>
              </a:ext>
            </a:extLst>
          </p:cNvPr>
          <p:cNvSpPr>
            <a:spLocks noGrp="1"/>
          </p:cNvSpPr>
          <p:nvPr>
            <p:ph type="ftr" sz="quarter" idx="4294967295"/>
          </p:nvPr>
        </p:nvSpPr>
        <p:spPr>
          <a:xfrm>
            <a:off x="609600" y="6408739"/>
            <a:ext cx="8365067" cy="365125"/>
          </a:xfrm>
          <a:prstGeom prst="rect">
            <a:avLst/>
          </a:prstGeom>
        </p:spPr>
        <p:txBody>
          <a:bodyPr/>
          <a:lstStyle/>
          <a:p>
            <a:r>
              <a:rPr lang="en-US"/>
              <a:t>© Copyright 1992-2018 by Pearson Education, Inc. All Rights Reserved.</a:t>
            </a:r>
          </a:p>
        </p:txBody>
      </p:sp>
    </p:spTree>
    <p:extLst>
      <p:ext uri="{BB962C8B-B14F-4D97-AF65-F5344CB8AC3E}">
        <p14:creationId xmlns:p14="http://schemas.microsoft.com/office/powerpoint/2010/main" val="2042984476"/>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8_OBP_Page_67">
            <a:extLst>
              <a:ext uri="{FF2B5EF4-FFF2-40B4-BE49-F238E27FC236}">
                <a16:creationId xmlns:a16="http://schemas.microsoft.com/office/drawing/2014/main" id="{1BD8FD4E-9CAB-4221-9830-9FA617CCDA90}"/>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717550"/>
            <a:ext cx="12192000" cy="5422900"/>
          </a:xfrm>
          <a:prstGeom prst="rect">
            <a:avLst/>
          </a:prstGeom>
        </p:spPr>
      </p:pic>
      <p:sp>
        <p:nvSpPr>
          <p:cNvPr id="2" name="Footer Placeholder 1">
            <a:extLst>
              <a:ext uri="{FF2B5EF4-FFF2-40B4-BE49-F238E27FC236}">
                <a16:creationId xmlns:a16="http://schemas.microsoft.com/office/drawing/2014/main" id="{ABED4FA5-A002-494C-8281-D3D0F9319779}"/>
              </a:ext>
            </a:extLst>
          </p:cNvPr>
          <p:cNvSpPr>
            <a:spLocks noGrp="1"/>
          </p:cNvSpPr>
          <p:nvPr>
            <p:ph type="ftr" sz="quarter" idx="4294967295"/>
          </p:nvPr>
        </p:nvSpPr>
        <p:spPr>
          <a:xfrm>
            <a:off x="609600" y="6408739"/>
            <a:ext cx="8365067" cy="365125"/>
          </a:xfrm>
          <a:prstGeom prst="rect">
            <a:avLst/>
          </a:prstGeom>
        </p:spPr>
        <p:txBody>
          <a:bodyPr/>
          <a:lstStyle/>
          <a:p>
            <a:r>
              <a:rPr lang="en-US"/>
              <a:t>© Copyright 1992-2018 by Pearson Education, Inc. All Rights Reserved.</a:t>
            </a:r>
          </a:p>
        </p:txBody>
      </p:sp>
    </p:spTree>
    <p:extLst>
      <p:ext uri="{BB962C8B-B14F-4D97-AF65-F5344CB8AC3E}">
        <p14:creationId xmlns:p14="http://schemas.microsoft.com/office/powerpoint/2010/main" val="1951873488"/>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BC06E-DFAA-40A5-A469-E3764035A357}"/>
              </a:ext>
            </a:extLst>
          </p:cNvPr>
          <p:cNvSpPr>
            <a:spLocks noGrp="1"/>
          </p:cNvSpPr>
          <p:nvPr>
            <p:ph type="title"/>
          </p:nvPr>
        </p:nvSpPr>
        <p:spPr/>
        <p:txBody>
          <a:bodyPr/>
          <a:lstStyle/>
          <a:p>
            <a:pPr fontAlgn="auto">
              <a:spcAft>
                <a:spcPts val="0"/>
              </a:spcAft>
              <a:defRPr/>
            </a:pPr>
            <a:r>
              <a:rPr lang="en-US" dirty="0">
                <a:solidFill>
                  <a:srgbClr val="24B5A1"/>
                </a:solidFill>
                <a:latin typeface="Calibri" panose="020F0502020204030204" pitchFamily="34" charset="0"/>
              </a:rPr>
              <a:t>8.14  </a:t>
            </a:r>
            <a:r>
              <a:rPr lang="en-US" dirty="0">
                <a:solidFill>
                  <a:srgbClr val="3380E6"/>
                </a:solidFill>
                <a:latin typeface="Calibri" panose="020F0502020204030204" pitchFamily="34" charset="0"/>
              </a:rPr>
              <a:t>Package Access</a:t>
            </a:r>
          </a:p>
        </p:txBody>
      </p:sp>
      <p:sp>
        <p:nvSpPr>
          <p:cNvPr id="114691" name="Text Placeholder 2">
            <a:extLst>
              <a:ext uri="{FF2B5EF4-FFF2-40B4-BE49-F238E27FC236}">
                <a16:creationId xmlns:a16="http://schemas.microsoft.com/office/drawing/2014/main" id="{004EBE51-606F-4899-A7EA-48E8FBD99D3C}"/>
              </a:ext>
            </a:extLst>
          </p:cNvPr>
          <p:cNvSpPr>
            <a:spLocks noGrp="1"/>
          </p:cNvSpPr>
          <p:nvPr>
            <p:ph type="body" idx="1"/>
          </p:nvPr>
        </p:nvSpPr>
        <p:spPr/>
        <p:txBody>
          <a:bodyPr/>
          <a:lstStyle/>
          <a:p>
            <a:pPr eaLnBrk="1" hangingPunct="1"/>
            <a:r>
              <a:rPr lang="en-US" altLang="en-US" dirty="0">
                <a:solidFill>
                  <a:srgbClr val="000000"/>
                </a:solidFill>
              </a:rPr>
              <a:t>If no access modifier is specified for a method or variable when it’s declared in a class, the method or variable is considered to have </a:t>
            </a:r>
            <a:r>
              <a:rPr lang="en-US" altLang="en-US" dirty="0">
                <a:solidFill>
                  <a:srgbClr val="0000FF"/>
                </a:solidFill>
              </a:rPr>
              <a:t>package access</a:t>
            </a:r>
            <a:r>
              <a:rPr lang="en-US" altLang="en-US" dirty="0">
                <a:solidFill>
                  <a:srgbClr val="000000"/>
                </a:solidFill>
              </a:rPr>
              <a:t>. </a:t>
            </a:r>
          </a:p>
          <a:p>
            <a:pPr eaLnBrk="1" hangingPunct="1"/>
            <a:r>
              <a:rPr lang="en-US" altLang="en-US" dirty="0">
                <a:solidFill>
                  <a:srgbClr val="000000"/>
                </a:solidFill>
              </a:rPr>
              <a:t>In a program uses </a:t>
            </a:r>
            <a:r>
              <a:rPr lang="en-US" altLang="en-US" i="1" dirty="0">
                <a:solidFill>
                  <a:srgbClr val="000000"/>
                </a:solidFill>
              </a:rPr>
              <a:t>multiple</a:t>
            </a:r>
            <a:r>
              <a:rPr lang="en-US" altLang="en-US" dirty="0">
                <a:solidFill>
                  <a:srgbClr val="000000"/>
                </a:solidFill>
              </a:rPr>
              <a:t> classes from the </a:t>
            </a:r>
            <a:r>
              <a:rPr lang="en-US" altLang="en-US" i="1" dirty="0">
                <a:solidFill>
                  <a:srgbClr val="000000"/>
                </a:solidFill>
              </a:rPr>
              <a:t>same</a:t>
            </a:r>
            <a:r>
              <a:rPr lang="en-US" altLang="en-US" dirty="0">
                <a:solidFill>
                  <a:srgbClr val="000000"/>
                </a:solidFill>
              </a:rPr>
              <a:t> package, these classes can access each other’s package-access members directly through references to objects of the appropriate classes, or in the case of </a:t>
            </a:r>
            <a:r>
              <a:rPr lang="en-US" altLang="en-US" dirty="0">
                <a:solidFill>
                  <a:srgbClr val="000000"/>
                </a:solidFill>
                <a:latin typeface="Consolas" panose="020B0609020204030204" pitchFamily="49" charset="0"/>
              </a:rPr>
              <a:t>static</a:t>
            </a:r>
            <a:r>
              <a:rPr lang="en-US" altLang="en-US" dirty="0">
                <a:solidFill>
                  <a:srgbClr val="000000"/>
                </a:solidFill>
              </a:rPr>
              <a:t> members through the class name. </a:t>
            </a:r>
          </a:p>
          <a:p>
            <a:pPr eaLnBrk="1" hangingPunct="1"/>
            <a:r>
              <a:rPr lang="en-US" altLang="en-US" dirty="0">
                <a:solidFill>
                  <a:srgbClr val="000000"/>
                </a:solidFill>
              </a:rPr>
              <a:t>Package access is rarely used.</a:t>
            </a:r>
          </a:p>
        </p:txBody>
      </p:sp>
      <p:sp>
        <p:nvSpPr>
          <p:cNvPr id="4" name="Footer Placeholder 3">
            <a:extLst>
              <a:ext uri="{FF2B5EF4-FFF2-40B4-BE49-F238E27FC236}">
                <a16:creationId xmlns:a16="http://schemas.microsoft.com/office/drawing/2014/main" id="{9435E57D-6C05-4B3A-8390-5BFF26B380FD}"/>
              </a:ext>
            </a:extLst>
          </p:cNvPr>
          <p:cNvSpPr>
            <a:spLocks noGrp="1"/>
          </p:cNvSpPr>
          <p:nvPr>
            <p:ph type="ftr" sz="quarter" idx="4294967295"/>
          </p:nvPr>
        </p:nvSpPr>
        <p:spPr>
          <a:xfrm>
            <a:off x="4488296" y="6408739"/>
            <a:ext cx="7044267" cy="365125"/>
          </a:xfrm>
          <a:prstGeom prst="rect">
            <a:avLst/>
          </a:prstGeom>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2761732528"/>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8_OBP_Page_68">
            <a:extLst>
              <a:ext uri="{FF2B5EF4-FFF2-40B4-BE49-F238E27FC236}">
                <a16:creationId xmlns:a16="http://schemas.microsoft.com/office/drawing/2014/main" id="{B938D77E-7402-43D1-9B9C-E061FC9EF02F}"/>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681038" y="0"/>
            <a:ext cx="10829925" cy="6858000"/>
          </a:xfrm>
          <a:prstGeom prst="rect">
            <a:avLst/>
          </a:prstGeom>
        </p:spPr>
      </p:pic>
      <p:sp>
        <p:nvSpPr>
          <p:cNvPr id="2" name="Footer Placeholder 1">
            <a:extLst>
              <a:ext uri="{FF2B5EF4-FFF2-40B4-BE49-F238E27FC236}">
                <a16:creationId xmlns:a16="http://schemas.microsoft.com/office/drawing/2014/main" id="{1D04B9B0-F930-472E-B39A-97659F8FD85E}"/>
              </a:ext>
            </a:extLst>
          </p:cNvPr>
          <p:cNvSpPr>
            <a:spLocks noGrp="1"/>
          </p:cNvSpPr>
          <p:nvPr>
            <p:ph type="ftr" sz="quarter" idx="4294967295"/>
          </p:nvPr>
        </p:nvSpPr>
        <p:spPr>
          <a:xfrm>
            <a:off x="609600" y="6408739"/>
            <a:ext cx="8365067" cy="365125"/>
          </a:xfrm>
          <a:prstGeom prst="rect">
            <a:avLst/>
          </a:prstGeom>
        </p:spPr>
        <p:txBody>
          <a:bodyPr/>
          <a:lstStyle/>
          <a:p>
            <a:r>
              <a:rPr lang="en-US"/>
              <a:t>© Copyright 1992-2018 by Pearson Education, Inc. All Rights Reserved.</a:t>
            </a:r>
          </a:p>
        </p:txBody>
      </p:sp>
    </p:spTree>
    <p:extLst>
      <p:ext uri="{BB962C8B-B14F-4D97-AF65-F5344CB8AC3E}">
        <p14:creationId xmlns:p14="http://schemas.microsoft.com/office/powerpoint/2010/main" val="3667806167"/>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8_OBP_Page_69">
            <a:extLst>
              <a:ext uri="{FF2B5EF4-FFF2-40B4-BE49-F238E27FC236}">
                <a16:creationId xmlns:a16="http://schemas.microsoft.com/office/drawing/2014/main" id="{3581ECE7-89EE-4B0D-B5EF-4ED466F792E1}"/>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379413" y="0"/>
            <a:ext cx="11431587" cy="6858000"/>
          </a:xfrm>
          <a:prstGeom prst="rect">
            <a:avLst/>
          </a:prstGeom>
        </p:spPr>
      </p:pic>
      <p:sp>
        <p:nvSpPr>
          <p:cNvPr id="2" name="Footer Placeholder 1">
            <a:extLst>
              <a:ext uri="{FF2B5EF4-FFF2-40B4-BE49-F238E27FC236}">
                <a16:creationId xmlns:a16="http://schemas.microsoft.com/office/drawing/2014/main" id="{087ABE67-3E6D-4C1C-B150-AD6C0AD1FE7E}"/>
              </a:ext>
            </a:extLst>
          </p:cNvPr>
          <p:cNvSpPr>
            <a:spLocks noGrp="1"/>
          </p:cNvSpPr>
          <p:nvPr>
            <p:ph type="ftr" sz="quarter" idx="4294967295"/>
          </p:nvPr>
        </p:nvSpPr>
        <p:spPr>
          <a:xfrm>
            <a:off x="609600" y="6408739"/>
            <a:ext cx="8365067" cy="365125"/>
          </a:xfrm>
          <a:prstGeom prst="rect">
            <a:avLst/>
          </a:prstGeom>
        </p:spPr>
        <p:txBody>
          <a:bodyPr/>
          <a:lstStyle/>
          <a:p>
            <a:r>
              <a:rPr lang="en-US"/>
              <a:t>© Copyright 1992-2018 by Pearson Education, Inc. All Rights Reserved.</a:t>
            </a:r>
          </a:p>
        </p:txBody>
      </p:sp>
    </p:spTree>
    <p:extLst>
      <p:ext uri="{BB962C8B-B14F-4D97-AF65-F5344CB8AC3E}">
        <p14:creationId xmlns:p14="http://schemas.microsoft.com/office/powerpoint/2010/main" val="3196278993"/>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CA256-FA51-4643-A217-EE1E33D2C92B}"/>
              </a:ext>
            </a:extLst>
          </p:cNvPr>
          <p:cNvSpPr>
            <a:spLocks noGrp="1"/>
          </p:cNvSpPr>
          <p:nvPr>
            <p:ph type="title"/>
          </p:nvPr>
        </p:nvSpPr>
        <p:spPr/>
        <p:txBody>
          <a:bodyPr>
            <a:normAutofit fontScale="90000"/>
          </a:bodyPr>
          <a:lstStyle/>
          <a:p>
            <a:pPr fontAlgn="auto">
              <a:spcAft>
                <a:spcPts val="0"/>
              </a:spcAft>
              <a:defRPr/>
            </a:pPr>
            <a:r>
              <a:rPr lang="en-US" dirty="0">
                <a:solidFill>
                  <a:srgbClr val="24B5A1"/>
                </a:solidFill>
                <a:latin typeface="Calibri" panose="020F0502020204030204" pitchFamily="34" charset="0"/>
              </a:rPr>
              <a:t>8.15  </a:t>
            </a:r>
            <a:r>
              <a:rPr lang="en-US" dirty="0">
                <a:solidFill>
                  <a:srgbClr val="3380E6"/>
                </a:solidFill>
                <a:latin typeface="Calibri" panose="020F0502020204030204" pitchFamily="34" charset="0"/>
              </a:rPr>
              <a:t>Using </a:t>
            </a:r>
            <a:r>
              <a:rPr lang="en-US" dirty="0" err="1">
                <a:solidFill>
                  <a:srgbClr val="3380E6"/>
                </a:solidFill>
                <a:latin typeface="Consolas" panose="020B0609020204030204" pitchFamily="49" charset="0"/>
              </a:rPr>
              <a:t>BigDecimal</a:t>
            </a:r>
            <a:r>
              <a:rPr lang="en-US" dirty="0">
                <a:solidFill>
                  <a:srgbClr val="3380E6"/>
                </a:solidFill>
                <a:latin typeface="Calibri" panose="020F0502020204030204" pitchFamily="34" charset="0"/>
              </a:rPr>
              <a:t> for Precise Monetary Calculations</a:t>
            </a:r>
          </a:p>
        </p:txBody>
      </p:sp>
      <p:sp>
        <p:nvSpPr>
          <p:cNvPr id="118787" name="Text Placeholder 2">
            <a:extLst>
              <a:ext uri="{FF2B5EF4-FFF2-40B4-BE49-F238E27FC236}">
                <a16:creationId xmlns:a16="http://schemas.microsoft.com/office/drawing/2014/main" id="{CDB87F81-9E21-45C2-8613-B01EA8EDD8ED}"/>
              </a:ext>
            </a:extLst>
          </p:cNvPr>
          <p:cNvSpPr>
            <a:spLocks noGrp="1"/>
          </p:cNvSpPr>
          <p:nvPr>
            <p:ph type="body" idx="1"/>
          </p:nvPr>
        </p:nvSpPr>
        <p:spPr/>
        <p:txBody>
          <a:bodyPr/>
          <a:lstStyle/>
          <a:p>
            <a:pPr eaLnBrk="1" hangingPunct="1"/>
            <a:r>
              <a:rPr lang="en-US" altLang="en-US" sz="2400" dirty="0">
                <a:solidFill>
                  <a:srgbClr val="000000"/>
                </a:solidFill>
              </a:rPr>
              <a:t>In earlier chapters, we demonstrated monetary calculations using values of type </a:t>
            </a:r>
            <a:r>
              <a:rPr lang="en-US" altLang="en-US" sz="2400" dirty="0">
                <a:solidFill>
                  <a:srgbClr val="000000"/>
                </a:solidFill>
                <a:latin typeface="Consolas" panose="020B0609020204030204" pitchFamily="49" charset="0"/>
              </a:rPr>
              <a:t>double</a:t>
            </a:r>
            <a:r>
              <a:rPr lang="en-US" altLang="en-US" sz="2400" dirty="0">
                <a:solidFill>
                  <a:srgbClr val="000000"/>
                </a:solidFill>
              </a:rPr>
              <a:t>. </a:t>
            </a:r>
          </a:p>
          <a:p>
            <a:pPr lvl="1" eaLnBrk="1" hangingPunct="1"/>
            <a:r>
              <a:rPr lang="en-US" altLang="en-US" sz="2000" dirty="0">
                <a:solidFill>
                  <a:srgbClr val="000000"/>
                </a:solidFill>
              </a:rPr>
              <a:t>some </a:t>
            </a:r>
            <a:r>
              <a:rPr lang="en-US" altLang="en-US" sz="2000" dirty="0">
                <a:solidFill>
                  <a:srgbClr val="000000"/>
                </a:solidFill>
                <a:latin typeface="Consolas" panose="020B0609020204030204" pitchFamily="49" charset="0"/>
              </a:rPr>
              <a:t>double</a:t>
            </a:r>
            <a:r>
              <a:rPr lang="en-US" altLang="en-US" sz="2000" dirty="0">
                <a:solidFill>
                  <a:srgbClr val="000000"/>
                </a:solidFill>
              </a:rPr>
              <a:t> values are represented approximately. </a:t>
            </a:r>
          </a:p>
          <a:p>
            <a:pPr eaLnBrk="1" hangingPunct="1"/>
            <a:r>
              <a:rPr lang="en-US" altLang="en-US" sz="2400" dirty="0">
                <a:solidFill>
                  <a:srgbClr val="000000"/>
                </a:solidFill>
              </a:rPr>
              <a:t>Any application that requires precise floating-point calculations—such as those in financial applications—should instead use class </a:t>
            </a:r>
            <a:r>
              <a:rPr lang="en-US" altLang="en-US" sz="2400" dirty="0" err="1">
                <a:solidFill>
                  <a:srgbClr val="000000"/>
                </a:solidFill>
                <a:latin typeface="Consolas" panose="020B0609020204030204" pitchFamily="49" charset="0"/>
              </a:rPr>
              <a:t>BigDecimal</a:t>
            </a:r>
            <a:r>
              <a:rPr lang="en-US" altLang="en-US" sz="2400" dirty="0">
                <a:solidFill>
                  <a:srgbClr val="000000"/>
                </a:solidFill>
              </a:rPr>
              <a:t> (from package </a:t>
            </a:r>
            <a:r>
              <a:rPr lang="en-US" altLang="en-US" sz="2400" dirty="0" err="1">
                <a:solidFill>
                  <a:srgbClr val="000000"/>
                </a:solidFill>
                <a:latin typeface="Consolas" panose="020B0609020204030204" pitchFamily="49" charset="0"/>
              </a:rPr>
              <a:t>java.math</a:t>
            </a:r>
            <a:r>
              <a:rPr lang="en-US" altLang="en-US" sz="2400" dirty="0">
                <a:solidFill>
                  <a:srgbClr val="000000"/>
                </a:solidFill>
              </a:rPr>
              <a:t>). </a:t>
            </a:r>
          </a:p>
        </p:txBody>
      </p:sp>
      <p:sp>
        <p:nvSpPr>
          <p:cNvPr id="4" name="Footer Placeholder 3">
            <a:extLst>
              <a:ext uri="{FF2B5EF4-FFF2-40B4-BE49-F238E27FC236}">
                <a16:creationId xmlns:a16="http://schemas.microsoft.com/office/drawing/2014/main" id="{42131FDD-C8C2-4DC4-9C94-7CB39AB4271E}"/>
              </a:ext>
            </a:extLst>
          </p:cNvPr>
          <p:cNvSpPr>
            <a:spLocks noGrp="1"/>
          </p:cNvSpPr>
          <p:nvPr>
            <p:ph type="ftr" sz="quarter" idx="4294967295"/>
          </p:nvPr>
        </p:nvSpPr>
        <p:spPr>
          <a:xfrm>
            <a:off x="4488296" y="6408739"/>
            <a:ext cx="7044267" cy="365125"/>
          </a:xfrm>
          <a:prstGeom prst="rect">
            <a:avLst/>
          </a:prstGeom>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1470041389"/>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8_OBP_Page_70">
            <a:extLst>
              <a:ext uri="{FF2B5EF4-FFF2-40B4-BE49-F238E27FC236}">
                <a16:creationId xmlns:a16="http://schemas.microsoft.com/office/drawing/2014/main" id="{145B3A6E-8982-4BA6-82BE-690CF6569580}"/>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461963"/>
            <a:ext cx="12192000" cy="5934075"/>
          </a:xfrm>
          <a:prstGeom prst="rect">
            <a:avLst/>
          </a:prstGeom>
        </p:spPr>
      </p:pic>
      <p:sp>
        <p:nvSpPr>
          <p:cNvPr id="2" name="Footer Placeholder 1">
            <a:extLst>
              <a:ext uri="{FF2B5EF4-FFF2-40B4-BE49-F238E27FC236}">
                <a16:creationId xmlns:a16="http://schemas.microsoft.com/office/drawing/2014/main" id="{34AF3538-58B8-4EF3-977F-4C710F5EB4F1}"/>
              </a:ext>
            </a:extLst>
          </p:cNvPr>
          <p:cNvSpPr>
            <a:spLocks noGrp="1"/>
          </p:cNvSpPr>
          <p:nvPr>
            <p:ph type="ftr" sz="quarter" idx="4294967295"/>
          </p:nvPr>
        </p:nvSpPr>
        <p:spPr>
          <a:xfrm>
            <a:off x="609600" y="6408739"/>
            <a:ext cx="8365067" cy="365125"/>
          </a:xfrm>
          <a:prstGeom prst="rect">
            <a:avLst/>
          </a:prstGeom>
        </p:spPr>
        <p:txBody>
          <a:bodyPr/>
          <a:lstStyle/>
          <a:p>
            <a:r>
              <a:rPr lang="en-US"/>
              <a:t>© Copyright 1992-2018 by Pearson Education, Inc. All Rights Reserved.</a:t>
            </a:r>
          </a:p>
        </p:txBody>
      </p:sp>
    </p:spTree>
    <p:extLst>
      <p:ext uri="{BB962C8B-B14F-4D97-AF65-F5344CB8AC3E}">
        <p14:creationId xmlns:p14="http://schemas.microsoft.com/office/powerpoint/2010/main" val="3753045831"/>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8_OBP_Page_71">
            <a:extLst>
              <a:ext uri="{FF2B5EF4-FFF2-40B4-BE49-F238E27FC236}">
                <a16:creationId xmlns:a16="http://schemas.microsoft.com/office/drawing/2014/main" id="{5EB26FDD-1191-464C-9906-9529AD02F7D7}"/>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754063"/>
            <a:ext cx="12192000" cy="5348287"/>
          </a:xfrm>
          <a:prstGeom prst="rect">
            <a:avLst/>
          </a:prstGeom>
        </p:spPr>
      </p:pic>
      <p:sp>
        <p:nvSpPr>
          <p:cNvPr id="2" name="Footer Placeholder 1">
            <a:extLst>
              <a:ext uri="{FF2B5EF4-FFF2-40B4-BE49-F238E27FC236}">
                <a16:creationId xmlns:a16="http://schemas.microsoft.com/office/drawing/2014/main" id="{886C1328-2780-4C7D-985D-27507D082466}"/>
              </a:ext>
            </a:extLst>
          </p:cNvPr>
          <p:cNvSpPr>
            <a:spLocks noGrp="1"/>
          </p:cNvSpPr>
          <p:nvPr>
            <p:ph type="ftr" sz="quarter" idx="4294967295"/>
          </p:nvPr>
        </p:nvSpPr>
        <p:spPr>
          <a:xfrm>
            <a:off x="609600" y="6408739"/>
            <a:ext cx="8365067" cy="365125"/>
          </a:xfrm>
          <a:prstGeom prst="rect">
            <a:avLst/>
          </a:prstGeom>
        </p:spPr>
        <p:txBody>
          <a:bodyPr/>
          <a:lstStyle/>
          <a:p>
            <a:r>
              <a:rPr lang="en-US"/>
              <a:t>© Copyright 1992-2018 by Pearson Education, Inc. All Rights Reserved.</a:t>
            </a:r>
          </a:p>
        </p:txBody>
      </p:sp>
    </p:spTree>
    <p:extLst>
      <p:ext uri="{BB962C8B-B14F-4D97-AF65-F5344CB8AC3E}">
        <p14:creationId xmlns:p14="http://schemas.microsoft.com/office/powerpoint/2010/main" val="1851276916"/>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8_OBP_Page_72">
            <a:extLst>
              <a:ext uri="{FF2B5EF4-FFF2-40B4-BE49-F238E27FC236}">
                <a16:creationId xmlns:a16="http://schemas.microsoft.com/office/drawing/2014/main" id="{41F3A69F-3EA9-42FA-854A-1B3A055FA305}"/>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890588"/>
            <a:ext cx="12192000" cy="5076825"/>
          </a:xfrm>
          <a:prstGeom prst="rect">
            <a:avLst/>
          </a:prstGeom>
        </p:spPr>
      </p:pic>
      <p:sp>
        <p:nvSpPr>
          <p:cNvPr id="2" name="Footer Placeholder 1">
            <a:extLst>
              <a:ext uri="{FF2B5EF4-FFF2-40B4-BE49-F238E27FC236}">
                <a16:creationId xmlns:a16="http://schemas.microsoft.com/office/drawing/2014/main" id="{F8B40A62-7287-4A54-8C37-079146D04F88}"/>
              </a:ext>
            </a:extLst>
          </p:cNvPr>
          <p:cNvSpPr>
            <a:spLocks noGrp="1"/>
          </p:cNvSpPr>
          <p:nvPr>
            <p:ph type="ftr" sz="quarter" idx="4294967295"/>
          </p:nvPr>
        </p:nvSpPr>
        <p:spPr>
          <a:xfrm>
            <a:off x="609600" y="6408739"/>
            <a:ext cx="8365067" cy="365125"/>
          </a:xfrm>
          <a:prstGeom prst="rect">
            <a:avLst/>
          </a:prstGeom>
        </p:spPr>
        <p:txBody>
          <a:bodyPr/>
          <a:lstStyle/>
          <a:p>
            <a:r>
              <a:rPr lang="en-US"/>
              <a:t>© Copyright 1992-2018 by Pearson Education, Inc. All Rights Reserved.</a:t>
            </a:r>
          </a:p>
        </p:txBody>
      </p:sp>
    </p:spTree>
    <p:extLst>
      <p:ext uri="{BB962C8B-B14F-4D97-AF65-F5344CB8AC3E}">
        <p14:creationId xmlns:p14="http://schemas.microsoft.com/office/powerpoint/2010/main" val="1693765788"/>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41735A-81B1-44F5-98C9-C07085DEB8B5}"/>
              </a:ext>
            </a:extLst>
          </p:cNvPr>
          <p:cNvSpPr>
            <a:spLocks noGrp="1"/>
          </p:cNvSpPr>
          <p:nvPr>
            <p:ph type="title"/>
          </p:nvPr>
        </p:nvSpPr>
        <p:spPr/>
        <p:txBody>
          <a:bodyPr>
            <a:normAutofit fontScale="90000"/>
          </a:bodyPr>
          <a:lstStyle/>
          <a:p>
            <a:pPr fontAlgn="auto">
              <a:spcAft>
                <a:spcPts val="0"/>
              </a:spcAft>
              <a:defRPr/>
            </a:pPr>
            <a:r>
              <a:rPr lang="en-US" dirty="0">
                <a:solidFill>
                  <a:srgbClr val="24B5A1"/>
                </a:solidFill>
                <a:latin typeface="Calibri" panose="020F0502020204030204" pitchFamily="34" charset="0"/>
              </a:rPr>
              <a:t>8.15  </a:t>
            </a:r>
            <a:r>
              <a:rPr lang="en-US" dirty="0">
                <a:solidFill>
                  <a:srgbClr val="3380E6"/>
                </a:solidFill>
                <a:latin typeface="Calibri" panose="020F0502020204030204" pitchFamily="34" charset="0"/>
              </a:rPr>
              <a:t>Using </a:t>
            </a:r>
            <a:r>
              <a:rPr lang="en-US" dirty="0" err="1">
                <a:solidFill>
                  <a:srgbClr val="3380E6"/>
                </a:solidFill>
                <a:latin typeface="Consolas" panose="020B0609020204030204" pitchFamily="49" charset="0"/>
              </a:rPr>
              <a:t>BigDecimal</a:t>
            </a:r>
            <a:r>
              <a:rPr lang="en-US" dirty="0">
                <a:solidFill>
                  <a:srgbClr val="3380E6"/>
                </a:solidFill>
                <a:latin typeface="Calibri" panose="020F0502020204030204" pitchFamily="34" charset="0"/>
              </a:rPr>
              <a:t> for Precise Monetary Calculations (Cont.)</a:t>
            </a:r>
          </a:p>
        </p:txBody>
      </p:sp>
      <p:sp>
        <p:nvSpPr>
          <p:cNvPr id="138243" name="Text Placeholder 2">
            <a:extLst>
              <a:ext uri="{FF2B5EF4-FFF2-40B4-BE49-F238E27FC236}">
                <a16:creationId xmlns:a16="http://schemas.microsoft.com/office/drawing/2014/main" id="{3D841D59-32BD-4447-A15C-7CCC439ACE6B}"/>
              </a:ext>
            </a:extLst>
          </p:cNvPr>
          <p:cNvSpPr>
            <a:spLocks noGrp="1"/>
          </p:cNvSpPr>
          <p:nvPr>
            <p:ph type="body" idx="1"/>
          </p:nvPr>
        </p:nvSpPr>
        <p:spPr/>
        <p:txBody>
          <a:bodyPr/>
          <a:lstStyle/>
          <a:p>
            <a:pPr marL="109537" indent="0">
              <a:buNone/>
              <a:defRPr/>
            </a:pPr>
            <a:r>
              <a:rPr lang="en-US" altLang="en-US" sz="2400" b="1" i="1" dirty="0">
                <a:solidFill>
                  <a:srgbClr val="000000"/>
                </a:solidFill>
              </a:rPr>
              <a:t>Interest Calculations Using </a:t>
            </a:r>
            <a:r>
              <a:rPr lang="en-US" altLang="en-US" sz="2400" b="1" i="1" dirty="0" err="1">
                <a:solidFill>
                  <a:srgbClr val="000000"/>
                </a:solidFill>
                <a:latin typeface="Consolas" panose="020B0609020204030204" pitchFamily="49" charset="0"/>
              </a:rPr>
              <a:t>BigDecimal</a:t>
            </a:r>
            <a:r>
              <a:rPr lang="en-US" altLang="en-US" sz="2400" b="1" i="1" dirty="0">
                <a:solidFill>
                  <a:srgbClr val="000000"/>
                </a:solidFill>
                <a:latin typeface="Consolas" panose="020B0609020204030204" pitchFamily="49" charset="0"/>
              </a:rPr>
              <a:t> </a:t>
            </a:r>
          </a:p>
          <a:p>
            <a:pPr eaLnBrk="1" hangingPunct="1">
              <a:defRPr/>
            </a:pPr>
            <a:r>
              <a:rPr lang="en-US" altLang="en-US" sz="2400" dirty="0">
                <a:solidFill>
                  <a:srgbClr val="000000"/>
                </a:solidFill>
              </a:rPr>
              <a:t>Figure 8.16 </a:t>
            </a:r>
            <a:r>
              <a:rPr lang="en-US" altLang="en-US" sz="2400" dirty="0" err="1">
                <a:solidFill>
                  <a:srgbClr val="000000"/>
                </a:solidFill>
              </a:rPr>
              <a:t>reimplements</a:t>
            </a:r>
            <a:r>
              <a:rPr lang="en-US" altLang="en-US" sz="2400" dirty="0">
                <a:solidFill>
                  <a:srgbClr val="000000"/>
                </a:solidFill>
              </a:rPr>
              <a:t> the interest calculation example of Fig. 5.6 using objects of class </a:t>
            </a:r>
            <a:r>
              <a:rPr lang="en-US" altLang="en-US" sz="2400" dirty="0" err="1">
                <a:solidFill>
                  <a:srgbClr val="000000"/>
                </a:solidFill>
                <a:latin typeface="Consolas" panose="020B0609020204030204" pitchFamily="49" charset="0"/>
              </a:rPr>
              <a:t>BigDecimal</a:t>
            </a:r>
            <a:r>
              <a:rPr lang="en-US" altLang="en-US" sz="2400" dirty="0">
                <a:solidFill>
                  <a:srgbClr val="000000"/>
                </a:solidFill>
              </a:rPr>
              <a:t> to perform the calculations. </a:t>
            </a:r>
          </a:p>
          <a:p>
            <a:pPr eaLnBrk="1" hangingPunct="1">
              <a:defRPr/>
            </a:pPr>
            <a:r>
              <a:rPr lang="en-US" altLang="en-US" sz="2400" dirty="0">
                <a:solidFill>
                  <a:srgbClr val="000000"/>
                </a:solidFill>
              </a:rPr>
              <a:t>We also introduce class </a:t>
            </a:r>
            <a:r>
              <a:rPr lang="en-US" altLang="en-US" sz="2400" dirty="0" err="1">
                <a:solidFill>
                  <a:srgbClr val="000000"/>
                </a:solidFill>
                <a:latin typeface="Consolas" panose="020B0609020204030204" pitchFamily="49" charset="0"/>
              </a:rPr>
              <a:t>NumberFormat</a:t>
            </a:r>
            <a:r>
              <a:rPr lang="en-US" altLang="en-US" sz="2400" dirty="0">
                <a:solidFill>
                  <a:srgbClr val="000000"/>
                </a:solidFill>
              </a:rPr>
              <a:t> (package </a:t>
            </a:r>
            <a:r>
              <a:rPr lang="en-US" altLang="en-US" sz="2400" dirty="0" err="1">
                <a:solidFill>
                  <a:srgbClr val="000000"/>
                </a:solidFill>
                <a:latin typeface="Consolas" panose="020B0609020204030204" pitchFamily="49" charset="0"/>
              </a:rPr>
              <a:t>java.text</a:t>
            </a:r>
            <a:r>
              <a:rPr lang="en-US" altLang="en-US" sz="2400" dirty="0">
                <a:solidFill>
                  <a:srgbClr val="000000"/>
                </a:solidFill>
              </a:rPr>
              <a:t>) for formatting numeric values as </a:t>
            </a:r>
            <a:r>
              <a:rPr lang="en-US" altLang="en-US" sz="2400" i="1" dirty="0">
                <a:solidFill>
                  <a:srgbClr val="000000"/>
                </a:solidFill>
              </a:rPr>
              <a:t>locale-specific</a:t>
            </a:r>
            <a:r>
              <a:rPr lang="en-US" altLang="en-US" sz="2400" dirty="0">
                <a:solidFill>
                  <a:srgbClr val="000000"/>
                </a:solidFill>
              </a:rPr>
              <a:t> </a:t>
            </a:r>
            <a:r>
              <a:rPr lang="en-US" altLang="en-US" sz="2400" dirty="0">
                <a:solidFill>
                  <a:srgbClr val="000000"/>
                </a:solidFill>
                <a:latin typeface="Consolas" panose="020B0609020204030204" pitchFamily="49" charset="0"/>
              </a:rPr>
              <a:t>String</a:t>
            </a:r>
            <a:r>
              <a:rPr lang="en-US" altLang="en-US" sz="2400" dirty="0">
                <a:solidFill>
                  <a:srgbClr val="000000"/>
                </a:solidFill>
              </a:rPr>
              <a:t>s—for example, in the U.S. locale, the value 1234.56, would be formatted as </a:t>
            </a:r>
            <a:r>
              <a:rPr lang="en-US" altLang="en-US" sz="2400" dirty="0">
                <a:solidFill>
                  <a:srgbClr val="000000"/>
                </a:solidFill>
                <a:latin typeface="Consolas" panose="020B0609020204030204" pitchFamily="49" charset="0"/>
              </a:rPr>
              <a:t>"1,234.56"</a:t>
            </a:r>
            <a:r>
              <a:rPr lang="en-US" altLang="en-US" sz="2400" dirty="0">
                <a:solidFill>
                  <a:srgbClr val="000000"/>
                </a:solidFill>
              </a:rPr>
              <a:t>, whereas in many European locales it would be formatted as </a:t>
            </a:r>
            <a:r>
              <a:rPr lang="en-US" altLang="en-US" sz="2400" dirty="0">
                <a:solidFill>
                  <a:srgbClr val="000000"/>
                </a:solidFill>
                <a:latin typeface="Consolas" panose="020B0609020204030204" pitchFamily="49" charset="0"/>
              </a:rPr>
              <a:t>"1.234,56"</a:t>
            </a:r>
            <a:r>
              <a:rPr lang="en-US" altLang="en-US" sz="2400" dirty="0">
                <a:solidFill>
                  <a:srgbClr val="000000"/>
                </a:solidFill>
              </a:rPr>
              <a:t>. </a:t>
            </a:r>
          </a:p>
        </p:txBody>
      </p:sp>
      <p:sp>
        <p:nvSpPr>
          <p:cNvPr id="4" name="Footer Placeholder 3">
            <a:extLst>
              <a:ext uri="{FF2B5EF4-FFF2-40B4-BE49-F238E27FC236}">
                <a16:creationId xmlns:a16="http://schemas.microsoft.com/office/drawing/2014/main" id="{3E94D5B9-7B01-47FE-B553-4145B5BDFBEF}"/>
              </a:ext>
            </a:extLst>
          </p:cNvPr>
          <p:cNvSpPr>
            <a:spLocks noGrp="1"/>
          </p:cNvSpPr>
          <p:nvPr>
            <p:ph type="ftr" sz="quarter" idx="4294967295"/>
          </p:nvPr>
        </p:nvSpPr>
        <p:spPr>
          <a:xfrm>
            <a:off x="4488296" y="6408739"/>
            <a:ext cx="7044267" cy="365125"/>
          </a:xfrm>
          <a:prstGeom prst="rect">
            <a:avLst/>
          </a:prstGeom>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3364289886"/>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39263C-EAA2-4B6B-A46C-D89A9A322431}"/>
              </a:ext>
            </a:extLst>
          </p:cNvPr>
          <p:cNvSpPr>
            <a:spLocks noGrp="1"/>
          </p:cNvSpPr>
          <p:nvPr>
            <p:ph type="title"/>
          </p:nvPr>
        </p:nvSpPr>
        <p:spPr>
          <a:xfrm>
            <a:off x="613611" y="581528"/>
            <a:ext cx="10918952" cy="1143000"/>
          </a:xfrm>
        </p:spPr>
        <p:txBody>
          <a:bodyPr>
            <a:normAutofit fontScale="90000"/>
          </a:bodyPr>
          <a:lstStyle/>
          <a:p>
            <a:pPr fontAlgn="auto">
              <a:spcAft>
                <a:spcPts val="0"/>
              </a:spcAft>
              <a:defRPr/>
            </a:pPr>
            <a:r>
              <a:rPr lang="en-US" dirty="0">
                <a:solidFill>
                  <a:srgbClr val="24B5A1"/>
                </a:solidFill>
                <a:latin typeface="Calibri" panose="020F0502020204030204" pitchFamily="34" charset="0"/>
              </a:rPr>
              <a:t>8.15  </a:t>
            </a:r>
            <a:r>
              <a:rPr lang="en-US" dirty="0">
                <a:solidFill>
                  <a:srgbClr val="3380E6"/>
                </a:solidFill>
                <a:latin typeface="Calibri" panose="020F0502020204030204" pitchFamily="34" charset="0"/>
              </a:rPr>
              <a:t>Using </a:t>
            </a:r>
            <a:r>
              <a:rPr lang="en-US" dirty="0" err="1">
                <a:solidFill>
                  <a:srgbClr val="3380E6"/>
                </a:solidFill>
                <a:latin typeface="Consolas" panose="020B0609020204030204" pitchFamily="49" charset="0"/>
              </a:rPr>
              <a:t>BigDecimal</a:t>
            </a:r>
            <a:r>
              <a:rPr lang="en-US" dirty="0">
                <a:solidFill>
                  <a:srgbClr val="3380E6"/>
                </a:solidFill>
                <a:latin typeface="Calibri" panose="020F0502020204030204" pitchFamily="34" charset="0"/>
              </a:rPr>
              <a:t> for Precise Monetary Calculations (Cont.)</a:t>
            </a:r>
          </a:p>
        </p:txBody>
      </p:sp>
      <p:sp>
        <p:nvSpPr>
          <p:cNvPr id="138243" name="Text Placeholder 2">
            <a:extLst>
              <a:ext uri="{FF2B5EF4-FFF2-40B4-BE49-F238E27FC236}">
                <a16:creationId xmlns:a16="http://schemas.microsoft.com/office/drawing/2014/main" id="{922C5734-688D-40B2-843C-F4963204A0F1}"/>
              </a:ext>
            </a:extLst>
          </p:cNvPr>
          <p:cNvSpPr>
            <a:spLocks noGrp="1"/>
          </p:cNvSpPr>
          <p:nvPr>
            <p:ph type="body" idx="1"/>
          </p:nvPr>
        </p:nvSpPr>
        <p:spPr>
          <a:xfrm>
            <a:off x="613611" y="1800729"/>
            <a:ext cx="10918952" cy="4525963"/>
          </a:xfrm>
        </p:spPr>
        <p:txBody>
          <a:bodyPr/>
          <a:lstStyle/>
          <a:p>
            <a:pPr marL="109537" indent="0">
              <a:buNone/>
              <a:defRPr/>
            </a:pPr>
            <a:r>
              <a:rPr lang="en-US" altLang="en-US" sz="2200" b="1" i="1" dirty="0">
                <a:cs typeface="Times New Roman" panose="02020603050405020304" pitchFamily="18" charset="0"/>
              </a:rPr>
              <a:t>Rounding </a:t>
            </a:r>
            <a:r>
              <a:rPr lang="en-US" altLang="en-US" sz="2200" b="1" i="1" dirty="0" err="1">
                <a:latin typeface="Consolas" panose="020B0609020204030204" pitchFamily="49" charset="0"/>
                <a:cs typeface="Times New Roman" panose="02020603050405020304" pitchFamily="18" charset="0"/>
              </a:rPr>
              <a:t>BigDecimal</a:t>
            </a:r>
            <a:r>
              <a:rPr lang="en-US" altLang="en-US" sz="2200" b="1" i="1" dirty="0">
                <a:cs typeface="Times New Roman" panose="02020603050405020304" pitchFamily="18" charset="0"/>
              </a:rPr>
              <a:t> Values</a:t>
            </a:r>
          </a:p>
          <a:p>
            <a:pPr eaLnBrk="1" hangingPunct="1">
              <a:defRPr/>
            </a:pPr>
            <a:r>
              <a:rPr lang="en-US" altLang="en-US" sz="2200" dirty="0">
                <a:cs typeface="Times New Roman" panose="02020603050405020304" pitchFamily="18" charset="0"/>
              </a:rPr>
              <a:t>In addition to precise calculations, </a:t>
            </a:r>
            <a:r>
              <a:rPr lang="en-US" altLang="en-US" sz="2200" dirty="0" err="1">
                <a:latin typeface="Consolas" panose="020B0609020204030204" pitchFamily="49" charset="0"/>
                <a:cs typeface="Times New Roman" panose="02020603050405020304" pitchFamily="18" charset="0"/>
              </a:rPr>
              <a:t>BigDecimal</a:t>
            </a:r>
            <a:r>
              <a:rPr lang="en-US" altLang="en-US" sz="2200" dirty="0">
                <a:cs typeface="Times New Roman" panose="02020603050405020304" pitchFamily="18" charset="0"/>
              </a:rPr>
              <a:t> also gives you control over how values are rounded—by default all calculations are exact and </a:t>
            </a:r>
            <a:r>
              <a:rPr lang="en-US" altLang="en-US" sz="2200" i="1" dirty="0">
                <a:cs typeface="Times New Roman" panose="02020603050405020304" pitchFamily="18" charset="0"/>
              </a:rPr>
              <a:t>no</a:t>
            </a:r>
            <a:r>
              <a:rPr lang="en-US" altLang="en-US" sz="2200" dirty="0">
                <a:cs typeface="Times New Roman" panose="02020603050405020304" pitchFamily="18" charset="0"/>
              </a:rPr>
              <a:t> rounding occurs. </a:t>
            </a:r>
          </a:p>
          <a:p>
            <a:pPr eaLnBrk="1" hangingPunct="1">
              <a:defRPr/>
            </a:pPr>
            <a:r>
              <a:rPr lang="en-US" altLang="en-US" sz="2200" dirty="0">
                <a:cs typeface="Times New Roman" panose="02020603050405020304" pitchFamily="18" charset="0"/>
              </a:rPr>
              <a:t>If you do not specify how to round </a:t>
            </a:r>
            <a:r>
              <a:rPr lang="en-US" altLang="en-US" sz="2200" dirty="0" err="1">
                <a:latin typeface="Consolas" panose="020B0609020204030204" pitchFamily="49" charset="0"/>
                <a:cs typeface="Times New Roman" panose="02020603050405020304" pitchFamily="18" charset="0"/>
              </a:rPr>
              <a:t>BigDecimal</a:t>
            </a:r>
            <a:r>
              <a:rPr lang="en-US" altLang="en-US" sz="2200" dirty="0">
                <a:cs typeface="Times New Roman" panose="02020603050405020304" pitchFamily="18" charset="0"/>
              </a:rPr>
              <a:t> values and a given value cannot be represented exactly—such as the result of 1 divided by 3, which is 0.3333333…—an </a:t>
            </a:r>
            <a:r>
              <a:rPr lang="en-US" altLang="en-US" sz="2200" dirty="0" err="1">
                <a:latin typeface="Consolas" panose="020B0609020204030204" pitchFamily="49" charset="0"/>
                <a:cs typeface="Times New Roman" panose="02020603050405020304" pitchFamily="18" charset="0"/>
              </a:rPr>
              <a:t>ArithmeticException</a:t>
            </a:r>
            <a:r>
              <a:rPr lang="en-US" altLang="en-US" sz="2200" dirty="0">
                <a:cs typeface="Times New Roman" panose="02020603050405020304" pitchFamily="18" charset="0"/>
              </a:rPr>
              <a:t> occurs. </a:t>
            </a:r>
          </a:p>
          <a:p>
            <a:pPr eaLnBrk="1" hangingPunct="1">
              <a:defRPr/>
            </a:pPr>
            <a:r>
              <a:rPr lang="en-US" altLang="en-US" sz="2200" dirty="0">
                <a:cs typeface="Times New Roman" panose="02020603050405020304" pitchFamily="18" charset="0"/>
              </a:rPr>
              <a:t>You can specify the rounding mode for </a:t>
            </a:r>
            <a:r>
              <a:rPr lang="en-US" altLang="en-US" sz="2200" dirty="0" err="1">
                <a:latin typeface="Consolas" panose="020B0609020204030204" pitchFamily="49" charset="0"/>
                <a:cs typeface="Times New Roman" panose="02020603050405020304" pitchFamily="18" charset="0"/>
              </a:rPr>
              <a:t>BigDecimal</a:t>
            </a:r>
            <a:r>
              <a:rPr lang="en-US" altLang="en-US" sz="2200" dirty="0">
                <a:cs typeface="Times New Roman" panose="02020603050405020304" pitchFamily="18" charset="0"/>
              </a:rPr>
              <a:t> by supplying a </a:t>
            </a:r>
            <a:r>
              <a:rPr lang="en-US" altLang="en-US" sz="2200" dirty="0" err="1">
                <a:latin typeface="Consolas" panose="020B0609020204030204" pitchFamily="49" charset="0"/>
                <a:cs typeface="Times New Roman" panose="02020603050405020304" pitchFamily="18" charset="0"/>
              </a:rPr>
              <a:t>MathContext</a:t>
            </a:r>
            <a:r>
              <a:rPr lang="en-US" altLang="en-US" sz="2200" dirty="0">
                <a:cs typeface="Times New Roman" panose="02020603050405020304" pitchFamily="18" charset="0"/>
              </a:rPr>
              <a:t> object (package </a:t>
            </a:r>
            <a:r>
              <a:rPr lang="en-US" altLang="en-US" sz="2200" dirty="0" err="1">
                <a:latin typeface="Consolas" panose="020B0609020204030204" pitchFamily="49" charset="0"/>
                <a:cs typeface="Times New Roman" panose="02020603050405020304" pitchFamily="18" charset="0"/>
              </a:rPr>
              <a:t>java.math</a:t>
            </a:r>
            <a:r>
              <a:rPr lang="en-US" altLang="en-US" sz="2200" dirty="0">
                <a:cs typeface="Times New Roman" panose="02020603050405020304" pitchFamily="18" charset="0"/>
              </a:rPr>
              <a:t>) to class </a:t>
            </a:r>
            <a:r>
              <a:rPr lang="en-US" altLang="en-US" sz="2200" dirty="0" err="1">
                <a:latin typeface="Consolas" panose="020B0609020204030204" pitchFamily="49" charset="0"/>
                <a:cs typeface="Times New Roman" panose="02020603050405020304" pitchFamily="18" charset="0"/>
              </a:rPr>
              <a:t>BigDecimal</a:t>
            </a:r>
            <a:r>
              <a:rPr lang="en-US" altLang="en-US" sz="2200" dirty="0" err="1">
                <a:cs typeface="Times New Roman" panose="02020603050405020304" pitchFamily="18" charset="0"/>
              </a:rPr>
              <a:t>’s</a:t>
            </a:r>
            <a:r>
              <a:rPr lang="en-US" altLang="en-US" sz="2200" dirty="0">
                <a:cs typeface="Times New Roman" panose="02020603050405020304" pitchFamily="18" charset="0"/>
              </a:rPr>
              <a:t> constructor when you create a </a:t>
            </a:r>
            <a:r>
              <a:rPr lang="en-US" altLang="en-US" sz="2200" dirty="0" err="1">
                <a:latin typeface="Consolas" panose="020B0609020204030204" pitchFamily="49" charset="0"/>
                <a:cs typeface="Times New Roman" panose="02020603050405020304" pitchFamily="18" charset="0"/>
              </a:rPr>
              <a:t>BigDecimal</a:t>
            </a:r>
            <a:r>
              <a:rPr lang="en-US" altLang="en-US" sz="2200" dirty="0">
                <a:cs typeface="Times New Roman" panose="02020603050405020304" pitchFamily="18" charset="0"/>
              </a:rPr>
              <a:t>. You may also provide a </a:t>
            </a:r>
            <a:r>
              <a:rPr lang="en-US" altLang="en-US" sz="2200" dirty="0" err="1">
                <a:latin typeface="Consolas" panose="020B0609020204030204" pitchFamily="49" charset="0"/>
                <a:cs typeface="Times New Roman" panose="02020603050405020304" pitchFamily="18" charset="0"/>
              </a:rPr>
              <a:t>MathContext</a:t>
            </a:r>
            <a:r>
              <a:rPr lang="en-US" altLang="en-US" sz="2200" dirty="0">
                <a:cs typeface="Times New Roman" panose="02020603050405020304" pitchFamily="18" charset="0"/>
              </a:rPr>
              <a:t> to various </a:t>
            </a:r>
            <a:r>
              <a:rPr lang="en-US" altLang="en-US" sz="2200" dirty="0" err="1">
                <a:latin typeface="Consolas" panose="020B0609020204030204" pitchFamily="49" charset="0"/>
                <a:cs typeface="Times New Roman" panose="02020603050405020304" pitchFamily="18" charset="0"/>
              </a:rPr>
              <a:t>BigDecimal</a:t>
            </a:r>
            <a:r>
              <a:rPr lang="en-US" altLang="en-US" sz="2200" dirty="0">
                <a:cs typeface="Times New Roman" panose="02020603050405020304" pitchFamily="18" charset="0"/>
              </a:rPr>
              <a:t> methods that perform calculations. </a:t>
            </a:r>
            <a:endParaRPr lang="en-US" altLang="en-US" sz="2200" dirty="0">
              <a:latin typeface="Consolas" panose="020B0609020204030204" pitchFamily="49" charset="0"/>
            </a:endParaRPr>
          </a:p>
        </p:txBody>
      </p:sp>
      <p:sp>
        <p:nvSpPr>
          <p:cNvPr id="4" name="Footer Placeholder 3">
            <a:extLst>
              <a:ext uri="{FF2B5EF4-FFF2-40B4-BE49-F238E27FC236}">
                <a16:creationId xmlns:a16="http://schemas.microsoft.com/office/drawing/2014/main" id="{F0B3B9AF-2A4D-4184-BD97-43CCE80436B7}"/>
              </a:ext>
            </a:extLst>
          </p:cNvPr>
          <p:cNvSpPr>
            <a:spLocks noGrp="1"/>
          </p:cNvSpPr>
          <p:nvPr>
            <p:ph type="ftr" sz="quarter" idx="4294967295"/>
          </p:nvPr>
        </p:nvSpPr>
        <p:spPr>
          <a:xfrm>
            <a:off x="4488296" y="6408739"/>
            <a:ext cx="7044267" cy="365125"/>
          </a:xfrm>
          <a:prstGeom prst="rect">
            <a:avLst/>
          </a:prstGeom>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1907787150"/>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6AFF3C-FCA6-4D6B-866A-EE92B7E8103F}"/>
              </a:ext>
            </a:extLst>
          </p:cNvPr>
          <p:cNvSpPr>
            <a:spLocks noGrp="1"/>
          </p:cNvSpPr>
          <p:nvPr>
            <p:ph type="title"/>
          </p:nvPr>
        </p:nvSpPr>
        <p:spPr>
          <a:xfrm>
            <a:off x="565483" y="376997"/>
            <a:ext cx="10967079" cy="1143000"/>
          </a:xfrm>
        </p:spPr>
        <p:txBody>
          <a:bodyPr>
            <a:normAutofit fontScale="90000"/>
          </a:bodyPr>
          <a:lstStyle/>
          <a:p>
            <a:pPr fontAlgn="auto">
              <a:spcAft>
                <a:spcPts val="0"/>
              </a:spcAft>
              <a:defRPr/>
            </a:pPr>
            <a:r>
              <a:rPr lang="en-US" dirty="0">
                <a:solidFill>
                  <a:srgbClr val="24B5A1"/>
                </a:solidFill>
                <a:latin typeface="Calibri" panose="020F0502020204030204" pitchFamily="34" charset="0"/>
              </a:rPr>
              <a:t>8.15  </a:t>
            </a:r>
            <a:r>
              <a:rPr lang="en-US" dirty="0">
                <a:solidFill>
                  <a:srgbClr val="3380E6"/>
                </a:solidFill>
                <a:latin typeface="Calibri" panose="020F0502020204030204" pitchFamily="34" charset="0"/>
              </a:rPr>
              <a:t>Using </a:t>
            </a:r>
            <a:r>
              <a:rPr lang="en-US" dirty="0" err="1">
                <a:solidFill>
                  <a:srgbClr val="3380E6"/>
                </a:solidFill>
                <a:latin typeface="Consolas" panose="020B0609020204030204" pitchFamily="49" charset="0"/>
              </a:rPr>
              <a:t>BigDecimal</a:t>
            </a:r>
            <a:r>
              <a:rPr lang="en-US" dirty="0">
                <a:solidFill>
                  <a:srgbClr val="3380E6"/>
                </a:solidFill>
                <a:latin typeface="Calibri" panose="020F0502020204030204" pitchFamily="34" charset="0"/>
              </a:rPr>
              <a:t> for Precise Monetary Calculations (Cont.)</a:t>
            </a:r>
          </a:p>
        </p:txBody>
      </p:sp>
      <p:sp>
        <p:nvSpPr>
          <p:cNvPr id="124931" name="Text Placeholder 2">
            <a:extLst>
              <a:ext uri="{FF2B5EF4-FFF2-40B4-BE49-F238E27FC236}">
                <a16:creationId xmlns:a16="http://schemas.microsoft.com/office/drawing/2014/main" id="{6E105BE2-96FA-4983-B5C2-EB940EAE2547}"/>
              </a:ext>
            </a:extLst>
          </p:cNvPr>
          <p:cNvSpPr>
            <a:spLocks noGrp="1"/>
          </p:cNvSpPr>
          <p:nvPr>
            <p:ph type="body" idx="1"/>
          </p:nvPr>
        </p:nvSpPr>
        <p:spPr>
          <a:xfrm>
            <a:off x="565483" y="1596198"/>
            <a:ext cx="10967079" cy="4525963"/>
          </a:xfrm>
        </p:spPr>
        <p:txBody>
          <a:bodyPr/>
          <a:lstStyle/>
          <a:p>
            <a:pPr eaLnBrk="1" hangingPunct="1"/>
            <a:r>
              <a:rPr lang="en-US" altLang="en-US" sz="2400" dirty="0">
                <a:cs typeface="Times New Roman" panose="02020603050405020304" pitchFamily="18" charset="0"/>
              </a:rPr>
              <a:t>Class </a:t>
            </a:r>
            <a:r>
              <a:rPr lang="en-US" altLang="en-US" sz="2400" dirty="0" err="1">
                <a:latin typeface="Consolas" panose="020B0609020204030204" pitchFamily="49" charset="0"/>
                <a:cs typeface="Times New Roman" panose="02020603050405020304" pitchFamily="18" charset="0"/>
              </a:rPr>
              <a:t>MathContext</a:t>
            </a:r>
            <a:r>
              <a:rPr lang="en-US" altLang="en-US" sz="2400" dirty="0">
                <a:cs typeface="Times New Roman" panose="02020603050405020304" pitchFamily="18" charset="0"/>
              </a:rPr>
              <a:t> contains several pre-configured </a:t>
            </a:r>
            <a:r>
              <a:rPr lang="en-US" altLang="en-US" sz="2400" dirty="0" err="1">
                <a:latin typeface="Consolas" panose="020B0609020204030204" pitchFamily="49" charset="0"/>
                <a:cs typeface="Times New Roman" panose="02020603050405020304" pitchFamily="18" charset="0"/>
              </a:rPr>
              <a:t>MathContext</a:t>
            </a:r>
            <a:r>
              <a:rPr lang="en-US" altLang="en-US" sz="2400" dirty="0">
                <a:cs typeface="Times New Roman" panose="02020603050405020304" pitchFamily="18" charset="0"/>
              </a:rPr>
              <a:t> objects that you can learn about at </a:t>
            </a:r>
          </a:p>
          <a:p>
            <a:pPr lvl="1" eaLnBrk="1" hangingPunct="1"/>
            <a:r>
              <a:rPr lang="en-US" altLang="en-US" sz="2000" dirty="0">
                <a:latin typeface="Consolas" panose="020B0609020204030204" pitchFamily="49" charset="0"/>
                <a:cs typeface="Times New Roman" panose="02020603050405020304" pitchFamily="18" charset="0"/>
              </a:rPr>
              <a:t>http://docs.oracle.com/javase/7/docs/api/java/</a:t>
            </a:r>
            <a:br>
              <a:rPr lang="en-US" altLang="en-US" sz="2000" dirty="0">
                <a:latin typeface="Consolas" panose="020B0609020204030204" pitchFamily="49" charset="0"/>
                <a:cs typeface="Times New Roman" panose="02020603050405020304" pitchFamily="18" charset="0"/>
              </a:rPr>
            </a:br>
            <a:r>
              <a:rPr lang="en-US" altLang="en-US" sz="2000" dirty="0">
                <a:latin typeface="Consolas" panose="020B0609020204030204" pitchFamily="49" charset="0"/>
                <a:cs typeface="Times New Roman" panose="02020603050405020304" pitchFamily="18" charset="0"/>
              </a:rPr>
              <a:t>math/MathContext.html</a:t>
            </a:r>
          </a:p>
          <a:p>
            <a:pPr eaLnBrk="1" hangingPunct="1"/>
            <a:r>
              <a:rPr lang="en-US" altLang="en-US" sz="2400" dirty="0">
                <a:cs typeface="Times New Roman" panose="02020603050405020304" pitchFamily="18" charset="0"/>
              </a:rPr>
              <a:t>By default, each pre-configured </a:t>
            </a:r>
            <a:r>
              <a:rPr lang="en-US" altLang="en-US" sz="2400" dirty="0" err="1">
                <a:latin typeface="Consolas" panose="020B0609020204030204" pitchFamily="49" charset="0"/>
                <a:cs typeface="Times New Roman" panose="02020603050405020304" pitchFamily="18" charset="0"/>
              </a:rPr>
              <a:t>MathContext</a:t>
            </a:r>
            <a:r>
              <a:rPr lang="en-US" altLang="en-US" sz="2400" dirty="0">
                <a:cs typeface="Times New Roman" panose="02020603050405020304" pitchFamily="18" charset="0"/>
              </a:rPr>
              <a:t> uses so called “bankers rounding” as explained for the </a:t>
            </a:r>
            <a:r>
              <a:rPr lang="en-US" altLang="en-US" sz="2400" dirty="0" err="1">
                <a:latin typeface="Consolas" panose="020B0609020204030204" pitchFamily="49" charset="0"/>
                <a:cs typeface="Times New Roman" panose="02020603050405020304" pitchFamily="18" charset="0"/>
              </a:rPr>
              <a:t>RoundingMode</a:t>
            </a:r>
            <a:r>
              <a:rPr lang="en-US" altLang="en-US" sz="2400" dirty="0">
                <a:cs typeface="Times New Roman" panose="02020603050405020304" pitchFamily="18" charset="0"/>
              </a:rPr>
              <a:t> constant </a:t>
            </a:r>
            <a:r>
              <a:rPr lang="en-US" altLang="en-US" sz="2400" dirty="0">
                <a:latin typeface="Consolas" panose="020B0609020204030204" pitchFamily="49" charset="0"/>
                <a:cs typeface="Times New Roman" panose="02020603050405020304" pitchFamily="18" charset="0"/>
              </a:rPr>
              <a:t>HALF_EVEN</a:t>
            </a:r>
            <a:r>
              <a:rPr lang="en-US" altLang="en-US" sz="2400" dirty="0">
                <a:cs typeface="Times New Roman" panose="02020603050405020304" pitchFamily="18" charset="0"/>
              </a:rPr>
              <a:t> at:</a:t>
            </a:r>
          </a:p>
          <a:p>
            <a:pPr lvl="1" eaLnBrk="1" hangingPunct="1"/>
            <a:r>
              <a:rPr lang="en-US" altLang="en-US" sz="2000" dirty="0">
                <a:latin typeface="Consolas" panose="020B0609020204030204" pitchFamily="49" charset="0"/>
              </a:rPr>
              <a:t>http://docs.oracle.com/javase/7/docs/api/java/</a:t>
            </a:r>
            <a:br>
              <a:rPr lang="en-US" altLang="en-US" sz="2000" dirty="0">
                <a:latin typeface="Consolas" panose="020B0609020204030204" pitchFamily="49" charset="0"/>
              </a:rPr>
            </a:br>
            <a:r>
              <a:rPr lang="en-US" altLang="en-US" sz="2000" dirty="0">
                <a:latin typeface="Consolas" panose="020B0609020204030204" pitchFamily="49" charset="0"/>
              </a:rPr>
              <a:t>math/</a:t>
            </a:r>
            <a:r>
              <a:rPr lang="en-US" altLang="en-US" sz="2000" dirty="0" err="1">
                <a:latin typeface="Consolas" panose="020B0609020204030204" pitchFamily="49" charset="0"/>
              </a:rPr>
              <a:t>RoundingMode.html#HALF_EVEN</a:t>
            </a:r>
            <a:endParaRPr lang="en-US" altLang="en-US" sz="2000" dirty="0">
              <a:latin typeface="Consolas" panose="020B0609020204030204" pitchFamily="49" charset="0"/>
            </a:endParaRPr>
          </a:p>
          <a:p>
            <a:pPr eaLnBrk="1" hangingPunct="1"/>
            <a:endParaRPr lang="en-US" altLang="en-US" sz="2200" dirty="0">
              <a:latin typeface="Consolas" panose="020B0609020204030204" pitchFamily="49" charset="0"/>
            </a:endParaRPr>
          </a:p>
        </p:txBody>
      </p:sp>
      <p:sp>
        <p:nvSpPr>
          <p:cNvPr id="4" name="Footer Placeholder 3">
            <a:extLst>
              <a:ext uri="{FF2B5EF4-FFF2-40B4-BE49-F238E27FC236}">
                <a16:creationId xmlns:a16="http://schemas.microsoft.com/office/drawing/2014/main" id="{F7FB2B09-BBF6-4BF8-983A-8A4C2B9F3E12}"/>
              </a:ext>
            </a:extLst>
          </p:cNvPr>
          <p:cNvSpPr>
            <a:spLocks noGrp="1"/>
          </p:cNvSpPr>
          <p:nvPr>
            <p:ph type="ftr" sz="quarter" idx="4294967295"/>
          </p:nvPr>
        </p:nvSpPr>
        <p:spPr>
          <a:xfrm>
            <a:off x="4488296" y="6408739"/>
            <a:ext cx="7044267" cy="365125"/>
          </a:xfrm>
          <a:prstGeom prst="rect">
            <a:avLst/>
          </a:prstGeom>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3047775535"/>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223C05-E5C5-4004-8BB7-13ECA4A3F51D}"/>
              </a:ext>
            </a:extLst>
          </p:cNvPr>
          <p:cNvSpPr>
            <a:spLocks noGrp="1"/>
          </p:cNvSpPr>
          <p:nvPr>
            <p:ph type="title"/>
          </p:nvPr>
        </p:nvSpPr>
        <p:spPr>
          <a:xfrm>
            <a:off x="681789" y="389022"/>
            <a:ext cx="10850774" cy="1143000"/>
          </a:xfrm>
        </p:spPr>
        <p:txBody>
          <a:bodyPr>
            <a:normAutofit fontScale="90000"/>
          </a:bodyPr>
          <a:lstStyle/>
          <a:p>
            <a:pPr fontAlgn="auto">
              <a:spcAft>
                <a:spcPts val="0"/>
              </a:spcAft>
              <a:defRPr/>
            </a:pPr>
            <a:r>
              <a:rPr lang="en-US" dirty="0">
                <a:solidFill>
                  <a:srgbClr val="24B5A1"/>
                </a:solidFill>
                <a:latin typeface="Calibri" panose="020F0502020204030204" pitchFamily="34" charset="0"/>
              </a:rPr>
              <a:t>8.15  </a:t>
            </a:r>
            <a:r>
              <a:rPr lang="en-US" dirty="0">
                <a:solidFill>
                  <a:srgbClr val="3380E6"/>
                </a:solidFill>
                <a:latin typeface="Calibri" panose="020F0502020204030204" pitchFamily="34" charset="0"/>
              </a:rPr>
              <a:t>Using </a:t>
            </a:r>
            <a:r>
              <a:rPr lang="en-US" dirty="0" err="1">
                <a:solidFill>
                  <a:srgbClr val="3380E6"/>
                </a:solidFill>
                <a:latin typeface="Consolas" panose="020B0609020204030204" pitchFamily="49" charset="0"/>
              </a:rPr>
              <a:t>BigDecimal</a:t>
            </a:r>
            <a:r>
              <a:rPr lang="en-US" dirty="0">
                <a:solidFill>
                  <a:srgbClr val="3380E6"/>
                </a:solidFill>
                <a:latin typeface="Calibri" panose="020F0502020204030204" pitchFamily="34" charset="0"/>
              </a:rPr>
              <a:t> for Precise Monetary Calculations (Cont.)</a:t>
            </a:r>
          </a:p>
        </p:txBody>
      </p:sp>
      <p:sp>
        <p:nvSpPr>
          <p:cNvPr id="138243" name="Text Placeholder 2">
            <a:extLst>
              <a:ext uri="{FF2B5EF4-FFF2-40B4-BE49-F238E27FC236}">
                <a16:creationId xmlns:a16="http://schemas.microsoft.com/office/drawing/2014/main" id="{1922812D-EC7C-40AB-950D-8E934CB8EE53}"/>
              </a:ext>
            </a:extLst>
          </p:cNvPr>
          <p:cNvSpPr>
            <a:spLocks noGrp="1"/>
          </p:cNvSpPr>
          <p:nvPr>
            <p:ph type="body" idx="1"/>
          </p:nvPr>
        </p:nvSpPr>
        <p:spPr>
          <a:xfrm>
            <a:off x="681789" y="1608223"/>
            <a:ext cx="10850774" cy="4525963"/>
          </a:xfrm>
        </p:spPr>
        <p:txBody>
          <a:bodyPr/>
          <a:lstStyle/>
          <a:p>
            <a:pPr marL="109537" indent="0">
              <a:buNone/>
              <a:defRPr/>
            </a:pPr>
            <a:r>
              <a:rPr lang="en-US" altLang="en-US" sz="2200" b="1" i="1" dirty="0">
                <a:cs typeface="Times New Roman" panose="02020603050405020304" pitchFamily="18" charset="0"/>
              </a:rPr>
              <a:t>Scaling </a:t>
            </a:r>
            <a:r>
              <a:rPr lang="en-US" altLang="en-US" sz="2200" b="1" i="1" dirty="0" err="1">
                <a:latin typeface="Consolas" panose="020B0609020204030204" pitchFamily="49" charset="0"/>
                <a:cs typeface="Times New Roman" panose="02020603050405020304" pitchFamily="18" charset="0"/>
              </a:rPr>
              <a:t>BigDecimal</a:t>
            </a:r>
            <a:r>
              <a:rPr lang="en-US" altLang="en-US" sz="2200" b="1" i="1" dirty="0">
                <a:cs typeface="Times New Roman" panose="02020603050405020304" pitchFamily="18" charset="0"/>
              </a:rPr>
              <a:t> Values</a:t>
            </a:r>
          </a:p>
          <a:p>
            <a:pPr eaLnBrk="1" hangingPunct="1">
              <a:defRPr/>
            </a:pPr>
            <a:r>
              <a:rPr lang="en-US" altLang="en-US" sz="2200" dirty="0">
                <a:cs typeface="Times New Roman" panose="02020603050405020304" pitchFamily="18" charset="0"/>
              </a:rPr>
              <a:t>A </a:t>
            </a:r>
            <a:r>
              <a:rPr lang="en-US" altLang="en-US" sz="2200" dirty="0" err="1">
                <a:latin typeface="Consolas" panose="020B0609020204030204" pitchFamily="49" charset="0"/>
                <a:cs typeface="Times New Roman" panose="02020603050405020304" pitchFamily="18" charset="0"/>
              </a:rPr>
              <a:t>BigDecimal</a:t>
            </a:r>
            <a:r>
              <a:rPr lang="en-US" altLang="en-US" sz="2200" dirty="0" err="1">
                <a:cs typeface="Times New Roman" panose="02020603050405020304" pitchFamily="18" charset="0"/>
              </a:rPr>
              <a:t>’s</a:t>
            </a:r>
            <a:r>
              <a:rPr lang="en-US" altLang="en-US" sz="2200" dirty="0">
                <a:cs typeface="Times New Roman" panose="02020603050405020304" pitchFamily="18" charset="0"/>
              </a:rPr>
              <a:t> scale is the number of digits to the right of its decimal point. If you need a </a:t>
            </a:r>
            <a:r>
              <a:rPr lang="en-US" altLang="en-US" sz="2200" dirty="0" err="1">
                <a:latin typeface="Consolas" panose="020B0609020204030204" pitchFamily="49" charset="0"/>
                <a:cs typeface="Times New Roman" panose="02020603050405020304" pitchFamily="18" charset="0"/>
              </a:rPr>
              <a:t>BigDecimal</a:t>
            </a:r>
            <a:r>
              <a:rPr lang="en-US" altLang="en-US" sz="2200" dirty="0">
                <a:cs typeface="Times New Roman" panose="02020603050405020304" pitchFamily="18" charset="0"/>
              </a:rPr>
              <a:t> rounded to a specific digit, you can call </a:t>
            </a:r>
            <a:r>
              <a:rPr lang="en-US" altLang="en-US" sz="2200" dirty="0" err="1">
                <a:latin typeface="Consolas" panose="020B0609020204030204" pitchFamily="49" charset="0"/>
                <a:cs typeface="Times New Roman" panose="02020603050405020304" pitchFamily="18" charset="0"/>
              </a:rPr>
              <a:t>BigDecimal</a:t>
            </a:r>
            <a:r>
              <a:rPr lang="en-US" altLang="en-US" sz="2200" dirty="0">
                <a:cs typeface="Times New Roman" panose="02020603050405020304" pitchFamily="18" charset="0"/>
              </a:rPr>
              <a:t> method </a:t>
            </a:r>
            <a:r>
              <a:rPr lang="en-US" altLang="en-US" sz="2200" dirty="0" err="1">
                <a:latin typeface="Consolas" panose="020B0609020204030204" pitchFamily="49" charset="0"/>
                <a:cs typeface="Times New Roman" panose="02020603050405020304" pitchFamily="18" charset="0"/>
              </a:rPr>
              <a:t>setScale</a:t>
            </a:r>
            <a:r>
              <a:rPr lang="en-US" altLang="en-US" sz="2200" dirty="0">
                <a:cs typeface="Times New Roman" panose="02020603050405020304" pitchFamily="18" charset="0"/>
              </a:rPr>
              <a:t>. </a:t>
            </a:r>
          </a:p>
          <a:p>
            <a:pPr eaLnBrk="1" hangingPunct="1">
              <a:defRPr/>
            </a:pPr>
            <a:r>
              <a:rPr lang="en-US" altLang="en-US" sz="2200" dirty="0">
                <a:cs typeface="Times New Roman" panose="02020603050405020304" pitchFamily="18" charset="0"/>
              </a:rPr>
              <a:t>For example, the following expression returns a </a:t>
            </a:r>
            <a:r>
              <a:rPr lang="en-US" altLang="en-US" sz="2200" dirty="0" err="1">
                <a:latin typeface="Consolas" panose="020B0609020204030204" pitchFamily="49" charset="0"/>
                <a:cs typeface="Times New Roman" panose="02020603050405020304" pitchFamily="18" charset="0"/>
              </a:rPr>
              <a:t>BigDecimal</a:t>
            </a:r>
            <a:r>
              <a:rPr lang="en-US" altLang="en-US" sz="2200" dirty="0">
                <a:cs typeface="Times New Roman" panose="02020603050405020304" pitchFamily="18" charset="0"/>
              </a:rPr>
              <a:t> with two digits to the right of the decimal point and using bankers rounding:  </a:t>
            </a:r>
          </a:p>
          <a:p>
            <a:pPr lvl="1" eaLnBrk="1" hangingPunct="1">
              <a:defRPr/>
            </a:pPr>
            <a:r>
              <a:rPr lang="en-US" altLang="en-US" sz="1800" dirty="0" err="1">
                <a:latin typeface="Consolas" panose="020B0609020204030204" pitchFamily="49" charset="0"/>
                <a:cs typeface="Times New Roman" panose="02020603050405020304" pitchFamily="18" charset="0"/>
              </a:rPr>
              <a:t>amount.setScale</a:t>
            </a:r>
            <a:r>
              <a:rPr lang="en-US" altLang="en-US" sz="1800" dirty="0">
                <a:latin typeface="Consolas" panose="020B0609020204030204" pitchFamily="49" charset="0"/>
                <a:cs typeface="Times New Roman" panose="02020603050405020304" pitchFamily="18" charset="0"/>
              </a:rPr>
              <a:t>(2, </a:t>
            </a:r>
            <a:r>
              <a:rPr lang="en-US" altLang="en-US" sz="1800" dirty="0" err="1">
                <a:latin typeface="Consolas" panose="020B0609020204030204" pitchFamily="49" charset="0"/>
                <a:cs typeface="Times New Roman" panose="02020603050405020304" pitchFamily="18" charset="0"/>
              </a:rPr>
              <a:t>RoundingMode.HALF_EVEN</a:t>
            </a:r>
            <a:r>
              <a:rPr lang="en-US" altLang="en-US" sz="1800" dirty="0">
                <a:latin typeface="Consolas" panose="020B0609020204030204" pitchFamily="49" charset="0"/>
                <a:cs typeface="Times New Roman" panose="02020603050405020304" pitchFamily="18" charset="0"/>
              </a:rPr>
              <a:t>)</a:t>
            </a:r>
          </a:p>
          <a:p>
            <a:pPr eaLnBrk="1" hangingPunct="1">
              <a:defRPr/>
            </a:pPr>
            <a:endParaRPr lang="en-US" altLang="en-US" sz="2200" dirty="0">
              <a:latin typeface="Consolas" panose="020B0609020204030204" pitchFamily="49" charset="0"/>
            </a:endParaRPr>
          </a:p>
        </p:txBody>
      </p:sp>
      <p:sp>
        <p:nvSpPr>
          <p:cNvPr id="4" name="Footer Placeholder 3">
            <a:extLst>
              <a:ext uri="{FF2B5EF4-FFF2-40B4-BE49-F238E27FC236}">
                <a16:creationId xmlns:a16="http://schemas.microsoft.com/office/drawing/2014/main" id="{53FCD6F6-9834-4AFA-9279-576EE92556EB}"/>
              </a:ext>
            </a:extLst>
          </p:cNvPr>
          <p:cNvSpPr>
            <a:spLocks noGrp="1"/>
          </p:cNvSpPr>
          <p:nvPr>
            <p:ph type="ftr" sz="quarter" idx="4294967295"/>
          </p:nvPr>
        </p:nvSpPr>
        <p:spPr>
          <a:xfrm>
            <a:off x="4488296" y="6408739"/>
            <a:ext cx="7044267" cy="365125"/>
          </a:xfrm>
          <a:prstGeom prst="rect">
            <a:avLst/>
          </a:prstGeom>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3016374699"/>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806872-3B08-4556-BB4F-89369DF46FF3}"/>
              </a:ext>
            </a:extLst>
          </p:cNvPr>
          <p:cNvSpPr>
            <a:spLocks noGrp="1"/>
          </p:cNvSpPr>
          <p:nvPr>
            <p:ph type="title"/>
          </p:nvPr>
        </p:nvSpPr>
        <p:spPr/>
        <p:txBody>
          <a:bodyPr>
            <a:normAutofit fontScale="90000"/>
          </a:bodyPr>
          <a:lstStyle/>
          <a:p>
            <a:pPr fontAlgn="auto">
              <a:spcAft>
                <a:spcPts val="0"/>
              </a:spcAft>
              <a:defRPr/>
            </a:pPr>
            <a:r>
              <a:rPr lang="en-US" dirty="0">
                <a:solidFill>
                  <a:srgbClr val="24B5A1"/>
                </a:solidFill>
                <a:latin typeface="Calibri" panose="020F0502020204030204" pitchFamily="34" charset="0"/>
              </a:rPr>
              <a:t>8.16  </a:t>
            </a:r>
            <a:r>
              <a:rPr lang="en-US" dirty="0">
                <a:solidFill>
                  <a:srgbClr val="3380E6"/>
                </a:solidFill>
                <a:latin typeface="Calibri" panose="020F0502020204030204" pitchFamily="34" charset="0"/>
              </a:rPr>
              <a:t>(Optional) GUI and Graphics Case Study: Using Objects with Graphics</a:t>
            </a:r>
          </a:p>
        </p:txBody>
      </p:sp>
      <p:sp>
        <p:nvSpPr>
          <p:cNvPr id="126979" name="Text Placeholder 2">
            <a:extLst>
              <a:ext uri="{FF2B5EF4-FFF2-40B4-BE49-F238E27FC236}">
                <a16:creationId xmlns:a16="http://schemas.microsoft.com/office/drawing/2014/main" id="{42DB0628-CAEE-42CE-B945-5F0C44916E70}"/>
              </a:ext>
            </a:extLst>
          </p:cNvPr>
          <p:cNvSpPr>
            <a:spLocks noGrp="1"/>
          </p:cNvSpPr>
          <p:nvPr>
            <p:ph type="body" idx="1"/>
          </p:nvPr>
        </p:nvSpPr>
        <p:spPr/>
        <p:txBody>
          <a:bodyPr/>
          <a:lstStyle/>
          <a:p>
            <a:pPr eaLnBrk="1" hangingPunct="1"/>
            <a:endParaRPr lang="en-US" altLang="en-US" sz="2100" dirty="0">
              <a:solidFill>
                <a:srgbClr val="000000"/>
              </a:solidFill>
            </a:endParaRPr>
          </a:p>
        </p:txBody>
      </p:sp>
      <p:sp>
        <p:nvSpPr>
          <p:cNvPr id="4" name="Footer Placeholder 3">
            <a:extLst>
              <a:ext uri="{FF2B5EF4-FFF2-40B4-BE49-F238E27FC236}">
                <a16:creationId xmlns:a16="http://schemas.microsoft.com/office/drawing/2014/main" id="{78064CDE-FB7D-4550-8049-719E1159DDD1}"/>
              </a:ext>
            </a:extLst>
          </p:cNvPr>
          <p:cNvSpPr>
            <a:spLocks noGrp="1"/>
          </p:cNvSpPr>
          <p:nvPr>
            <p:ph type="ftr" sz="quarter" idx="4294967295"/>
          </p:nvPr>
        </p:nvSpPr>
        <p:spPr>
          <a:xfrm>
            <a:off x="4488296" y="6408739"/>
            <a:ext cx="7044267" cy="365125"/>
          </a:xfrm>
          <a:prstGeom prst="rect">
            <a:avLst/>
          </a:prstGeom>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4010717814"/>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8_OBP_Page_73">
            <a:extLst>
              <a:ext uri="{FF2B5EF4-FFF2-40B4-BE49-F238E27FC236}">
                <a16:creationId xmlns:a16="http://schemas.microsoft.com/office/drawing/2014/main" id="{24CFF650-EC14-4806-8E1F-86274C6DCB2F}"/>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754063"/>
            <a:ext cx="12192000" cy="5348287"/>
          </a:xfrm>
          <a:prstGeom prst="rect">
            <a:avLst/>
          </a:prstGeom>
        </p:spPr>
      </p:pic>
      <p:sp>
        <p:nvSpPr>
          <p:cNvPr id="2" name="Footer Placeholder 1">
            <a:extLst>
              <a:ext uri="{FF2B5EF4-FFF2-40B4-BE49-F238E27FC236}">
                <a16:creationId xmlns:a16="http://schemas.microsoft.com/office/drawing/2014/main" id="{5D9EDFFE-CC86-470F-A572-461BC50A1F83}"/>
              </a:ext>
            </a:extLst>
          </p:cNvPr>
          <p:cNvSpPr>
            <a:spLocks noGrp="1"/>
          </p:cNvSpPr>
          <p:nvPr>
            <p:ph type="ftr" sz="quarter" idx="4294967295"/>
          </p:nvPr>
        </p:nvSpPr>
        <p:spPr>
          <a:xfrm>
            <a:off x="609600" y="6408739"/>
            <a:ext cx="8365067" cy="365125"/>
          </a:xfrm>
          <a:prstGeom prst="rect">
            <a:avLst/>
          </a:prstGeom>
        </p:spPr>
        <p:txBody>
          <a:bodyPr/>
          <a:lstStyle/>
          <a:p>
            <a:r>
              <a:rPr lang="en-US"/>
              <a:t>© Copyright 1992-2018 by Pearson Education, Inc. All Rights Reserved.</a:t>
            </a:r>
          </a:p>
        </p:txBody>
      </p:sp>
    </p:spTree>
    <p:extLst>
      <p:ext uri="{BB962C8B-B14F-4D97-AF65-F5344CB8AC3E}">
        <p14:creationId xmlns:p14="http://schemas.microsoft.com/office/powerpoint/2010/main" val="148135312"/>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8_OBP_Page_74">
            <a:extLst>
              <a:ext uri="{FF2B5EF4-FFF2-40B4-BE49-F238E27FC236}">
                <a16:creationId xmlns:a16="http://schemas.microsoft.com/office/drawing/2014/main" id="{85125CD6-B627-4762-A9A0-07F942B63DF4}"/>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28575"/>
            <a:ext cx="12192000" cy="6800850"/>
          </a:xfrm>
          <a:prstGeom prst="rect">
            <a:avLst/>
          </a:prstGeom>
        </p:spPr>
      </p:pic>
      <p:sp>
        <p:nvSpPr>
          <p:cNvPr id="2" name="Footer Placeholder 1">
            <a:extLst>
              <a:ext uri="{FF2B5EF4-FFF2-40B4-BE49-F238E27FC236}">
                <a16:creationId xmlns:a16="http://schemas.microsoft.com/office/drawing/2014/main" id="{2E1FC8CE-750A-4D1F-B665-43936FAFDC7B}"/>
              </a:ext>
            </a:extLst>
          </p:cNvPr>
          <p:cNvSpPr>
            <a:spLocks noGrp="1"/>
          </p:cNvSpPr>
          <p:nvPr>
            <p:ph type="ftr" sz="quarter" idx="4294967295"/>
          </p:nvPr>
        </p:nvSpPr>
        <p:spPr>
          <a:xfrm>
            <a:off x="609600" y="6408739"/>
            <a:ext cx="8365067" cy="365125"/>
          </a:xfrm>
          <a:prstGeom prst="rect">
            <a:avLst/>
          </a:prstGeom>
        </p:spPr>
        <p:txBody>
          <a:bodyPr/>
          <a:lstStyle/>
          <a:p>
            <a:r>
              <a:rPr lang="en-US"/>
              <a:t>© Copyright 1992-2018 by Pearson Education, Inc. All Rights Reserved.</a:t>
            </a:r>
          </a:p>
        </p:txBody>
      </p:sp>
    </p:spTree>
    <p:extLst>
      <p:ext uri="{BB962C8B-B14F-4D97-AF65-F5344CB8AC3E}">
        <p14:creationId xmlns:p14="http://schemas.microsoft.com/office/powerpoint/2010/main" val="1037242598"/>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8_OBP_Page_75">
            <a:extLst>
              <a:ext uri="{FF2B5EF4-FFF2-40B4-BE49-F238E27FC236}">
                <a16:creationId xmlns:a16="http://schemas.microsoft.com/office/drawing/2014/main" id="{906E7789-185B-4D2D-92C3-94F2675CDE5A}"/>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461963"/>
            <a:ext cx="12192000" cy="5934075"/>
          </a:xfrm>
          <a:prstGeom prst="rect">
            <a:avLst/>
          </a:prstGeom>
        </p:spPr>
      </p:pic>
      <p:sp>
        <p:nvSpPr>
          <p:cNvPr id="2" name="Footer Placeholder 1">
            <a:extLst>
              <a:ext uri="{FF2B5EF4-FFF2-40B4-BE49-F238E27FC236}">
                <a16:creationId xmlns:a16="http://schemas.microsoft.com/office/drawing/2014/main" id="{9FBD48F2-DAAD-465E-9A99-4B455C25A8F8}"/>
              </a:ext>
            </a:extLst>
          </p:cNvPr>
          <p:cNvSpPr>
            <a:spLocks noGrp="1"/>
          </p:cNvSpPr>
          <p:nvPr>
            <p:ph type="ftr" sz="quarter" idx="4294967295"/>
          </p:nvPr>
        </p:nvSpPr>
        <p:spPr>
          <a:xfrm>
            <a:off x="609600" y="6408739"/>
            <a:ext cx="8365067" cy="365125"/>
          </a:xfrm>
          <a:prstGeom prst="rect">
            <a:avLst/>
          </a:prstGeom>
        </p:spPr>
        <p:txBody>
          <a:bodyPr/>
          <a:lstStyle/>
          <a:p>
            <a:r>
              <a:rPr lang="en-US"/>
              <a:t>© Copyright 1992-2018 by Pearson Education, Inc. All Rights Reserved.</a:t>
            </a:r>
          </a:p>
        </p:txBody>
      </p:sp>
    </p:spTree>
    <p:extLst>
      <p:ext uri="{BB962C8B-B14F-4D97-AF65-F5344CB8AC3E}">
        <p14:creationId xmlns:p14="http://schemas.microsoft.com/office/powerpoint/2010/main" val="1769491754"/>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8_OBP_Page_76">
            <a:extLst>
              <a:ext uri="{FF2B5EF4-FFF2-40B4-BE49-F238E27FC236}">
                <a16:creationId xmlns:a16="http://schemas.microsoft.com/office/drawing/2014/main" id="{C96D8E46-046E-494B-BFB4-21B76C652873}"/>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898525"/>
            <a:ext cx="12192000" cy="5060950"/>
          </a:xfrm>
          <a:prstGeom prst="rect">
            <a:avLst/>
          </a:prstGeom>
        </p:spPr>
      </p:pic>
      <p:sp>
        <p:nvSpPr>
          <p:cNvPr id="2" name="Footer Placeholder 1">
            <a:extLst>
              <a:ext uri="{FF2B5EF4-FFF2-40B4-BE49-F238E27FC236}">
                <a16:creationId xmlns:a16="http://schemas.microsoft.com/office/drawing/2014/main" id="{C93F0FF4-F41A-4DFA-8E1C-18D1CD89B8AD}"/>
              </a:ext>
            </a:extLst>
          </p:cNvPr>
          <p:cNvSpPr>
            <a:spLocks noGrp="1"/>
          </p:cNvSpPr>
          <p:nvPr>
            <p:ph type="ftr" sz="quarter" idx="4294967295"/>
          </p:nvPr>
        </p:nvSpPr>
        <p:spPr>
          <a:xfrm>
            <a:off x="609600" y="6408739"/>
            <a:ext cx="8365067" cy="365125"/>
          </a:xfrm>
          <a:prstGeom prst="rect">
            <a:avLst/>
          </a:prstGeom>
        </p:spPr>
        <p:txBody>
          <a:bodyPr/>
          <a:lstStyle/>
          <a:p>
            <a:r>
              <a:rPr lang="en-US"/>
              <a:t>© Copyright 1992-2018 by Pearson Education, Inc. All Rights Reserved.</a:t>
            </a:r>
          </a:p>
        </p:txBody>
      </p:sp>
    </p:spTree>
    <p:extLst>
      <p:ext uri="{BB962C8B-B14F-4D97-AF65-F5344CB8AC3E}">
        <p14:creationId xmlns:p14="http://schemas.microsoft.com/office/powerpoint/2010/main" val="2362156401"/>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8_OBP_Page_77">
            <a:extLst>
              <a:ext uri="{FF2B5EF4-FFF2-40B4-BE49-F238E27FC236}">
                <a16:creationId xmlns:a16="http://schemas.microsoft.com/office/drawing/2014/main" id="{281279DB-A886-413B-BF93-BBC8ABB5B887}"/>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1362075" y="0"/>
            <a:ext cx="9466263" cy="6858000"/>
          </a:xfrm>
          <a:prstGeom prst="rect">
            <a:avLst/>
          </a:prstGeom>
        </p:spPr>
      </p:pic>
      <p:sp>
        <p:nvSpPr>
          <p:cNvPr id="2" name="Footer Placeholder 1">
            <a:extLst>
              <a:ext uri="{FF2B5EF4-FFF2-40B4-BE49-F238E27FC236}">
                <a16:creationId xmlns:a16="http://schemas.microsoft.com/office/drawing/2014/main" id="{518A1276-7ED7-41A3-9A47-A40C438AA7EA}"/>
              </a:ext>
            </a:extLst>
          </p:cNvPr>
          <p:cNvSpPr>
            <a:spLocks noGrp="1"/>
          </p:cNvSpPr>
          <p:nvPr>
            <p:ph type="ftr" sz="quarter" idx="4294967295"/>
          </p:nvPr>
        </p:nvSpPr>
        <p:spPr>
          <a:xfrm>
            <a:off x="609600" y="6408739"/>
            <a:ext cx="8365067" cy="365125"/>
          </a:xfrm>
          <a:prstGeom prst="rect">
            <a:avLst/>
          </a:prstGeom>
        </p:spPr>
        <p:txBody>
          <a:bodyPr/>
          <a:lstStyle/>
          <a:p>
            <a:r>
              <a:rPr lang="en-US"/>
              <a:t>© Copyright 1992-2018 by Pearson Education, Inc. All Rights Reserved.</a:t>
            </a:r>
          </a:p>
        </p:txBody>
      </p:sp>
    </p:spTree>
    <p:extLst>
      <p:ext uri="{BB962C8B-B14F-4D97-AF65-F5344CB8AC3E}">
        <p14:creationId xmlns:p14="http://schemas.microsoft.com/office/powerpoint/2010/main" val="1409460800"/>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8_OBP_Page_78">
            <a:extLst>
              <a:ext uri="{FF2B5EF4-FFF2-40B4-BE49-F238E27FC236}">
                <a16:creationId xmlns:a16="http://schemas.microsoft.com/office/drawing/2014/main" id="{8C25A761-53C9-4591-A65A-23FC55200B4E}"/>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796925" y="0"/>
            <a:ext cx="10598150" cy="6858000"/>
          </a:xfrm>
          <a:prstGeom prst="rect">
            <a:avLst/>
          </a:prstGeom>
        </p:spPr>
      </p:pic>
      <p:sp>
        <p:nvSpPr>
          <p:cNvPr id="2" name="Footer Placeholder 1">
            <a:extLst>
              <a:ext uri="{FF2B5EF4-FFF2-40B4-BE49-F238E27FC236}">
                <a16:creationId xmlns:a16="http://schemas.microsoft.com/office/drawing/2014/main" id="{7B90947D-E65C-49C2-B0B2-7055E06D435A}"/>
              </a:ext>
            </a:extLst>
          </p:cNvPr>
          <p:cNvSpPr>
            <a:spLocks noGrp="1"/>
          </p:cNvSpPr>
          <p:nvPr>
            <p:ph type="ftr" sz="quarter" idx="4294967295"/>
          </p:nvPr>
        </p:nvSpPr>
        <p:spPr>
          <a:xfrm>
            <a:off x="609600" y="6408739"/>
            <a:ext cx="8365067" cy="365125"/>
          </a:xfrm>
          <a:prstGeom prst="rect">
            <a:avLst/>
          </a:prstGeom>
        </p:spPr>
        <p:txBody>
          <a:bodyPr/>
          <a:lstStyle/>
          <a:p>
            <a:r>
              <a:rPr lang="en-US"/>
              <a:t>© Copyright 1992-2018 by Pearson Education, Inc. All Rights Reserved.</a:t>
            </a:r>
          </a:p>
        </p:txBody>
      </p:sp>
    </p:spTree>
    <p:extLst>
      <p:ext uri="{BB962C8B-B14F-4D97-AF65-F5344CB8AC3E}">
        <p14:creationId xmlns:p14="http://schemas.microsoft.com/office/powerpoint/2010/main" val="104112131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_rels/theme3.xml.rels><?xml version="1.0" encoding="UTF-8" standalone="yes"?>
<Relationships xmlns="http://schemas.openxmlformats.org/package/2006/relationships"><Relationship Id="rId1" Type="http://schemas.openxmlformats.org/officeDocument/2006/relationships/image" Target="../media/image1.jpeg"/></Relationships>
</file>

<file path=ppt/theme/_rels/theme4.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1_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3.xml><?xml version="1.0" encoding="utf-8"?>
<a:theme xmlns:a="http://schemas.openxmlformats.org/drawingml/2006/main" name="2_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4.xml><?xml version="1.0" encoding="utf-8"?>
<a:theme xmlns:a="http://schemas.openxmlformats.org/drawingml/2006/main" name="3_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2.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3.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4.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5.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6.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7.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8.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9.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10.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11.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12.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13.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14.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15.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16.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docMetadata/LabelInfo.xml><?xml version="1.0" encoding="utf-8"?>
<clbl:labelList xmlns:clbl="http://schemas.microsoft.com/office/2020/mipLabelMetadata">
  <clbl:label id="{baf8218e-b302-4465-a993-4a39c97251b2}" enabled="0" method="" siteId="{baf8218e-b302-4465-a993-4a39c97251b2}" removed="1"/>
</clbl:labelList>
</file>

<file path=docProps/app.xml><?xml version="1.0" encoding="utf-8"?>
<Properties xmlns="http://schemas.openxmlformats.org/officeDocument/2006/extended-properties" xmlns:vt="http://schemas.openxmlformats.org/officeDocument/2006/docPropsVTypes">
  <Template>JHTP11_06</Template>
  <TotalTime>57373</TotalTime>
  <Words>9792</Words>
  <Application>Microsoft Office PowerPoint</Application>
  <PresentationFormat>Widescreen</PresentationFormat>
  <Paragraphs>812</Paragraphs>
  <Slides>179</Slides>
  <Notes>90</Notes>
  <HiddenSlides>26</HiddenSlides>
  <MMClips>4</MMClips>
  <ScaleCrop>false</ScaleCrop>
  <HeadingPairs>
    <vt:vector size="6" baseType="variant">
      <vt:variant>
        <vt:lpstr>Fonts Used</vt:lpstr>
      </vt:variant>
      <vt:variant>
        <vt:i4>14</vt:i4>
      </vt:variant>
      <vt:variant>
        <vt:lpstr>Theme</vt:lpstr>
      </vt:variant>
      <vt:variant>
        <vt:i4>4</vt:i4>
      </vt:variant>
      <vt:variant>
        <vt:lpstr>Slide Titles</vt:lpstr>
      </vt:variant>
      <vt:variant>
        <vt:i4>179</vt:i4>
      </vt:variant>
    </vt:vector>
  </HeadingPairs>
  <TitlesOfParts>
    <vt:vector size="197" baseType="lpstr">
      <vt:lpstr>Adobe Caslon Pro</vt:lpstr>
      <vt:lpstr>Arial</vt:lpstr>
      <vt:lpstr>Calibri</vt:lpstr>
      <vt:lpstr>Cambria</vt:lpstr>
      <vt:lpstr>Consolas</vt:lpstr>
      <vt:lpstr>Humnst777 BT</vt:lpstr>
      <vt:lpstr>Humnst777 Lt BT</vt:lpstr>
      <vt:lpstr>JetBrains Mono</vt:lpstr>
      <vt:lpstr>Lucida Sans Unicode</vt:lpstr>
      <vt:lpstr>Times New Roman</vt:lpstr>
      <vt:lpstr>Verdana</vt:lpstr>
      <vt:lpstr>Wingdings</vt:lpstr>
      <vt:lpstr>Wingdings 2</vt:lpstr>
      <vt:lpstr>Wingdings 3</vt:lpstr>
      <vt:lpstr>Concourse</vt:lpstr>
      <vt:lpstr>1_Concourse</vt:lpstr>
      <vt:lpstr>2_Concourse</vt:lpstr>
      <vt:lpstr>3_Concourse</vt:lpstr>
      <vt:lpstr>Welcome to CSIS 312</vt:lpstr>
      <vt:lpstr>Welcome to CSIS 312</vt:lpstr>
      <vt:lpstr>USE OF AI IN ASSIGNMENT IS AN ACADEMIC FRAUD</vt:lpstr>
      <vt:lpstr>Importance of practicing to prepare for assignments and exams</vt:lpstr>
      <vt:lpstr>Welcome to CSIS 312</vt:lpstr>
      <vt:lpstr>Chapter 8  Classes and Objects: A Deeper Look</vt:lpstr>
      <vt:lpstr>8.1  Lecture Outline</vt:lpstr>
      <vt:lpstr>8.1  Introduction </vt:lpstr>
      <vt:lpstr>   Understanding program scope</vt:lpstr>
      <vt:lpstr>   Understanding program scope</vt:lpstr>
      <vt:lpstr>   Understanding program scope</vt:lpstr>
      <vt:lpstr>   Understanding program scope: EXAMPLE 1</vt:lpstr>
      <vt:lpstr>   Understanding program scope</vt:lpstr>
      <vt:lpstr>   Understanding program scope: EXAMPLE 1</vt:lpstr>
      <vt:lpstr>   Private &amp; Public Access modifier for Method</vt:lpstr>
      <vt:lpstr>   Forming multiple classes </vt:lpstr>
      <vt:lpstr>   Forming multiple classes </vt:lpstr>
      <vt:lpstr>   Creating multiple classes in NetBeans</vt:lpstr>
      <vt:lpstr>   EXERCISE: Forming multiple classes: EXAMPLE 2 </vt:lpstr>
      <vt:lpstr> REVISION: Forming multiple classes: EXAMPLE 2 </vt:lpstr>
      <vt:lpstr>Class Activities</vt:lpstr>
      <vt:lpstr>   Forming multiple classes </vt:lpstr>
      <vt:lpstr>   Catching exceptions: Example 3  </vt:lpstr>
      <vt:lpstr>   Extending an existing class </vt:lpstr>
      <vt:lpstr>INHERITANCE IN JAVA- Example</vt:lpstr>
      <vt:lpstr>Class Activities</vt:lpstr>
      <vt:lpstr>   Extending an existing class </vt:lpstr>
      <vt:lpstr>   Extending an existing class: Example 4 </vt:lpstr>
      <vt:lpstr>   Extending an existing class </vt:lpstr>
      <vt:lpstr>  Creating an object class </vt:lpstr>
      <vt:lpstr>  Creating an object class </vt:lpstr>
      <vt:lpstr>  Creating an object class : Example 5 </vt:lpstr>
      <vt:lpstr>7.4  Account Class: Initializing Objects with Constructors</vt:lpstr>
      <vt:lpstr>7.4  Account Class: Initializing Objects with Constructors</vt:lpstr>
      <vt:lpstr>  Producing an object instance </vt:lpstr>
      <vt:lpstr>  Producing an object instance : Example 6</vt:lpstr>
      <vt:lpstr>  Producing an object instance </vt:lpstr>
      <vt:lpstr>   Catching exceptions </vt:lpstr>
      <vt:lpstr>   Catching exceptions </vt:lpstr>
      <vt:lpstr>   Catching exceptions </vt:lpstr>
      <vt:lpstr>Throwing Exceptions  </vt:lpstr>
      <vt:lpstr>   Catching exceptions: Example 3  </vt:lpstr>
      <vt:lpstr>Throwing Exceptions  </vt:lpstr>
      <vt:lpstr>Throwing Exceptions  </vt:lpstr>
      <vt:lpstr>Throwing Exceptions  Example 8</vt:lpstr>
      <vt:lpstr>Throwing Exceptions  </vt:lpstr>
      <vt:lpstr>Throwing Exceptions  </vt:lpstr>
      <vt:lpstr>8.2  Time Class Case Study</vt:lpstr>
      <vt:lpstr>PowerPoint Presentation</vt:lpstr>
      <vt:lpstr>PowerPoint Presentation</vt:lpstr>
      <vt:lpstr>PowerPoint Presentation</vt:lpstr>
      <vt:lpstr>PowerPoint Presentation</vt:lpstr>
      <vt:lpstr>PowerPoint Presentation</vt:lpstr>
      <vt:lpstr>PowerPoint Presentation</vt:lpstr>
      <vt:lpstr>8.2  Time Class Case Study (Cont.)</vt:lpstr>
      <vt:lpstr>8.2  Time Class Case Study (Cont.)</vt:lpstr>
      <vt:lpstr>8.2  Time Class Case Study (Cont.)</vt:lpstr>
      <vt:lpstr>8.2  Time Class Case Study (Cont.)</vt:lpstr>
      <vt:lpstr>PowerPoint Presentation</vt:lpstr>
      <vt:lpstr>8.2  Time Class Case Study (Cont.)</vt:lpstr>
      <vt:lpstr>8.3  Controlling Access to Members </vt:lpstr>
      <vt:lpstr>PowerPoint Presentation</vt:lpstr>
      <vt:lpstr>PowerPoint Presentation</vt:lpstr>
      <vt:lpstr>REVISITING : Initializing Objects with Constructors</vt:lpstr>
      <vt:lpstr>REVISITING : Initializing Objects with Constructors</vt:lpstr>
      <vt:lpstr>PowerPoint Presentation</vt:lpstr>
      <vt:lpstr>Further Discussion on constructors:  </vt:lpstr>
      <vt:lpstr>PowerPoint Presentation</vt:lpstr>
      <vt:lpstr>PowerPoint Presentation</vt:lpstr>
      <vt:lpstr>Class Activities</vt:lpstr>
      <vt:lpstr>7.4.2  Class AccountTest: Initializing Account Objects When They’re Created (Cont.)</vt:lpstr>
      <vt:lpstr>PowerPoint Presentation</vt:lpstr>
      <vt:lpstr>8.4  Referring to the Current Object’s Members with the this Reference</vt:lpstr>
      <vt:lpstr>8.4  Referring to the Current Object’s Members with the this Reference (Cont.)</vt:lpstr>
      <vt:lpstr>PowerPoint Presentation</vt:lpstr>
      <vt:lpstr>PowerPoint Presentation</vt:lpstr>
      <vt:lpstr>PowerPoint Presentation</vt:lpstr>
      <vt:lpstr>8.4  Referring to the Current Object’s Members with the this Reference (Cont.)</vt:lpstr>
      <vt:lpstr>PowerPoint Presentation</vt:lpstr>
      <vt:lpstr>PowerPoint Presentation</vt:lpstr>
      <vt:lpstr>8.5  Time Class Case Study: Overloaded Constructors </vt:lpstr>
      <vt:lpstr>8.5  Time Class Case Study: Overloaded Constructors (Cont.)</vt:lpstr>
      <vt:lpstr>8.5  Time Class Case Study: Overloaded Constructors (Cont.)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8.5  Time Class Case Study: Overloaded Constructors (Cont.)</vt:lpstr>
      <vt:lpstr>8.5  Time Class Case Study: Overloaded Constructors (Cont.)</vt:lpstr>
      <vt:lpstr>8.5  Time Class Case Study: Overloaded Constructors (Cont.)</vt:lpstr>
      <vt:lpstr>8.6  Default and No-Argument Constructors</vt:lpstr>
      <vt:lpstr>PowerPoint Presentation</vt:lpstr>
      <vt:lpstr>PowerPoint Presentation</vt:lpstr>
      <vt:lpstr>8.7  Notes on Set and Get Methods</vt:lpstr>
      <vt:lpstr>8.7  Notes on Set and Get Methods (Cont.)</vt:lpstr>
      <vt:lpstr>PowerPoint Presentation</vt:lpstr>
      <vt:lpstr>8.7  Notes on Set and Get Methods (Cont.)</vt:lpstr>
      <vt:lpstr>PowerPoint Presentation</vt:lpstr>
      <vt:lpstr>PowerPoint Presentation</vt:lpstr>
      <vt:lpstr>8.8  Composition</vt:lpstr>
      <vt:lpstr>PowerPoint Presentation</vt:lpstr>
      <vt:lpstr>PowerPoint Presentation</vt:lpstr>
      <vt:lpstr>PowerPoint Presentation</vt:lpstr>
      <vt:lpstr>PowerPoint Presentation</vt:lpstr>
      <vt:lpstr>PowerPoint Presentation</vt:lpstr>
      <vt:lpstr>8.9  enum Types</vt:lpstr>
      <vt:lpstr>8.9  enum Types</vt:lpstr>
      <vt:lpstr>8.9  Enum Types (Cont.)</vt:lpstr>
      <vt:lpstr>8.9  Enum Types (Cont.)</vt:lpstr>
      <vt:lpstr>8.9   Enum inside a Class</vt:lpstr>
      <vt:lpstr>8.9     Loop Through an Enum</vt:lpstr>
      <vt:lpstr>Class Activities</vt:lpstr>
      <vt:lpstr>8.9      Difference between Enums and Classes</vt:lpstr>
      <vt:lpstr>8.14  Package Access</vt:lpstr>
      <vt:lpstr>PowerPoint Presentation</vt:lpstr>
      <vt:lpstr>PowerPoint Presentation</vt:lpstr>
      <vt:lpstr>PowerPoint Presentation</vt:lpstr>
      <vt:lpstr>CLASS ACTIVITIES  </vt:lpstr>
      <vt:lpstr>EXTRAL SLIDES FOR HARD WORKING STUDENTS</vt:lpstr>
      <vt:lpstr>PowerPoint Presentation</vt:lpstr>
      <vt:lpstr>PowerPoint Presentation</vt:lpstr>
      <vt:lpstr>PowerPoint Presentation</vt:lpstr>
      <vt:lpstr>PowerPoint Presentation</vt:lpstr>
      <vt:lpstr>8.9   Enum Types (Cont.)</vt:lpstr>
      <vt:lpstr>PowerPoint Presentation</vt:lpstr>
      <vt:lpstr>8.10  Garbage Collection</vt:lpstr>
      <vt:lpstr>8.10  Garbage Collection (Cont.)</vt:lpstr>
      <vt:lpstr>8.10  Garbage Collection (Cont.)</vt:lpstr>
      <vt:lpstr>8.10  Garbage Collection (Cont.)</vt:lpstr>
      <vt:lpstr>PowerPoint Presentation</vt:lpstr>
      <vt:lpstr>8.11  static Class Members</vt:lpstr>
      <vt:lpstr>PowerPoint Presentation</vt:lpstr>
      <vt:lpstr>8.11  static Class Members (Cont.)</vt:lpstr>
      <vt:lpstr>PowerPoint Presentation</vt:lpstr>
      <vt:lpstr>8.11  static Class Members (Cont.)</vt:lpstr>
      <vt:lpstr>PowerPoint Presentation</vt:lpstr>
      <vt:lpstr>PowerPoint Presentation</vt:lpstr>
      <vt:lpstr>PowerPoint Presentation</vt:lpstr>
      <vt:lpstr>PowerPoint Presentation</vt:lpstr>
      <vt:lpstr>PowerPoint Presentation</vt:lpstr>
      <vt:lpstr>8.11  static Class Members (Cont.)</vt:lpstr>
      <vt:lpstr>PowerPoint Presentation</vt:lpstr>
      <vt:lpstr>PowerPoint Presentation</vt:lpstr>
      <vt:lpstr>8.11  static Class Members (Cont.)</vt:lpstr>
      <vt:lpstr>8.12  static Import</vt:lpstr>
      <vt:lpstr>8.12  static Import (Cont.)</vt:lpstr>
      <vt:lpstr>PowerPoint Presentation</vt:lpstr>
      <vt:lpstr>PowerPoint Presentation</vt:lpstr>
      <vt:lpstr>8.13  final Instance Variables</vt:lpstr>
      <vt:lpstr>8.13  final Instance Variables (cont.)</vt:lpstr>
      <vt:lpstr>PowerPoint Presentation</vt:lpstr>
      <vt:lpstr>PowerPoint Presentation</vt:lpstr>
      <vt:lpstr>PowerPoint Presentation</vt:lpstr>
      <vt:lpstr>PowerPoint Presentation</vt:lpstr>
      <vt:lpstr>8.14  Package Access</vt:lpstr>
      <vt:lpstr>PowerPoint Presentation</vt:lpstr>
      <vt:lpstr>PowerPoint Presentation</vt:lpstr>
      <vt:lpstr>8.15  Using BigDecimal for Precise Monetary Calculations</vt:lpstr>
      <vt:lpstr>PowerPoint Presentation</vt:lpstr>
      <vt:lpstr>PowerPoint Presentation</vt:lpstr>
      <vt:lpstr>PowerPoint Presentation</vt:lpstr>
      <vt:lpstr>8.15  Using BigDecimal for Precise Monetary Calculations (Cont.)</vt:lpstr>
      <vt:lpstr>8.15  Using BigDecimal for Precise Monetary Calculations (Cont.)</vt:lpstr>
      <vt:lpstr>8.15  Using BigDecimal for Precise Monetary Calculations (Cont.)</vt:lpstr>
      <vt:lpstr>8.15  Using BigDecimal for Precise Monetary Calculations (Cont.)</vt:lpstr>
      <vt:lpstr>8.16  (Optional) GUI and Graphics Case Study: Using Objects with Graphics</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Photo Album</dc:title>
  <dc:creator>Paul Deitel</dc:creator>
  <cp:lastModifiedBy>Oderanti, Festus Oluseyi (Computational Sciences)</cp:lastModifiedBy>
  <cp:revision>143</cp:revision>
  <dcterms:created xsi:type="dcterms:W3CDTF">2017-07-06T14:39:07Z</dcterms:created>
  <dcterms:modified xsi:type="dcterms:W3CDTF">2025-08-18T07:28:01Z</dcterms:modified>
</cp:coreProperties>
</file>