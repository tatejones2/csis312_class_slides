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3.xml" ContentType="application/vnd.openxmlformats-officedocument.them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5" r:id="rId2"/>
    <p:sldMasterId id="2147483704" r:id="rId3"/>
  </p:sldMasterIdLst>
  <p:notesMasterIdLst>
    <p:notesMasterId r:id="rId208"/>
  </p:notesMasterIdLst>
  <p:sldIdLst>
    <p:sldId id="477" r:id="rId4"/>
    <p:sldId id="467" r:id="rId5"/>
    <p:sldId id="468" r:id="rId6"/>
    <p:sldId id="469" r:id="rId7"/>
    <p:sldId id="470" r:id="rId8"/>
    <p:sldId id="471" r:id="rId9"/>
    <p:sldId id="472" r:id="rId10"/>
    <p:sldId id="473" r:id="rId11"/>
    <p:sldId id="474" r:id="rId12"/>
    <p:sldId id="475" r:id="rId13"/>
    <p:sldId id="476" r:id="rId14"/>
    <p:sldId id="340" r:id="rId15"/>
    <p:sldId id="258" r:id="rId16"/>
    <p:sldId id="259" r:id="rId17"/>
    <p:sldId id="260" r:id="rId18"/>
    <p:sldId id="261" r:id="rId19"/>
    <p:sldId id="262" r:id="rId20"/>
    <p:sldId id="263" r:id="rId21"/>
    <p:sldId id="264" r:id="rId22"/>
    <p:sldId id="341" r:id="rId23"/>
    <p:sldId id="416" r:id="rId24"/>
    <p:sldId id="417" r:id="rId25"/>
    <p:sldId id="418" r:id="rId26"/>
    <p:sldId id="451" r:id="rId27"/>
    <p:sldId id="452" r:id="rId28"/>
    <p:sldId id="419" r:id="rId29"/>
    <p:sldId id="420" r:id="rId30"/>
    <p:sldId id="627" r:id="rId31"/>
    <p:sldId id="453" r:id="rId32"/>
    <p:sldId id="454" r:id="rId33"/>
    <p:sldId id="342" r:id="rId34"/>
    <p:sldId id="343" r:id="rId35"/>
    <p:sldId id="344" r:id="rId36"/>
    <p:sldId id="345" r:id="rId37"/>
    <p:sldId id="346" r:id="rId38"/>
    <p:sldId id="347" r:id="rId39"/>
    <p:sldId id="348" r:id="rId40"/>
    <p:sldId id="349" r:id="rId41"/>
    <p:sldId id="266" r:id="rId42"/>
    <p:sldId id="267" r:id="rId43"/>
    <p:sldId id="269" r:id="rId44"/>
    <p:sldId id="270" r:id="rId45"/>
    <p:sldId id="271" r:id="rId46"/>
    <p:sldId id="272" r:id="rId47"/>
    <p:sldId id="273" r:id="rId48"/>
    <p:sldId id="352" r:id="rId49"/>
    <p:sldId id="421" r:id="rId50"/>
    <p:sldId id="450" r:id="rId51"/>
    <p:sldId id="422" r:id="rId52"/>
    <p:sldId id="424" r:id="rId53"/>
    <p:sldId id="425" r:id="rId54"/>
    <p:sldId id="426" r:id="rId55"/>
    <p:sldId id="428" r:id="rId56"/>
    <p:sldId id="427" r:id="rId57"/>
    <p:sldId id="628" r:id="rId58"/>
    <p:sldId id="353" r:id="rId59"/>
    <p:sldId id="354" r:id="rId60"/>
    <p:sldId id="436" r:id="rId61"/>
    <p:sldId id="435" r:id="rId62"/>
    <p:sldId id="437" r:id="rId63"/>
    <p:sldId id="438" r:id="rId64"/>
    <p:sldId id="355" r:id="rId65"/>
    <p:sldId id="356" r:id="rId66"/>
    <p:sldId id="274" r:id="rId67"/>
    <p:sldId id="275" r:id="rId68"/>
    <p:sldId id="276" r:id="rId69"/>
    <p:sldId id="357" r:id="rId70"/>
    <p:sldId id="441" r:id="rId71"/>
    <p:sldId id="439" r:id="rId72"/>
    <p:sldId id="358" r:id="rId73"/>
    <p:sldId id="359" r:id="rId74"/>
    <p:sldId id="629" r:id="rId75"/>
    <p:sldId id="360" r:id="rId76"/>
    <p:sldId id="361" r:id="rId77"/>
    <p:sldId id="277" r:id="rId78"/>
    <p:sldId id="362" r:id="rId79"/>
    <p:sldId id="363" r:id="rId80"/>
    <p:sldId id="364" r:id="rId81"/>
    <p:sldId id="278" r:id="rId82"/>
    <p:sldId id="279" r:id="rId83"/>
    <p:sldId id="280" r:id="rId84"/>
    <p:sldId id="281" r:id="rId85"/>
    <p:sldId id="282" r:id="rId86"/>
    <p:sldId id="283" r:id="rId87"/>
    <p:sldId id="284" r:id="rId88"/>
    <p:sldId id="365" r:id="rId89"/>
    <p:sldId id="285" r:id="rId90"/>
    <p:sldId id="286" r:id="rId91"/>
    <p:sldId id="287" r:id="rId92"/>
    <p:sldId id="288" r:id="rId93"/>
    <p:sldId id="289" r:id="rId94"/>
    <p:sldId id="366" r:id="rId95"/>
    <p:sldId id="290" r:id="rId96"/>
    <p:sldId id="291" r:id="rId97"/>
    <p:sldId id="292" r:id="rId98"/>
    <p:sldId id="293" r:id="rId99"/>
    <p:sldId id="294" r:id="rId100"/>
    <p:sldId id="367" r:id="rId101"/>
    <p:sldId id="295" r:id="rId102"/>
    <p:sldId id="296" r:id="rId103"/>
    <p:sldId id="297" r:id="rId104"/>
    <p:sldId id="368" r:id="rId105"/>
    <p:sldId id="298" r:id="rId106"/>
    <p:sldId id="299" r:id="rId107"/>
    <p:sldId id="300" r:id="rId108"/>
    <p:sldId id="301" r:id="rId109"/>
    <p:sldId id="302" r:id="rId110"/>
    <p:sldId id="303" r:id="rId111"/>
    <p:sldId id="304" r:id="rId112"/>
    <p:sldId id="305" r:id="rId113"/>
    <p:sldId id="633" r:id="rId114"/>
    <p:sldId id="369" r:id="rId115"/>
    <p:sldId id="306" r:id="rId116"/>
    <p:sldId id="307" r:id="rId117"/>
    <p:sldId id="429" r:id="rId118"/>
    <p:sldId id="308" r:id="rId119"/>
    <p:sldId id="371" r:id="rId120"/>
    <p:sldId id="442" r:id="rId121"/>
    <p:sldId id="372" r:id="rId122"/>
    <p:sldId id="373" r:id="rId123"/>
    <p:sldId id="309" r:id="rId124"/>
    <p:sldId id="310" r:id="rId125"/>
    <p:sldId id="311" r:id="rId126"/>
    <p:sldId id="374" r:id="rId127"/>
    <p:sldId id="399" r:id="rId128"/>
    <p:sldId id="370" r:id="rId129"/>
    <p:sldId id="430" r:id="rId130"/>
    <p:sldId id="431" r:id="rId131"/>
    <p:sldId id="630" r:id="rId132"/>
    <p:sldId id="432" r:id="rId133"/>
    <p:sldId id="433" r:id="rId134"/>
    <p:sldId id="434" r:id="rId135"/>
    <p:sldId id="632" r:id="rId136"/>
    <p:sldId id="375" r:id="rId137"/>
    <p:sldId id="377" r:id="rId138"/>
    <p:sldId id="376" r:id="rId139"/>
    <p:sldId id="400" r:id="rId140"/>
    <p:sldId id="378" r:id="rId141"/>
    <p:sldId id="379" r:id="rId142"/>
    <p:sldId id="312" r:id="rId143"/>
    <p:sldId id="380" r:id="rId144"/>
    <p:sldId id="381" r:id="rId145"/>
    <p:sldId id="313" r:id="rId146"/>
    <p:sldId id="448" r:id="rId147"/>
    <p:sldId id="382" r:id="rId148"/>
    <p:sldId id="314" r:id="rId149"/>
    <p:sldId id="383" r:id="rId150"/>
    <p:sldId id="315" r:id="rId151"/>
    <p:sldId id="316" r:id="rId152"/>
    <p:sldId id="384" r:id="rId153"/>
    <p:sldId id="317" r:id="rId154"/>
    <p:sldId id="385" r:id="rId155"/>
    <p:sldId id="318" r:id="rId156"/>
    <p:sldId id="319" r:id="rId157"/>
    <p:sldId id="320" r:id="rId158"/>
    <p:sldId id="321" r:id="rId159"/>
    <p:sldId id="322" r:id="rId160"/>
    <p:sldId id="386" r:id="rId161"/>
    <p:sldId id="323" r:id="rId162"/>
    <p:sldId id="324" r:id="rId163"/>
    <p:sldId id="325" r:id="rId164"/>
    <p:sldId id="326" r:id="rId165"/>
    <p:sldId id="327" r:id="rId166"/>
    <p:sldId id="328" r:id="rId167"/>
    <p:sldId id="387" r:id="rId168"/>
    <p:sldId id="401" r:id="rId169"/>
    <p:sldId id="329" r:id="rId170"/>
    <p:sldId id="330" r:id="rId171"/>
    <p:sldId id="331" r:id="rId172"/>
    <p:sldId id="631" r:id="rId173"/>
    <p:sldId id="388" r:id="rId174"/>
    <p:sldId id="332" r:id="rId175"/>
    <p:sldId id="333" r:id="rId176"/>
    <p:sldId id="334" r:id="rId177"/>
    <p:sldId id="335" r:id="rId178"/>
    <p:sldId id="449" r:id="rId179"/>
    <p:sldId id="389" r:id="rId180"/>
    <p:sldId id="390" r:id="rId181"/>
    <p:sldId id="391" r:id="rId182"/>
    <p:sldId id="392" r:id="rId183"/>
    <p:sldId id="393" r:id="rId184"/>
    <p:sldId id="394" r:id="rId185"/>
    <p:sldId id="336" r:id="rId186"/>
    <p:sldId id="395" r:id="rId187"/>
    <p:sldId id="337" r:id="rId188"/>
    <p:sldId id="404" r:id="rId189"/>
    <p:sldId id="405" r:id="rId190"/>
    <p:sldId id="406" r:id="rId191"/>
    <p:sldId id="403" r:id="rId192"/>
    <p:sldId id="407" r:id="rId193"/>
    <p:sldId id="410" r:id="rId194"/>
    <p:sldId id="408" r:id="rId195"/>
    <p:sldId id="338" r:id="rId196"/>
    <p:sldId id="339" r:id="rId197"/>
    <p:sldId id="409" r:id="rId198"/>
    <p:sldId id="411" r:id="rId199"/>
    <p:sldId id="412" r:id="rId200"/>
    <p:sldId id="413" r:id="rId201"/>
    <p:sldId id="414" r:id="rId202"/>
    <p:sldId id="415" r:id="rId203"/>
    <p:sldId id="402" r:id="rId204"/>
    <p:sldId id="396" r:id="rId205"/>
    <p:sldId id="397" r:id="rId206"/>
    <p:sldId id="398" r:id="rId207"/>
  </p:sldIdLst>
  <p:sldSz cx="12192000" cy="6858000"/>
  <p:notesSz cx="6858000" cy="9144000"/>
  <p:photoAlbum/>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61" autoAdjust="0"/>
    <p:restoredTop sz="93324" autoAdjust="0"/>
  </p:normalViewPr>
  <p:slideViewPr>
    <p:cSldViewPr snapToGrid="0">
      <p:cViewPr varScale="1">
        <p:scale>
          <a:sx n="62" d="100"/>
          <a:sy n="62" d="100"/>
        </p:scale>
        <p:origin x="92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63" Type="http://schemas.openxmlformats.org/officeDocument/2006/relationships/slide" Target="slides/slide60.xml"/><Relationship Id="rId84" Type="http://schemas.openxmlformats.org/officeDocument/2006/relationships/slide" Target="slides/slide81.xml"/><Relationship Id="rId138" Type="http://schemas.openxmlformats.org/officeDocument/2006/relationships/slide" Target="slides/slide135.xml"/><Relationship Id="rId159" Type="http://schemas.openxmlformats.org/officeDocument/2006/relationships/slide" Target="slides/slide156.xml"/><Relationship Id="rId170" Type="http://schemas.openxmlformats.org/officeDocument/2006/relationships/slide" Target="slides/slide167.xml"/><Relationship Id="rId191" Type="http://schemas.openxmlformats.org/officeDocument/2006/relationships/slide" Target="slides/slide188.xml"/><Relationship Id="rId205" Type="http://schemas.openxmlformats.org/officeDocument/2006/relationships/slide" Target="slides/slide202.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53" Type="http://schemas.openxmlformats.org/officeDocument/2006/relationships/slide" Target="slides/slide50.xml"/><Relationship Id="rId74" Type="http://schemas.openxmlformats.org/officeDocument/2006/relationships/slide" Target="slides/slide71.xml"/><Relationship Id="rId128" Type="http://schemas.openxmlformats.org/officeDocument/2006/relationships/slide" Target="slides/slide125.xml"/><Relationship Id="rId149" Type="http://schemas.openxmlformats.org/officeDocument/2006/relationships/slide" Target="slides/slide146.xml"/><Relationship Id="rId5" Type="http://schemas.openxmlformats.org/officeDocument/2006/relationships/slide" Target="slides/slide2.xml"/><Relationship Id="rId95" Type="http://schemas.openxmlformats.org/officeDocument/2006/relationships/slide" Target="slides/slide92.xml"/><Relationship Id="rId160" Type="http://schemas.openxmlformats.org/officeDocument/2006/relationships/slide" Target="slides/slide157.xml"/><Relationship Id="rId181" Type="http://schemas.openxmlformats.org/officeDocument/2006/relationships/slide" Target="slides/slide178.xml"/><Relationship Id="rId22" Type="http://schemas.openxmlformats.org/officeDocument/2006/relationships/slide" Target="slides/slide19.xml"/><Relationship Id="rId43" Type="http://schemas.openxmlformats.org/officeDocument/2006/relationships/slide" Target="slides/slide40.xml"/><Relationship Id="rId64" Type="http://schemas.openxmlformats.org/officeDocument/2006/relationships/slide" Target="slides/slide61.xml"/><Relationship Id="rId118" Type="http://schemas.openxmlformats.org/officeDocument/2006/relationships/slide" Target="slides/slide115.xml"/><Relationship Id="rId139" Type="http://schemas.openxmlformats.org/officeDocument/2006/relationships/slide" Target="slides/slide136.xml"/><Relationship Id="rId85" Type="http://schemas.openxmlformats.org/officeDocument/2006/relationships/slide" Target="slides/slide82.xml"/><Relationship Id="rId150" Type="http://schemas.openxmlformats.org/officeDocument/2006/relationships/slide" Target="slides/slide147.xml"/><Relationship Id="rId171" Type="http://schemas.openxmlformats.org/officeDocument/2006/relationships/slide" Target="slides/slide168.xml"/><Relationship Id="rId192" Type="http://schemas.openxmlformats.org/officeDocument/2006/relationships/slide" Target="slides/slide189.xml"/><Relationship Id="rId206" Type="http://schemas.openxmlformats.org/officeDocument/2006/relationships/slide" Target="slides/slide203.xml"/><Relationship Id="rId12" Type="http://schemas.openxmlformats.org/officeDocument/2006/relationships/slide" Target="slides/slide9.xml"/><Relationship Id="rId33" Type="http://schemas.openxmlformats.org/officeDocument/2006/relationships/slide" Target="slides/slide30.xml"/><Relationship Id="rId108" Type="http://schemas.openxmlformats.org/officeDocument/2006/relationships/slide" Target="slides/slide105.xml"/><Relationship Id="rId129" Type="http://schemas.openxmlformats.org/officeDocument/2006/relationships/slide" Target="slides/slide126.xml"/><Relationship Id="rId54" Type="http://schemas.openxmlformats.org/officeDocument/2006/relationships/slide" Target="slides/slide51.xml"/><Relationship Id="rId75" Type="http://schemas.openxmlformats.org/officeDocument/2006/relationships/slide" Target="slides/slide72.xml"/><Relationship Id="rId96" Type="http://schemas.openxmlformats.org/officeDocument/2006/relationships/slide" Target="slides/slide93.xml"/><Relationship Id="rId140" Type="http://schemas.openxmlformats.org/officeDocument/2006/relationships/slide" Target="slides/slide137.xml"/><Relationship Id="rId161" Type="http://schemas.openxmlformats.org/officeDocument/2006/relationships/slide" Target="slides/slide158.xml"/><Relationship Id="rId182" Type="http://schemas.openxmlformats.org/officeDocument/2006/relationships/slide" Target="slides/slide179.xml"/><Relationship Id="rId6" Type="http://schemas.openxmlformats.org/officeDocument/2006/relationships/slide" Target="slides/slide3.xml"/><Relationship Id="rId23" Type="http://schemas.openxmlformats.org/officeDocument/2006/relationships/slide" Target="slides/slide20.xml"/><Relationship Id="rId119" Type="http://schemas.openxmlformats.org/officeDocument/2006/relationships/slide" Target="slides/slide116.xml"/><Relationship Id="rId44" Type="http://schemas.openxmlformats.org/officeDocument/2006/relationships/slide" Target="slides/slide41.xml"/><Relationship Id="rId65" Type="http://schemas.openxmlformats.org/officeDocument/2006/relationships/slide" Target="slides/slide62.xml"/><Relationship Id="rId86" Type="http://schemas.openxmlformats.org/officeDocument/2006/relationships/slide" Target="slides/slide83.xml"/><Relationship Id="rId130" Type="http://schemas.openxmlformats.org/officeDocument/2006/relationships/slide" Target="slides/slide127.xml"/><Relationship Id="rId151" Type="http://schemas.openxmlformats.org/officeDocument/2006/relationships/slide" Target="slides/slide148.xml"/><Relationship Id="rId172" Type="http://schemas.openxmlformats.org/officeDocument/2006/relationships/slide" Target="slides/slide169.xml"/><Relationship Id="rId193" Type="http://schemas.openxmlformats.org/officeDocument/2006/relationships/slide" Target="slides/slide190.xml"/><Relationship Id="rId207" Type="http://schemas.openxmlformats.org/officeDocument/2006/relationships/slide" Target="slides/slide204.xml"/><Relationship Id="rId13" Type="http://schemas.openxmlformats.org/officeDocument/2006/relationships/slide" Target="slides/slide10.xml"/><Relationship Id="rId109" Type="http://schemas.openxmlformats.org/officeDocument/2006/relationships/slide" Target="slides/slide106.xml"/><Relationship Id="rId34" Type="http://schemas.openxmlformats.org/officeDocument/2006/relationships/slide" Target="slides/slide31.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20" Type="http://schemas.openxmlformats.org/officeDocument/2006/relationships/slide" Target="slides/slide117.xml"/><Relationship Id="rId141" Type="http://schemas.openxmlformats.org/officeDocument/2006/relationships/slide" Target="slides/slide138.xml"/><Relationship Id="rId7" Type="http://schemas.openxmlformats.org/officeDocument/2006/relationships/slide" Target="slides/slide4.xml"/><Relationship Id="rId162" Type="http://schemas.openxmlformats.org/officeDocument/2006/relationships/slide" Target="slides/slide159.xml"/><Relationship Id="rId183" Type="http://schemas.openxmlformats.org/officeDocument/2006/relationships/slide" Target="slides/slide180.xml"/><Relationship Id="rId24" Type="http://schemas.openxmlformats.org/officeDocument/2006/relationships/slide" Target="slides/slide21.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31" Type="http://schemas.openxmlformats.org/officeDocument/2006/relationships/slide" Target="slides/slide128.xml"/><Relationship Id="rId152" Type="http://schemas.openxmlformats.org/officeDocument/2006/relationships/slide" Target="slides/slide149.xml"/><Relationship Id="rId173" Type="http://schemas.openxmlformats.org/officeDocument/2006/relationships/slide" Target="slides/slide170.xml"/><Relationship Id="rId194" Type="http://schemas.openxmlformats.org/officeDocument/2006/relationships/slide" Target="slides/slide191.xml"/><Relationship Id="rId208" Type="http://schemas.openxmlformats.org/officeDocument/2006/relationships/notesMaster" Target="notesMasters/notesMaster1.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126" Type="http://schemas.openxmlformats.org/officeDocument/2006/relationships/slide" Target="slides/slide123.xml"/><Relationship Id="rId147" Type="http://schemas.openxmlformats.org/officeDocument/2006/relationships/slide" Target="slides/slide144.xml"/><Relationship Id="rId168" Type="http://schemas.openxmlformats.org/officeDocument/2006/relationships/slide" Target="slides/slide165.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slide" Target="slides/slide118.xml"/><Relationship Id="rId142" Type="http://schemas.openxmlformats.org/officeDocument/2006/relationships/slide" Target="slides/slide139.xml"/><Relationship Id="rId163" Type="http://schemas.openxmlformats.org/officeDocument/2006/relationships/slide" Target="slides/slide160.xml"/><Relationship Id="rId184" Type="http://schemas.openxmlformats.org/officeDocument/2006/relationships/slide" Target="slides/slide181.xml"/><Relationship Id="rId189" Type="http://schemas.openxmlformats.org/officeDocument/2006/relationships/slide" Target="slides/slide186.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137" Type="http://schemas.openxmlformats.org/officeDocument/2006/relationships/slide" Target="slides/slide134.xml"/><Relationship Id="rId158" Type="http://schemas.openxmlformats.org/officeDocument/2006/relationships/slide" Target="slides/slide155.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32" Type="http://schemas.openxmlformats.org/officeDocument/2006/relationships/slide" Target="slides/slide129.xml"/><Relationship Id="rId153" Type="http://schemas.openxmlformats.org/officeDocument/2006/relationships/slide" Target="slides/slide150.xml"/><Relationship Id="rId174" Type="http://schemas.openxmlformats.org/officeDocument/2006/relationships/slide" Target="slides/slide171.xml"/><Relationship Id="rId179" Type="http://schemas.openxmlformats.org/officeDocument/2006/relationships/slide" Target="slides/slide176.xml"/><Relationship Id="rId195" Type="http://schemas.openxmlformats.org/officeDocument/2006/relationships/slide" Target="slides/slide192.xml"/><Relationship Id="rId209" Type="http://schemas.openxmlformats.org/officeDocument/2006/relationships/presProps" Target="presProps.xml"/><Relationship Id="rId190" Type="http://schemas.openxmlformats.org/officeDocument/2006/relationships/slide" Target="slides/slide187.xml"/><Relationship Id="rId204" Type="http://schemas.openxmlformats.org/officeDocument/2006/relationships/slide" Target="slides/slide201.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27" Type="http://schemas.openxmlformats.org/officeDocument/2006/relationships/slide" Target="slides/slide124.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143" Type="http://schemas.openxmlformats.org/officeDocument/2006/relationships/slide" Target="slides/slide140.xml"/><Relationship Id="rId148" Type="http://schemas.openxmlformats.org/officeDocument/2006/relationships/slide" Target="slides/slide145.xml"/><Relationship Id="rId164" Type="http://schemas.openxmlformats.org/officeDocument/2006/relationships/slide" Target="slides/slide161.xml"/><Relationship Id="rId169" Type="http://schemas.openxmlformats.org/officeDocument/2006/relationships/slide" Target="slides/slide166.xml"/><Relationship Id="rId185" Type="http://schemas.openxmlformats.org/officeDocument/2006/relationships/slide" Target="slides/slide182.xml"/><Relationship Id="rId4" Type="http://schemas.openxmlformats.org/officeDocument/2006/relationships/slide" Target="slides/slide1.xml"/><Relationship Id="rId9" Type="http://schemas.openxmlformats.org/officeDocument/2006/relationships/slide" Target="slides/slide6.xml"/><Relationship Id="rId180" Type="http://schemas.openxmlformats.org/officeDocument/2006/relationships/slide" Target="slides/slide177.xml"/><Relationship Id="rId210" Type="http://schemas.openxmlformats.org/officeDocument/2006/relationships/viewProps" Target="viewProps.xml"/><Relationship Id="rId26" Type="http://schemas.openxmlformats.org/officeDocument/2006/relationships/slide" Target="slides/slide23.xml"/><Relationship Id="rId47" Type="http://schemas.openxmlformats.org/officeDocument/2006/relationships/slide" Target="slides/slide44.xml"/><Relationship Id="rId68" Type="http://schemas.openxmlformats.org/officeDocument/2006/relationships/slide" Target="slides/slide65.xml"/><Relationship Id="rId89" Type="http://schemas.openxmlformats.org/officeDocument/2006/relationships/slide" Target="slides/slide86.xml"/><Relationship Id="rId112" Type="http://schemas.openxmlformats.org/officeDocument/2006/relationships/slide" Target="slides/slide109.xml"/><Relationship Id="rId133" Type="http://schemas.openxmlformats.org/officeDocument/2006/relationships/slide" Target="slides/slide130.xml"/><Relationship Id="rId154" Type="http://schemas.openxmlformats.org/officeDocument/2006/relationships/slide" Target="slides/slide151.xml"/><Relationship Id="rId175" Type="http://schemas.openxmlformats.org/officeDocument/2006/relationships/slide" Target="slides/slide172.xml"/><Relationship Id="rId196" Type="http://schemas.openxmlformats.org/officeDocument/2006/relationships/slide" Target="slides/slide193.xml"/><Relationship Id="rId200" Type="http://schemas.openxmlformats.org/officeDocument/2006/relationships/slide" Target="slides/slide197.xml"/><Relationship Id="rId16" Type="http://schemas.openxmlformats.org/officeDocument/2006/relationships/slide" Target="slides/slide13.xml"/><Relationship Id="rId37" Type="http://schemas.openxmlformats.org/officeDocument/2006/relationships/slide" Target="slides/slide34.xml"/><Relationship Id="rId58" Type="http://schemas.openxmlformats.org/officeDocument/2006/relationships/slide" Target="slides/slide55.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slide" Target="slides/slide120.xml"/><Relationship Id="rId144" Type="http://schemas.openxmlformats.org/officeDocument/2006/relationships/slide" Target="slides/slide141.xml"/><Relationship Id="rId90" Type="http://schemas.openxmlformats.org/officeDocument/2006/relationships/slide" Target="slides/slide87.xml"/><Relationship Id="rId165" Type="http://schemas.openxmlformats.org/officeDocument/2006/relationships/slide" Target="slides/slide162.xml"/><Relationship Id="rId186" Type="http://schemas.openxmlformats.org/officeDocument/2006/relationships/slide" Target="slides/slide183.xml"/><Relationship Id="rId211" Type="http://schemas.openxmlformats.org/officeDocument/2006/relationships/theme" Target="theme/theme1.xml"/><Relationship Id="rId27" Type="http://schemas.openxmlformats.org/officeDocument/2006/relationships/slide" Target="slides/slide24.xml"/><Relationship Id="rId48" Type="http://schemas.openxmlformats.org/officeDocument/2006/relationships/slide" Target="slides/slide45.xml"/><Relationship Id="rId69" Type="http://schemas.openxmlformats.org/officeDocument/2006/relationships/slide" Target="slides/slide66.xml"/><Relationship Id="rId113" Type="http://schemas.openxmlformats.org/officeDocument/2006/relationships/slide" Target="slides/slide110.xml"/><Relationship Id="rId134" Type="http://schemas.openxmlformats.org/officeDocument/2006/relationships/slide" Target="slides/slide131.xml"/><Relationship Id="rId80" Type="http://schemas.openxmlformats.org/officeDocument/2006/relationships/slide" Target="slides/slide77.xml"/><Relationship Id="rId155" Type="http://schemas.openxmlformats.org/officeDocument/2006/relationships/slide" Target="slides/slide152.xml"/><Relationship Id="rId176" Type="http://schemas.openxmlformats.org/officeDocument/2006/relationships/slide" Target="slides/slide173.xml"/><Relationship Id="rId197" Type="http://schemas.openxmlformats.org/officeDocument/2006/relationships/slide" Target="slides/slide194.xml"/><Relationship Id="rId201" Type="http://schemas.openxmlformats.org/officeDocument/2006/relationships/slide" Target="slides/slide198.xml"/><Relationship Id="rId17" Type="http://schemas.openxmlformats.org/officeDocument/2006/relationships/slide" Target="slides/slide14.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24" Type="http://schemas.openxmlformats.org/officeDocument/2006/relationships/slide" Target="slides/slide121.xml"/><Relationship Id="rId70" Type="http://schemas.openxmlformats.org/officeDocument/2006/relationships/slide" Target="slides/slide67.xml"/><Relationship Id="rId91" Type="http://schemas.openxmlformats.org/officeDocument/2006/relationships/slide" Target="slides/slide88.xml"/><Relationship Id="rId145" Type="http://schemas.openxmlformats.org/officeDocument/2006/relationships/slide" Target="slides/slide142.xml"/><Relationship Id="rId166" Type="http://schemas.openxmlformats.org/officeDocument/2006/relationships/slide" Target="slides/slide163.xml"/><Relationship Id="rId187" Type="http://schemas.openxmlformats.org/officeDocument/2006/relationships/slide" Target="slides/slide184.xml"/><Relationship Id="rId1" Type="http://schemas.openxmlformats.org/officeDocument/2006/relationships/slideMaster" Target="slideMasters/slideMaster1.xml"/><Relationship Id="rId212" Type="http://schemas.openxmlformats.org/officeDocument/2006/relationships/tableStyles" Target="tableStyles.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60" Type="http://schemas.openxmlformats.org/officeDocument/2006/relationships/slide" Target="slides/slide57.xml"/><Relationship Id="rId81" Type="http://schemas.openxmlformats.org/officeDocument/2006/relationships/slide" Target="slides/slide78.xml"/><Relationship Id="rId135" Type="http://schemas.openxmlformats.org/officeDocument/2006/relationships/slide" Target="slides/slide132.xml"/><Relationship Id="rId156" Type="http://schemas.openxmlformats.org/officeDocument/2006/relationships/slide" Target="slides/slide153.xml"/><Relationship Id="rId177" Type="http://schemas.openxmlformats.org/officeDocument/2006/relationships/slide" Target="slides/slide174.xml"/><Relationship Id="rId198" Type="http://schemas.openxmlformats.org/officeDocument/2006/relationships/slide" Target="slides/slide195.xml"/><Relationship Id="rId202" Type="http://schemas.openxmlformats.org/officeDocument/2006/relationships/slide" Target="slides/slide199.xml"/><Relationship Id="rId18" Type="http://schemas.openxmlformats.org/officeDocument/2006/relationships/slide" Target="slides/slide15.xml"/><Relationship Id="rId39" Type="http://schemas.openxmlformats.org/officeDocument/2006/relationships/slide" Target="slides/slide36.xml"/><Relationship Id="rId50" Type="http://schemas.openxmlformats.org/officeDocument/2006/relationships/slide" Target="slides/slide47.xml"/><Relationship Id="rId104" Type="http://schemas.openxmlformats.org/officeDocument/2006/relationships/slide" Target="slides/slide101.xml"/><Relationship Id="rId125" Type="http://schemas.openxmlformats.org/officeDocument/2006/relationships/slide" Target="slides/slide122.xml"/><Relationship Id="rId146" Type="http://schemas.openxmlformats.org/officeDocument/2006/relationships/slide" Target="slides/slide143.xml"/><Relationship Id="rId167" Type="http://schemas.openxmlformats.org/officeDocument/2006/relationships/slide" Target="slides/slide164.xml"/><Relationship Id="rId188" Type="http://schemas.openxmlformats.org/officeDocument/2006/relationships/slide" Target="slides/slide185.xml"/><Relationship Id="rId71" Type="http://schemas.openxmlformats.org/officeDocument/2006/relationships/slide" Target="slides/slide68.xml"/><Relationship Id="rId92" Type="http://schemas.openxmlformats.org/officeDocument/2006/relationships/slide" Target="slides/slide89.xml"/><Relationship Id="rId213" Type="http://schemas.microsoft.com/office/2016/11/relationships/changesInfo" Target="changesInfos/changesInfo1.xml"/><Relationship Id="rId2" Type="http://schemas.openxmlformats.org/officeDocument/2006/relationships/slideMaster" Target="slideMasters/slideMaster2.xml"/><Relationship Id="rId29" Type="http://schemas.openxmlformats.org/officeDocument/2006/relationships/slide" Target="slides/slide26.xml"/><Relationship Id="rId40" Type="http://schemas.openxmlformats.org/officeDocument/2006/relationships/slide" Target="slides/slide37.xml"/><Relationship Id="rId115" Type="http://schemas.openxmlformats.org/officeDocument/2006/relationships/slide" Target="slides/slide112.xml"/><Relationship Id="rId136" Type="http://schemas.openxmlformats.org/officeDocument/2006/relationships/slide" Target="slides/slide133.xml"/><Relationship Id="rId157" Type="http://schemas.openxmlformats.org/officeDocument/2006/relationships/slide" Target="slides/slide154.xml"/><Relationship Id="rId178" Type="http://schemas.openxmlformats.org/officeDocument/2006/relationships/slide" Target="slides/slide175.xml"/><Relationship Id="rId61" Type="http://schemas.openxmlformats.org/officeDocument/2006/relationships/slide" Target="slides/slide58.xml"/><Relationship Id="rId82" Type="http://schemas.openxmlformats.org/officeDocument/2006/relationships/slide" Target="slides/slide79.xml"/><Relationship Id="rId199" Type="http://schemas.openxmlformats.org/officeDocument/2006/relationships/slide" Target="slides/slide196.xml"/><Relationship Id="rId203" Type="http://schemas.openxmlformats.org/officeDocument/2006/relationships/slide" Target="slides/slide20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deranti, Festus Oluseyi (Computational Sciences)" userId="559a3653-a41f-4a5e-b0aa-dafa2ac45b97" providerId="ADAL" clId="{55F0B899-2538-40CF-85B9-C4C7F1A67D96}"/>
    <pc:docChg chg="custSel addSld modSld">
      <pc:chgData name="Oderanti, Festus Oluseyi (Computational Sciences)" userId="559a3653-a41f-4a5e-b0aa-dafa2ac45b97" providerId="ADAL" clId="{55F0B899-2538-40CF-85B9-C4C7F1A67D96}" dt="2024-04-22T18:23:41.988" v="383" actId="167"/>
      <pc:docMkLst>
        <pc:docMk/>
      </pc:docMkLst>
      <pc:sldChg chg="mod modShow">
        <pc:chgData name="Oderanti, Festus Oluseyi (Computational Sciences)" userId="559a3653-a41f-4a5e-b0aa-dafa2ac45b97" providerId="ADAL" clId="{55F0B899-2538-40CF-85B9-C4C7F1A67D96}" dt="2024-04-17T15:48:56.736" v="356" actId="729"/>
        <pc:sldMkLst>
          <pc:docMk/>
          <pc:sldMk cId="1177852292" sldId="269"/>
        </pc:sldMkLst>
      </pc:sldChg>
      <pc:sldChg chg="mod modShow">
        <pc:chgData name="Oderanti, Festus Oluseyi (Computational Sciences)" userId="559a3653-a41f-4a5e-b0aa-dafa2ac45b97" providerId="ADAL" clId="{55F0B899-2538-40CF-85B9-C4C7F1A67D96}" dt="2024-04-17T15:49:00.430" v="357" actId="729"/>
        <pc:sldMkLst>
          <pc:docMk/>
          <pc:sldMk cId="3289210384" sldId="270"/>
        </pc:sldMkLst>
      </pc:sldChg>
      <pc:sldChg chg="modSp">
        <pc:chgData name="Oderanti, Festus Oluseyi (Computational Sciences)" userId="559a3653-a41f-4a5e-b0aa-dafa2ac45b97" providerId="ADAL" clId="{55F0B899-2538-40CF-85B9-C4C7F1A67D96}" dt="2024-02-05T14:25:40.241" v="3" actId="20578"/>
        <pc:sldMkLst>
          <pc:docMk/>
          <pc:sldMk cId="300079995" sldId="435"/>
        </pc:sldMkLst>
        <pc:spChg chg="mod">
          <ac:chgData name="Oderanti, Festus Oluseyi (Computational Sciences)" userId="559a3653-a41f-4a5e-b0aa-dafa2ac45b97" providerId="ADAL" clId="{55F0B899-2538-40CF-85B9-C4C7F1A67D96}" dt="2024-02-05T14:25:40.241" v="3" actId="20578"/>
          <ac:spMkLst>
            <pc:docMk/>
            <pc:sldMk cId="300079995" sldId="435"/>
            <ac:spMk id="5" creationId="{28DAA093-89DB-4CE6-B341-DE8462B2ADC1}"/>
          </ac:spMkLst>
        </pc:spChg>
      </pc:sldChg>
      <pc:sldChg chg="modSp mod">
        <pc:chgData name="Oderanti, Festus Oluseyi (Computational Sciences)" userId="559a3653-a41f-4a5e-b0aa-dafa2ac45b97" providerId="ADAL" clId="{55F0B899-2538-40CF-85B9-C4C7F1A67D96}" dt="2024-04-19T15:40:24.890" v="359" actId="20577"/>
        <pc:sldMkLst>
          <pc:docMk/>
          <pc:sldMk cId="2062332521" sldId="628"/>
        </pc:sldMkLst>
        <pc:spChg chg="mod">
          <ac:chgData name="Oderanti, Festus Oluseyi (Computational Sciences)" userId="559a3653-a41f-4a5e-b0aa-dafa2ac45b97" providerId="ADAL" clId="{55F0B899-2538-40CF-85B9-C4C7F1A67D96}" dt="2024-04-19T15:40:24.890" v="359" actId="20577"/>
          <ac:spMkLst>
            <pc:docMk/>
            <pc:sldMk cId="2062332521" sldId="628"/>
            <ac:spMk id="2" creationId="{877E33D9-6781-4829-B43F-1335B43A5FAB}"/>
          </ac:spMkLst>
        </pc:spChg>
      </pc:sldChg>
      <pc:sldChg chg="modSp mod">
        <pc:chgData name="Oderanti, Festus Oluseyi (Computational Sciences)" userId="559a3653-a41f-4a5e-b0aa-dafa2ac45b97" providerId="ADAL" clId="{55F0B899-2538-40CF-85B9-C4C7F1A67D96}" dt="2024-02-04T20:39:09.662" v="2" actId="20577"/>
        <pc:sldMkLst>
          <pc:docMk/>
          <pc:sldMk cId="1443176778" sldId="629"/>
        </pc:sldMkLst>
        <pc:spChg chg="mod">
          <ac:chgData name="Oderanti, Festus Oluseyi (Computational Sciences)" userId="559a3653-a41f-4a5e-b0aa-dafa2ac45b97" providerId="ADAL" clId="{55F0B899-2538-40CF-85B9-C4C7F1A67D96}" dt="2024-02-04T20:39:09.662" v="2" actId="20577"/>
          <ac:spMkLst>
            <pc:docMk/>
            <pc:sldMk cId="1443176778" sldId="629"/>
            <ac:spMk id="2" creationId="{877E33D9-6781-4829-B43F-1335B43A5FAB}"/>
          </ac:spMkLst>
        </pc:spChg>
      </pc:sldChg>
      <pc:sldChg chg="modSp mod">
        <pc:chgData name="Oderanti, Festus Oluseyi (Computational Sciences)" userId="559a3653-a41f-4a5e-b0aa-dafa2ac45b97" providerId="ADAL" clId="{55F0B899-2538-40CF-85B9-C4C7F1A67D96}" dt="2024-04-22T16:29:32.825" v="373" actId="404"/>
        <pc:sldMkLst>
          <pc:docMk/>
          <pc:sldMk cId="2071461696" sldId="630"/>
        </pc:sldMkLst>
        <pc:spChg chg="mod">
          <ac:chgData name="Oderanti, Festus Oluseyi (Computational Sciences)" userId="559a3653-a41f-4a5e-b0aa-dafa2ac45b97" providerId="ADAL" clId="{55F0B899-2538-40CF-85B9-C4C7F1A67D96}" dt="2024-04-22T16:29:32.825" v="373" actId="404"/>
          <ac:spMkLst>
            <pc:docMk/>
            <pc:sldMk cId="2071461696" sldId="630"/>
            <ac:spMk id="2" creationId="{877E33D9-6781-4829-B43F-1335B43A5FAB}"/>
          </ac:spMkLst>
        </pc:spChg>
      </pc:sldChg>
      <pc:sldChg chg="modSp mod">
        <pc:chgData name="Oderanti, Festus Oluseyi (Computational Sciences)" userId="559a3653-a41f-4a5e-b0aa-dafa2ac45b97" providerId="ADAL" clId="{55F0B899-2538-40CF-85B9-C4C7F1A67D96}" dt="2024-04-22T18:23:41.988" v="383" actId="167"/>
        <pc:sldMkLst>
          <pc:docMk/>
          <pc:sldMk cId="3728143181" sldId="631"/>
        </pc:sldMkLst>
        <pc:picChg chg="mod ord">
          <ac:chgData name="Oderanti, Festus Oluseyi (Computational Sciences)" userId="559a3653-a41f-4a5e-b0aa-dafa2ac45b97" providerId="ADAL" clId="{55F0B899-2538-40CF-85B9-C4C7F1A67D96}" dt="2024-04-22T18:23:41.988" v="383" actId="167"/>
          <ac:picMkLst>
            <pc:docMk/>
            <pc:sldMk cId="3728143181" sldId="631"/>
            <ac:picMk id="4" creationId="{130E0FEF-1C9A-46B5-BCDA-9D84FD37A6C6}"/>
          </ac:picMkLst>
        </pc:picChg>
      </pc:sldChg>
      <pc:sldChg chg="modSp mod">
        <pc:chgData name="Oderanti, Festus Oluseyi (Computational Sciences)" userId="559a3653-a41f-4a5e-b0aa-dafa2ac45b97" providerId="ADAL" clId="{55F0B899-2538-40CF-85B9-C4C7F1A67D96}" dt="2024-04-22T16:29:54.610" v="380" actId="20577"/>
        <pc:sldMkLst>
          <pc:docMk/>
          <pc:sldMk cId="505085490" sldId="632"/>
        </pc:sldMkLst>
        <pc:spChg chg="mod">
          <ac:chgData name="Oderanti, Festus Oluseyi (Computational Sciences)" userId="559a3653-a41f-4a5e-b0aa-dafa2ac45b97" providerId="ADAL" clId="{55F0B899-2538-40CF-85B9-C4C7F1A67D96}" dt="2024-04-22T16:29:54.610" v="380" actId="20577"/>
          <ac:spMkLst>
            <pc:docMk/>
            <pc:sldMk cId="505085490" sldId="632"/>
            <ac:spMk id="2" creationId="{877E33D9-6781-4829-B43F-1335B43A5FAB}"/>
          </ac:spMkLst>
        </pc:spChg>
      </pc:sldChg>
      <pc:sldChg chg="modSp add mod">
        <pc:chgData name="Oderanti, Festus Oluseyi (Computational Sciences)" userId="559a3653-a41f-4a5e-b0aa-dafa2ac45b97" providerId="ADAL" clId="{55F0B899-2538-40CF-85B9-C4C7F1A67D96}" dt="2024-02-05T16:31:50.386" v="353" actId="114"/>
        <pc:sldMkLst>
          <pc:docMk/>
          <pc:sldMk cId="332776777" sldId="633"/>
        </pc:sldMkLst>
        <pc:spChg chg="mod">
          <ac:chgData name="Oderanti, Festus Oluseyi (Computational Sciences)" userId="559a3653-a41f-4a5e-b0aa-dafa2ac45b97" providerId="ADAL" clId="{55F0B899-2538-40CF-85B9-C4C7F1A67D96}" dt="2024-02-05T16:31:50.386" v="353" actId="114"/>
          <ac:spMkLst>
            <pc:docMk/>
            <pc:sldMk cId="332776777" sldId="633"/>
            <ac:spMk id="2" creationId="{877E33D9-6781-4829-B43F-1335B43A5FAB}"/>
          </ac:spMkLst>
        </pc:spChg>
      </pc:sldChg>
    </pc:docChg>
  </pc:docChgLst>
  <pc:docChgLst>
    <pc:chgData name="Oderanti, Festus Oluseyi (Computational Sciences)" userId="559a3653-a41f-4a5e-b0aa-dafa2ac45b97" providerId="ADAL" clId="{576ED893-C3CA-4584-9349-08CD2551E3C9}"/>
    <pc:docChg chg="modSld">
      <pc:chgData name="Oderanti, Festus Oluseyi (Computational Sciences)" userId="559a3653-a41f-4a5e-b0aa-dafa2ac45b97" providerId="ADAL" clId="{576ED893-C3CA-4584-9349-08CD2551E3C9}" dt="2024-09-09T05:18:59.039" v="147" actId="20577"/>
      <pc:docMkLst>
        <pc:docMk/>
      </pc:docMkLst>
      <pc:sldChg chg="modSp mod">
        <pc:chgData name="Oderanti, Festus Oluseyi (Computational Sciences)" userId="559a3653-a41f-4a5e-b0aa-dafa2ac45b97" providerId="ADAL" clId="{576ED893-C3CA-4584-9349-08CD2551E3C9}" dt="2024-09-09T05:18:59.039" v="147" actId="20577"/>
        <pc:sldMkLst>
          <pc:docMk/>
          <pc:sldMk cId="505085490" sldId="632"/>
        </pc:sldMkLst>
        <pc:spChg chg="mod">
          <ac:chgData name="Oderanti, Festus Oluseyi (Computational Sciences)" userId="559a3653-a41f-4a5e-b0aa-dafa2ac45b97" providerId="ADAL" clId="{576ED893-C3CA-4584-9349-08CD2551E3C9}" dt="2024-09-09T05:18:59.039" v="147" actId="20577"/>
          <ac:spMkLst>
            <pc:docMk/>
            <pc:sldMk cId="505085490" sldId="632"/>
            <ac:spMk id="2" creationId="{877E33D9-6781-4829-B43F-1335B43A5FA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Calibri" panose="020F0502020204030204" pitchFamily="34" charset="0"/>
                <a:cs typeface="Calibri" panose="020F050202020403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Calibri" panose="020F0502020204030204" pitchFamily="34" charset="0"/>
                <a:cs typeface="Calibri" panose="020F0502020204030204" pitchFamily="34" charset="0"/>
              </a:defRPr>
            </a:lvl1pPr>
          </a:lstStyle>
          <a:p>
            <a:fld id="{C516B003-F6C1-427E-A973-F88770C94D9D}" type="datetimeFigureOut">
              <a:rPr lang="en-US" smtClean="0"/>
              <a:pPr/>
              <a:t>9/3/2024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Calibri" panose="020F0502020204030204" pitchFamily="34" charset="0"/>
                <a:cs typeface="Calibri" panose="020F050202020403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Calibri" panose="020F0502020204030204" pitchFamily="34" charset="0"/>
                <a:cs typeface="Calibri" panose="020F0502020204030204" pitchFamily="34" charset="0"/>
              </a:defRPr>
            </a:lvl1pPr>
          </a:lstStyle>
          <a:p>
            <a:fld id="{994978AF-FA38-4B6D-AC47-B63E9F7BA396}" type="slidenum">
              <a:rPr lang="en-US" smtClean="0"/>
              <a:pPr/>
              <a:t>‹#›</a:t>
            </a:fld>
            <a:endParaRPr lang="en-US" dirty="0"/>
          </a:p>
        </p:txBody>
      </p:sp>
    </p:spTree>
    <p:extLst>
      <p:ext uri="{BB962C8B-B14F-4D97-AF65-F5344CB8AC3E}">
        <p14:creationId xmlns:p14="http://schemas.microsoft.com/office/powerpoint/2010/main" val="2197165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Slide Image Placeholder 1">
            <a:extLst>
              <a:ext uri="{FF2B5EF4-FFF2-40B4-BE49-F238E27FC236}">
                <a16:creationId xmlns:a16="http://schemas.microsoft.com/office/drawing/2014/main" id="{9CD48524-7835-4963-A4DF-E1598CCC483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63" name="Notes Placeholder 2">
            <a:extLst>
              <a:ext uri="{FF2B5EF4-FFF2-40B4-BE49-F238E27FC236}">
                <a16:creationId xmlns:a16="http://schemas.microsoft.com/office/drawing/2014/main" id="{5CD5B567-9861-4111-832A-C44FA701947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29028" name="Slide Number Placeholder 3">
            <a:extLst>
              <a:ext uri="{FF2B5EF4-FFF2-40B4-BE49-F238E27FC236}">
                <a16:creationId xmlns:a16="http://schemas.microsoft.com/office/drawing/2014/main" id="{1BF5D8C0-8A95-4390-840A-ECD1A83311AD}"/>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5E0C9FD-5263-4BE3-9CDE-039E8D327397}" type="slidenum">
              <a:rPr lang="en-US" altLang="en-US">
                <a:latin typeface="Calibri" panose="020F0502020204030204" pitchFamily="34" charset="0"/>
                <a:cs typeface="Calibri" panose="020F0502020204030204" pitchFamily="34" charset="0"/>
              </a:rPr>
              <a:pPr eaLnBrk="1" hangingPunct="1"/>
              <a:t>1</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193051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a:extLst>
              <a:ext uri="{FF2B5EF4-FFF2-40B4-BE49-F238E27FC236}">
                <a16:creationId xmlns:a16="http://schemas.microsoft.com/office/drawing/2014/main" id="{9E6A499F-79B9-41A2-A9EA-57494C247EC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211" name="Notes Placeholder 2">
            <a:extLst>
              <a:ext uri="{FF2B5EF4-FFF2-40B4-BE49-F238E27FC236}">
                <a16:creationId xmlns:a16="http://schemas.microsoft.com/office/drawing/2014/main" id="{66802AD0-9AC2-43E2-A040-A39881DB48F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Organizational Network Analysis</a:t>
            </a:r>
          </a:p>
          <a:p>
            <a:endParaRPr lang="en-US" altLang="en-US"/>
          </a:p>
          <a:p>
            <a:endParaRPr lang="en-US" altLang="en-US"/>
          </a:p>
        </p:txBody>
      </p:sp>
      <p:sp>
        <p:nvSpPr>
          <p:cNvPr id="94212" name="Slide Number Placeholder 3">
            <a:extLst>
              <a:ext uri="{FF2B5EF4-FFF2-40B4-BE49-F238E27FC236}">
                <a16:creationId xmlns:a16="http://schemas.microsoft.com/office/drawing/2014/main" id="{58D0B539-4CD8-40E1-9367-28FE4D29234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40FC7C-61A2-431D-8435-14AE164E2035}"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a:extLst>
              <a:ext uri="{FF2B5EF4-FFF2-40B4-BE49-F238E27FC236}">
                <a16:creationId xmlns:a16="http://schemas.microsoft.com/office/drawing/2014/main" id="{46BA7BDF-B46A-4AB4-8127-72CA6B9FBAB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6259" name="Notes Placeholder 2">
            <a:extLst>
              <a:ext uri="{FF2B5EF4-FFF2-40B4-BE49-F238E27FC236}">
                <a16:creationId xmlns:a16="http://schemas.microsoft.com/office/drawing/2014/main" id="{39ED7677-405E-4341-968F-6DA6BDA584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Organizational Network Analysis</a:t>
            </a:r>
          </a:p>
          <a:p>
            <a:endParaRPr lang="en-US" altLang="en-US"/>
          </a:p>
          <a:p>
            <a:endParaRPr lang="en-US" altLang="en-US"/>
          </a:p>
        </p:txBody>
      </p:sp>
      <p:sp>
        <p:nvSpPr>
          <p:cNvPr id="96260" name="Slide Number Placeholder 3">
            <a:extLst>
              <a:ext uri="{FF2B5EF4-FFF2-40B4-BE49-F238E27FC236}">
                <a16:creationId xmlns:a16="http://schemas.microsoft.com/office/drawing/2014/main" id="{FA9D2B26-06C4-4424-8994-DC37962401E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BDFAAC7-135D-4D04-B206-397D136BA223}"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a:extLst>
              <a:ext uri="{FF2B5EF4-FFF2-40B4-BE49-F238E27FC236}">
                <a16:creationId xmlns:a16="http://schemas.microsoft.com/office/drawing/2014/main" id="{E4C83B04-10DE-40CE-858D-06CF293FA7C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8307" name="Notes Placeholder 2">
            <a:extLst>
              <a:ext uri="{FF2B5EF4-FFF2-40B4-BE49-F238E27FC236}">
                <a16:creationId xmlns:a16="http://schemas.microsoft.com/office/drawing/2014/main" id="{08ADB74F-A2DA-419F-8CD9-F5A9851F0EE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Organizational Network Analysis</a:t>
            </a:r>
          </a:p>
          <a:p>
            <a:endParaRPr lang="en-US" altLang="en-US"/>
          </a:p>
          <a:p>
            <a:endParaRPr lang="en-US" altLang="en-US"/>
          </a:p>
        </p:txBody>
      </p:sp>
      <p:sp>
        <p:nvSpPr>
          <p:cNvPr id="98308" name="Slide Number Placeholder 3">
            <a:extLst>
              <a:ext uri="{FF2B5EF4-FFF2-40B4-BE49-F238E27FC236}">
                <a16:creationId xmlns:a16="http://schemas.microsoft.com/office/drawing/2014/main" id="{AA142B08-B5E0-4182-8D73-4B961EA2807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B1DFF77-98ED-4188-AD1D-81E892CE6B5D}"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a:extLst>
              <a:ext uri="{FF2B5EF4-FFF2-40B4-BE49-F238E27FC236}">
                <a16:creationId xmlns:a16="http://schemas.microsoft.com/office/drawing/2014/main" id="{EB2EECD0-4A3A-442F-8278-50422932DB9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5" name="Notes Placeholder 2">
            <a:extLst>
              <a:ext uri="{FF2B5EF4-FFF2-40B4-BE49-F238E27FC236}">
                <a16:creationId xmlns:a16="http://schemas.microsoft.com/office/drawing/2014/main" id="{4A0C9033-C5B5-4F37-B7EA-95BC3A749E6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Organizational Network Analysis</a:t>
            </a:r>
          </a:p>
          <a:p>
            <a:endParaRPr lang="en-US" altLang="en-US"/>
          </a:p>
          <a:p>
            <a:endParaRPr lang="en-US" altLang="en-US"/>
          </a:p>
        </p:txBody>
      </p:sp>
      <p:sp>
        <p:nvSpPr>
          <p:cNvPr id="100356" name="Slide Number Placeholder 3">
            <a:extLst>
              <a:ext uri="{FF2B5EF4-FFF2-40B4-BE49-F238E27FC236}">
                <a16:creationId xmlns:a16="http://schemas.microsoft.com/office/drawing/2014/main" id="{10FECC7B-A781-48B6-8B1B-818C6923752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9056643-AA4A-4E3D-A017-33F35931B87C}"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a:extLst>
              <a:ext uri="{FF2B5EF4-FFF2-40B4-BE49-F238E27FC236}">
                <a16:creationId xmlns:a16="http://schemas.microsoft.com/office/drawing/2014/main" id="{90ACFD3A-FB48-4821-A14D-DA9FB701492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03" name="Notes Placeholder 2">
            <a:extLst>
              <a:ext uri="{FF2B5EF4-FFF2-40B4-BE49-F238E27FC236}">
                <a16:creationId xmlns:a16="http://schemas.microsoft.com/office/drawing/2014/main" id="{42480754-FE1D-42B7-85A0-6212D5A90EE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Organizational Network Analysis</a:t>
            </a:r>
          </a:p>
          <a:p>
            <a:endParaRPr lang="en-US" altLang="en-US"/>
          </a:p>
          <a:p>
            <a:endParaRPr lang="en-US" altLang="en-US"/>
          </a:p>
        </p:txBody>
      </p:sp>
      <p:sp>
        <p:nvSpPr>
          <p:cNvPr id="102404" name="Slide Number Placeholder 3">
            <a:extLst>
              <a:ext uri="{FF2B5EF4-FFF2-40B4-BE49-F238E27FC236}">
                <a16:creationId xmlns:a16="http://schemas.microsoft.com/office/drawing/2014/main" id="{76E9AE03-ADE4-4EC7-9284-F8D81CA6D96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863E41F-3DFE-4C60-8D58-E8EAA6C55EEB}"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Slide Image Placeholder 1">
            <a:extLst>
              <a:ext uri="{FF2B5EF4-FFF2-40B4-BE49-F238E27FC236}">
                <a16:creationId xmlns:a16="http://schemas.microsoft.com/office/drawing/2014/main" id="{9CD48524-7835-4963-A4DF-E1598CCC483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63" name="Notes Placeholder 2">
            <a:extLst>
              <a:ext uri="{FF2B5EF4-FFF2-40B4-BE49-F238E27FC236}">
                <a16:creationId xmlns:a16="http://schemas.microsoft.com/office/drawing/2014/main" id="{5CD5B567-9861-4111-832A-C44FA701947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29028" name="Slide Number Placeholder 3">
            <a:extLst>
              <a:ext uri="{FF2B5EF4-FFF2-40B4-BE49-F238E27FC236}">
                <a16:creationId xmlns:a16="http://schemas.microsoft.com/office/drawing/2014/main" id="{1BF5D8C0-8A95-4390-840A-ECD1A83311AD}"/>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5E0C9FD-5263-4BE3-9CDE-039E8D327397}" type="slidenum">
              <a:rPr lang="en-US" altLang="en-US">
                <a:latin typeface="Calibri" panose="020F0502020204030204" pitchFamily="34" charset="0"/>
                <a:cs typeface="Calibri" panose="020F0502020204030204" pitchFamily="34" charset="0"/>
              </a:rPr>
              <a:pPr eaLnBrk="1" hangingPunct="1"/>
              <a:t>12</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048715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Slide Image Placeholder 1">
            <a:extLst>
              <a:ext uri="{FF2B5EF4-FFF2-40B4-BE49-F238E27FC236}">
                <a16:creationId xmlns:a16="http://schemas.microsoft.com/office/drawing/2014/main" id="{5FA17EEF-89AD-43B2-B6A9-F4B8CCB44C4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4387" name="Notes Placeholder 2">
            <a:extLst>
              <a:ext uri="{FF2B5EF4-FFF2-40B4-BE49-F238E27FC236}">
                <a16:creationId xmlns:a16="http://schemas.microsoft.com/office/drawing/2014/main" id="{CE9C03F1-6546-4FD4-8F17-4C91F14422A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2800" dirty="0"/>
          </a:p>
        </p:txBody>
      </p:sp>
      <p:sp>
        <p:nvSpPr>
          <p:cNvPr id="132100" name="Slide Number Placeholder 3">
            <a:extLst>
              <a:ext uri="{FF2B5EF4-FFF2-40B4-BE49-F238E27FC236}">
                <a16:creationId xmlns:a16="http://schemas.microsoft.com/office/drawing/2014/main" id="{E683EDB1-4E92-4ADA-A530-B33418946220}"/>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2D5CFE1-4270-4BFB-A072-B939D871E455}" type="slidenum">
              <a:rPr lang="en-US" altLang="en-US">
                <a:latin typeface="Calibri" panose="020F0502020204030204" pitchFamily="34" charset="0"/>
                <a:cs typeface="Calibri" panose="020F0502020204030204" pitchFamily="34" charset="0"/>
              </a:rPr>
              <a:pPr eaLnBrk="1" hangingPunct="1"/>
              <a:t>20</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858088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Slide Image Placeholder 1">
            <a:extLst>
              <a:ext uri="{FF2B5EF4-FFF2-40B4-BE49-F238E27FC236}">
                <a16:creationId xmlns:a16="http://schemas.microsoft.com/office/drawing/2014/main" id="{5FA17EEF-89AD-43B2-B6A9-F4B8CCB44C4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4387" name="Notes Placeholder 2">
            <a:extLst>
              <a:ext uri="{FF2B5EF4-FFF2-40B4-BE49-F238E27FC236}">
                <a16:creationId xmlns:a16="http://schemas.microsoft.com/office/drawing/2014/main" id="{CE9C03F1-6546-4FD4-8F17-4C91F14422A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sz="2000" dirty="0"/>
              <a:t>+</a:t>
            </a:r>
          </a:p>
          <a:p>
            <a:pPr eaLnBrk="1" hangingPunct="1">
              <a:spcBef>
                <a:spcPct val="0"/>
              </a:spcBef>
            </a:pPr>
            <a:endParaRPr lang="en-US" altLang="en-US" sz="2000" dirty="0"/>
          </a:p>
          <a:p>
            <a:pPr eaLnBrk="1" hangingPunct="1">
              <a:spcBef>
                <a:spcPct val="0"/>
              </a:spcBef>
            </a:pPr>
            <a:r>
              <a:rPr lang="en-US" altLang="en-US" sz="2000" dirty="0"/>
              <a:t>Sum = a + b;</a:t>
            </a:r>
          </a:p>
          <a:p>
            <a:pPr eaLnBrk="1" hangingPunct="1">
              <a:spcBef>
                <a:spcPct val="0"/>
              </a:spcBef>
            </a:pPr>
            <a:endParaRPr lang="en-US" altLang="en-US" sz="2000" dirty="0"/>
          </a:p>
          <a:p>
            <a:pPr eaLnBrk="1" hangingPunct="1">
              <a:spcBef>
                <a:spcPct val="0"/>
              </a:spcBef>
            </a:pPr>
            <a:r>
              <a:rPr lang="en-US" altLang="en-US" sz="2000" dirty="0"/>
              <a:t>String School = “Liberty” + “University”  concatenation</a:t>
            </a:r>
          </a:p>
        </p:txBody>
      </p:sp>
      <p:sp>
        <p:nvSpPr>
          <p:cNvPr id="132100" name="Slide Number Placeholder 3">
            <a:extLst>
              <a:ext uri="{FF2B5EF4-FFF2-40B4-BE49-F238E27FC236}">
                <a16:creationId xmlns:a16="http://schemas.microsoft.com/office/drawing/2014/main" id="{E683EDB1-4E92-4ADA-A530-B33418946220}"/>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2D5CFE1-4270-4BFB-A072-B939D871E455}" type="slidenum">
              <a:rPr lang="en-US" altLang="en-US">
                <a:latin typeface="Calibri" panose="020F0502020204030204" pitchFamily="34" charset="0"/>
                <a:cs typeface="Calibri" panose="020F0502020204030204" pitchFamily="34" charset="0"/>
              </a:rPr>
              <a:pPr eaLnBrk="1" hangingPunct="1"/>
              <a:t>21</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091859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Slide Image Placeholder 1">
            <a:extLst>
              <a:ext uri="{FF2B5EF4-FFF2-40B4-BE49-F238E27FC236}">
                <a16:creationId xmlns:a16="http://schemas.microsoft.com/office/drawing/2014/main" id="{5FA17EEF-89AD-43B2-B6A9-F4B8CCB44C4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4387" name="Notes Placeholder 2">
            <a:extLst>
              <a:ext uri="{FF2B5EF4-FFF2-40B4-BE49-F238E27FC236}">
                <a16:creationId xmlns:a16="http://schemas.microsoft.com/office/drawing/2014/main" id="{CE9C03F1-6546-4FD4-8F17-4C91F14422A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32100" name="Slide Number Placeholder 3">
            <a:extLst>
              <a:ext uri="{FF2B5EF4-FFF2-40B4-BE49-F238E27FC236}">
                <a16:creationId xmlns:a16="http://schemas.microsoft.com/office/drawing/2014/main" id="{E683EDB1-4E92-4ADA-A530-B33418946220}"/>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2D5CFE1-4270-4BFB-A072-B939D871E455}" type="slidenum">
              <a:rPr lang="en-US" altLang="en-US">
                <a:latin typeface="Calibri" panose="020F0502020204030204" pitchFamily="34" charset="0"/>
                <a:cs typeface="Calibri" panose="020F0502020204030204" pitchFamily="34" charset="0"/>
              </a:rPr>
              <a:pPr eaLnBrk="1" hangingPunct="1"/>
              <a:t>22</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8296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Slide Image Placeholder 1">
            <a:extLst>
              <a:ext uri="{FF2B5EF4-FFF2-40B4-BE49-F238E27FC236}">
                <a16:creationId xmlns:a16="http://schemas.microsoft.com/office/drawing/2014/main" id="{5FA17EEF-89AD-43B2-B6A9-F4B8CCB44C4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4387" name="Notes Placeholder 2">
            <a:extLst>
              <a:ext uri="{FF2B5EF4-FFF2-40B4-BE49-F238E27FC236}">
                <a16:creationId xmlns:a16="http://schemas.microsoft.com/office/drawing/2014/main" id="{CE9C03F1-6546-4FD4-8F17-4C91F14422A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32100" name="Slide Number Placeholder 3">
            <a:extLst>
              <a:ext uri="{FF2B5EF4-FFF2-40B4-BE49-F238E27FC236}">
                <a16:creationId xmlns:a16="http://schemas.microsoft.com/office/drawing/2014/main" id="{E683EDB1-4E92-4ADA-A530-B33418946220}"/>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2D5CFE1-4270-4BFB-A072-B939D871E455}" type="slidenum">
              <a:rPr lang="en-US" altLang="en-US">
                <a:latin typeface="Calibri" panose="020F0502020204030204" pitchFamily="34" charset="0"/>
                <a:cs typeface="Calibri" panose="020F0502020204030204" pitchFamily="34" charset="0"/>
              </a:rPr>
              <a:pPr eaLnBrk="1" hangingPunct="1"/>
              <a:t>23</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966787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Slide Image Placeholder 1">
            <a:extLst>
              <a:ext uri="{FF2B5EF4-FFF2-40B4-BE49-F238E27FC236}">
                <a16:creationId xmlns:a16="http://schemas.microsoft.com/office/drawing/2014/main" id="{FDEBB473-09DD-4CAB-8E4A-E5DACC5BDE1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03" name="Notes Placeholder 2">
            <a:extLst>
              <a:ext uri="{FF2B5EF4-FFF2-40B4-BE49-F238E27FC236}">
                <a16:creationId xmlns:a16="http://schemas.microsoft.com/office/drawing/2014/main" id="{FDEA18A1-CB16-4054-B835-1B4A83E5BA8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43364" name="Slide Number Placeholder 3">
            <a:extLst>
              <a:ext uri="{FF2B5EF4-FFF2-40B4-BE49-F238E27FC236}">
                <a16:creationId xmlns:a16="http://schemas.microsoft.com/office/drawing/2014/main" id="{16FE7D26-2A9C-4607-9E09-6B00484C8194}"/>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BCCA6CE-52CE-48EF-8D88-525EAB94077E}" type="slidenum">
              <a:rPr lang="en-US" altLang="en-US">
                <a:latin typeface="Calibri" panose="020F0502020204030204" pitchFamily="34" charset="0"/>
                <a:cs typeface="Calibri" panose="020F0502020204030204" pitchFamily="34" charset="0"/>
              </a:rPr>
              <a:pPr eaLnBrk="1" hangingPunct="1"/>
              <a:t>24</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150772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a:extLst>
              <a:ext uri="{FF2B5EF4-FFF2-40B4-BE49-F238E27FC236}">
                <a16:creationId xmlns:a16="http://schemas.microsoft.com/office/drawing/2014/main" id="{FAD66AB5-FC35-4C8E-ACC2-70B75A7E2C4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5651" name="Notes Placeholder 2">
            <a:extLst>
              <a:ext uri="{FF2B5EF4-FFF2-40B4-BE49-F238E27FC236}">
                <a16:creationId xmlns:a16="http://schemas.microsoft.com/office/drawing/2014/main" id="{145277C5-B5E6-46A2-B14A-A2ADE22001E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148484" name="Slide Number Placeholder 3">
            <a:extLst>
              <a:ext uri="{FF2B5EF4-FFF2-40B4-BE49-F238E27FC236}">
                <a16:creationId xmlns:a16="http://schemas.microsoft.com/office/drawing/2014/main" id="{04A4BAD5-9AC4-4510-A7B9-2F94C262666D}"/>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CEF13AA-EF51-4C63-9306-A0E384BC54C4}" type="slidenum">
              <a:rPr lang="en-US" altLang="en-US">
                <a:latin typeface="Calibri" panose="020F0502020204030204" pitchFamily="34" charset="0"/>
                <a:cs typeface="Calibri" panose="020F0502020204030204" pitchFamily="34" charset="0"/>
              </a:rPr>
              <a:pPr eaLnBrk="1" hangingPunct="1"/>
              <a:t>25</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47567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Slide Image Placeholder 1">
            <a:extLst>
              <a:ext uri="{FF2B5EF4-FFF2-40B4-BE49-F238E27FC236}">
                <a16:creationId xmlns:a16="http://schemas.microsoft.com/office/drawing/2014/main" id="{5FA17EEF-89AD-43B2-B6A9-F4B8CCB44C4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4387" name="Notes Placeholder 2">
            <a:extLst>
              <a:ext uri="{FF2B5EF4-FFF2-40B4-BE49-F238E27FC236}">
                <a16:creationId xmlns:a16="http://schemas.microsoft.com/office/drawing/2014/main" id="{CE9C03F1-6546-4FD4-8F17-4C91F14422A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32100" name="Slide Number Placeholder 3">
            <a:extLst>
              <a:ext uri="{FF2B5EF4-FFF2-40B4-BE49-F238E27FC236}">
                <a16:creationId xmlns:a16="http://schemas.microsoft.com/office/drawing/2014/main" id="{E683EDB1-4E92-4ADA-A530-B33418946220}"/>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2D5CFE1-4270-4BFB-A072-B939D871E455}" type="slidenum">
              <a:rPr lang="en-US" altLang="en-US">
                <a:latin typeface="Calibri" panose="020F0502020204030204" pitchFamily="34" charset="0"/>
                <a:cs typeface="Calibri" panose="020F0502020204030204" pitchFamily="34" charset="0"/>
              </a:rPr>
              <a:pPr eaLnBrk="1" hangingPunct="1"/>
              <a:t>26</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05715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Slide Image Placeholder 1">
            <a:extLst>
              <a:ext uri="{FF2B5EF4-FFF2-40B4-BE49-F238E27FC236}">
                <a16:creationId xmlns:a16="http://schemas.microsoft.com/office/drawing/2014/main" id="{5FA17EEF-89AD-43B2-B6A9-F4B8CCB44C4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4387" name="Notes Placeholder 2">
            <a:extLst>
              <a:ext uri="{FF2B5EF4-FFF2-40B4-BE49-F238E27FC236}">
                <a16:creationId xmlns:a16="http://schemas.microsoft.com/office/drawing/2014/main" id="{CE9C03F1-6546-4FD4-8F17-4C91F14422A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32100" name="Slide Number Placeholder 3">
            <a:extLst>
              <a:ext uri="{FF2B5EF4-FFF2-40B4-BE49-F238E27FC236}">
                <a16:creationId xmlns:a16="http://schemas.microsoft.com/office/drawing/2014/main" id="{E683EDB1-4E92-4ADA-A530-B33418946220}"/>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2D5CFE1-4270-4BFB-A072-B939D871E455}" type="slidenum">
              <a:rPr lang="en-US" altLang="en-US">
                <a:latin typeface="Calibri" panose="020F0502020204030204" pitchFamily="34" charset="0"/>
                <a:cs typeface="Calibri" panose="020F0502020204030204" pitchFamily="34" charset="0"/>
              </a:rPr>
              <a:pPr eaLnBrk="1" hangingPunct="1"/>
              <a:t>27</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840843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Slide Image Placeholder 1">
            <a:extLst>
              <a:ext uri="{FF2B5EF4-FFF2-40B4-BE49-F238E27FC236}">
                <a16:creationId xmlns:a16="http://schemas.microsoft.com/office/drawing/2014/main" id="{34ECE600-F3E0-4F9E-982A-48977E14BFA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4627" name="Notes Placeholder 2">
            <a:extLst>
              <a:ext uri="{FF2B5EF4-FFF2-40B4-BE49-F238E27FC236}">
                <a16:creationId xmlns:a16="http://schemas.microsoft.com/office/drawing/2014/main" id="{EBED25C6-D8D6-40C2-8D57-8834032E775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44388" name="Slide Number Placeholder 3">
            <a:extLst>
              <a:ext uri="{FF2B5EF4-FFF2-40B4-BE49-F238E27FC236}">
                <a16:creationId xmlns:a16="http://schemas.microsoft.com/office/drawing/2014/main" id="{00A0DA8B-2763-4F66-B033-46CBF913494B}"/>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95BDA9C-3F8C-464D-AFF9-63D0820FF861}" type="slidenum">
              <a:rPr lang="en-US" altLang="en-US">
                <a:latin typeface="Calibri" panose="020F0502020204030204" pitchFamily="34" charset="0"/>
                <a:cs typeface="Calibri" panose="020F0502020204030204" pitchFamily="34" charset="0"/>
              </a:rPr>
              <a:pPr eaLnBrk="1" hangingPunct="1"/>
              <a:t>29</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622713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Slide Image Placeholder 1">
            <a:extLst>
              <a:ext uri="{FF2B5EF4-FFF2-40B4-BE49-F238E27FC236}">
                <a16:creationId xmlns:a16="http://schemas.microsoft.com/office/drawing/2014/main" id="{021066AC-1E27-49A7-9D81-C82BE420296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5411" name="Notes Placeholder 2">
            <a:extLst>
              <a:ext uri="{FF2B5EF4-FFF2-40B4-BE49-F238E27FC236}">
                <a16:creationId xmlns:a16="http://schemas.microsoft.com/office/drawing/2014/main" id="{E1983A9D-16E7-47E6-80D7-62C4FDC7A7C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33124" name="Slide Number Placeholder 3">
            <a:extLst>
              <a:ext uri="{FF2B5EF4-FFF2-40B4-BE49-F238E27FC236}">
                <a16:creationId xmlns:a16="http://schemas.microsoft.com/office/drawing/2014/main" id="{748024DA-D33B-4F50-B6DF-993434A3CDBB}"/>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4471F7C-104A-47EA-A8FB-EDC800838B1B}" type="slidenum">
              <a:rPr lang="en-US" altLang="en-US">
                <a:latin typeface="Calibri" panose="020F0502020204030204" pitchFamily="34" charset="0"/>
                <a:cs typeface="Calibri" panose="020F0502020204030204" pitchFamily="34" charset="0"/>
              </a:rPr>
              <a:pPr eaLnBrk="1" hangingPunct="1"/>
              <a:t>31</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814933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Slide Image Placeholder 1">
            <a:extLst>
              <a:ext uri="{FF2B5EF4-FFF2-40B4-BE49-F238E27FC236}">
                <a16:creationId xmlns:a16="http://schemas.microsoft.com/office/drawing/2014/main" id="{F71B255F-4097-487B-B21C-57CC5E679FB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6435" name="Notes Placeholder 2">
            <a:extLst>
              <a:ext uri="{FF2B5EF4-FFF2-40B4-BE49-F238E27FC236}">
                <a16:creationId xmlns:a16="http://schemas.microsoft.com/office/drawing/2014/main" id="{0396CF01-D574-4518-BD93-2E45D51C73A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34148" name="Slide Number Placeholder 3">
            <a:extLst>
              <a:ext uri="{FF2B5EF4-FFF2-40B4-BE49-F238E27FC236}">
                <a16:creationId xmlns:a16="http://schemas.microsoft.com/office/drawing/2014/main" id="{ECA3E196-91D2-466C-9410-9E4D69D694DC}"/>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7F55864-2528-449D-A599-A8555394578A}" type="slidenum">
              <a:rPr lang="en-US" altLang="en-US">
                <a:latin typeface="Calibri" panose="020F0502020204030204" pitchFamily="34" charset="0"/>
                <a:cs typeface="Calibri" panose="020F0502020204030204" pitchFamily="34" charset="0"/>
              </a:rPr>
              <a:pPr eaLnBrk="1" hangingPunct="1"/>
              <a:t>32</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265272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a:extLst>
              <a:ext uri="{FF2B5EF4-FFF2-40B4-BE49-F238E27FC236}">
                <a16:creationId xmlns:a16="http://schemas.microsoft.com/office/drawing/2014/main" id="{982387B0-BC14-42E7-9011-815D961B6F8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7459" name="Notes Placeholder 2">
            <a:extLst>
              <a:ext uri="{FF2B5EF4-FFF2-40B4-BE49-F238E27FC236}">
                <a16:creationId xmlns:a16="http://schemas.microsoft.com/office/drawing/2014/main" id="{7E607E92-86E2-410A-BABB-ABBDFC02074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35172" name="Slide Number Placeholder 3">
            <a:extLst>
              <a:ext uri="{FF2B5EF4-FFF2-40B4-BE49-F238E27FC236}">
                <a16:creationId xmlns:a16="http://schemas.microsoft.com/office/drawing/2014/main" id="{BC6C1D98-303D-47E6-BC00-FA3C998271C6}"/>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51575F-DDA4-434F-A062-8C6664E8ED76}" type="slidenum">
              <a:rPr lang="en-US" altLang="en-US">
                <a:latin typeface="Calibri" panose="020F0502020204030204" pitchFamily="34" charset="0"/>
                <a:cs typeface="Calibri" panose="020F0502020204030204" pitchFamily="34" charset="0"/>
              </a:rPr>
              <a:pPr eaLnBrk="1" hangingPunct="1"/>
              <a:t>33</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793764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Slide Image Placeholder 1">
            <a:extLst>
              <a:ext uri="{FF2B5EF4-FFF2-40B4-BE49-F238E27FC236}">
                <a16:creationId xmlns:a16="http://schemas.microsoft.com/office/drawing/2014/main" id="{D3380E72-1022-42B7-9B2E-9FB80751D97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8483" name="Notes Placeholder 2">
            <a:extLst>
              <a:ext uri="{FF2B5EF4-FFF2-40B4-BE49-F238E27FC236}">
                <a16:creationId xmlns:a16="http://schemas.microsoft.com/office/drawing/2014/main" id="{18ADD990-29D0-4AC7-963D-CAB6F81D1FE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36196" name="Slide Number Placeholder 3">
            <a:extLst>
              <a:ext uri="{FF2B5EF4-FFF2-40B4-BE49-F238E27FC236}">
                <a16:creationId xmlns:a16="http://schemas.microsoft.com/office/drawing/2014/main" id="{AB5068AD-E8FB-4D5C-998B-59D7B4FFD030}"/>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A3A4AF0-4481-4837-B073-7541C70147DC}" type="slidenum">
              <a:rPr lang="en-US" altLang="en-US">
                <a:latin typeface="Calibri" panose="020F0502020204030204" pitchFamily="34" charset="0"/>
                <a:cs typeface="Calibri" panose="020F0502020204030204" pitchFamily="34" charset="0"/>
              </a:rPr>
              <a:pPr eaLnBrk="1" hangingPunct="1"/>
              <a:t>34</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228610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Slide Image Placeholder 1">
            <a:extLst>
              <a:ext uri="{FF2B5EF4-FFF2-40B4-BE49-F238E27FC236}">
                <a16:creationId xmlns:a16="http://schemas.microsoft.com/office/drawing/2014/main" id="{26212760-4DA4-4454-9E36-F05F95658D9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9507" name="Notes Placeholder 2">
            <a:extLst>
              <a:ext uri="{FF2B5EF4-FFF2-40B4-BE49-F238E27FC236}">
                <a16:creationId xmlns:a16="http://schemas.microsoft.com/office/drawing/2014/main" id="{349164E7-008D-45E0-B1EC-2A3178A6391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37220" name="Slide Number Placeholder 3">
            <a:extLst>
              <a:ext uri="{FF2B5EF4-FFF2-40B4-BE49-F238E27FC236}">
                <a16:creationId xmlns:a16="http://schemas.microsoft.com/office/drawing/2014/main" id="{E5BEFDF7-5D2A-4867-830D-2BCCBA9CA63A}"/>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6B34B24-4EA3-4630-BCFD-60235B33EE1C}" type="slidenum">
              <a:rPr lang="en-US" altLang="en-US">
                <a:latin typeface="Calibri" panose="020F0502020204030204" pitchFamily="34" charset="0"/>
                <a:cs typeface="Calibri" panose="020F0502020204030204" pitchFamily="34" charset="0"/>
              </a:rPr>
              <a:pPr eaLnBrk="1" hangingPunct="1"/>
              <a:t>35</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777910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Slide Image Placeholder 1">
            <a:extLst>
              <a:ext uri="{FF2B5EF4-FFF2-40B4-BE49-F238E27FC236}">
                <a16:creationId xmlns:a16="http://schemas.microsoft.com/office/drawing/2014/main" id="{AC71C12E-C874-41C1-B4B5-69A3B6CCB1B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0531" name="Notes Placeholder 2">
            <a:extLst>
              <a:ext uri="{FF2B5EF4-FFF2-40B4-BE49-F238E27FC236}">
                <a16:creationId xmlns:a16="http://schemas.microsoft.com/office/drawing/2014/main" id="{45401172-BB94-47F1-B595-F374862F2C8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38244" name="Slide Number Placeholder 3">
            <a:extLst>
              <a:ext uri="{FF2B5EF4-FFF2-40B4-BE49-F238E27FC236}">
                <a16:creationId xmlns:a16="http://schemas.microsoft.com/office/drawing/2014/main" id="{82A8557E-40FF-4E86-91CF-DEDDA8D8FA1A}"/>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5AD250D-C23C-4868-B573-9E1DC879CCC0}" type="slidenum">
              <a:rPr lang="en-US" altLang="en-US">
                <a:latin typeface="Calibri" panose="020F0502020204030204" pitchFamily="34" charset="0"/>
                <a:cs typeface="Calibri" panose="020F0502020204030204" pitchFamily="34" charset="0"/>
              </a:rPr>
              <a:pPr eaLnBrk="1" hangingPunct="1"/>
              <a:t>36</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417594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Slide Image Placeholder 1">
            <a:extLst>
              <a:ext uri="{FF2B5EF4-FFF2-40B4-BE49-F238E27FC236}">
                <a16:creationId xmlns:a16="http://schemas.microsoft.com/office/drawing/2014/main" id="{7798ECFB-DFFF-406D-A18E-C63F93F4C1E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1555" name="Notes Placeholder 2">
            <a:extLst>
              <a:ext uri="{FF2B5EF4-FFF2-40B4-BE49-F238E27FC236}">
                <a16:creationId xmlns:a16="http://schemas.microsoft.com/office/drawing/2014/main" id="{DC5A913D-5752-4CFC-996A-907CD89A706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39268" name="Slide Number Placeholder 3">
            <a:extLst>
              <a:ext uri="{FF2B5EF4-FFF2-40B4-BE49-F238E27FC236}">
                <a16:creationId xmlns:a16="http://schemas.microsoft.com/office/drawing/2014/main" id="{041EB127-2A47-4192-ADE5-62B7D1C8F612}"/>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A45C75A-4113-4704-908D-722C47D8693A}" type="slidenum">
              <a:rPr lang="en-US" altLang="en-US">
                <a:latin typeface="Calibri" panose="020F0502020204030204" pitchFamily="34" charset="0"/>
                <a:cs typeface="Calibri" panose="020F0502020204030204" pitchFamily="34" charset="0"/>
              </a:rPr>
              <a:pPr eaLnBrk="1" hangingPunct="1"/>
              <a:t>37</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035959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Slide Image Placeholder 1">
            <a:extLst>
              <a:ext uri="{FF2B5EF4-FFF2-40B4-BE49-F238E27FC236}">
                <a16:creationId xmlns:a16="http://schemas.microsoft.com/office/drawing/2014/main" id="{24A97782-8124-4D0D-A68A-0CBF0E9C5FF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2579" name="Notes Placeholder 2">
            <a:extLst>
              <a:ext uri="{FF2B5EF4-FFF2-40B4-BE49-F238E27FC236}">
                <a16:creationId xmlns:a16="http://schemas.microsoft.com/office/drawing/2014/main" id="{2930A7A7-4AC9-4E8E-81D9-03C5018B0E8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40292" name="Slide Number Placeholder 3">
            <a:extLst>
              <a:ext uri="{FF2B5EF4-FFF2-40B4-BE49-F238E27FC236}">
                <a16:creationId xmlns:a16="http://schemas.microsoft.com/office/drawing/2014/main" id="{2304E657-1088-47F6-8FDD-6D910E49B8BF}"/>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0716799-42C0-41DD-96B7-1E432B9C4462}" type="slidenum">
              <a:rPr lang="en-US" altLang="en-US">
                <a:latin typeface="Calibri" panose="020F0502020204030204" pitchFamily="34" charset="0"/>
                <a:cs typeface="Calibri" panose="020F0502020204030204" pitchFamily="34" charset="0"/>
              </a:rPr>
              <a:pPr eaLnBrk="1" hangingPunct="1"/>
              <a:t>38</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229155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a:extLst>
              <a:ext uri="{FF2B5EF4-FFF2-40B4-BE49-F238E27FC236}">
                <a16:creationId xmlns:a16="http://schemas.microsoft.com/office/drawing/2014/main" id="{FAD66AB5-FC35-4C8E-ACC2-70B75A7E2C4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5651" name="Notes Placeholder 2">
            <a:extLst>
              <a:ext uri="{FF2B5EF4-FFF2-40B4-BE49-F238E27FC236}">
                <a16:creationId xmlns:a16="http://schemas.microsoft.com/office/drawing/2014/main" id="{145277C5-B5E6-46A2-B14A-A2ADE22001E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48484" name="Slide Number Placeholder 3">
            <a:extLst>
              <a:ext uri="{FF2B5EF4-FFF2-40B4-BE49-F238E27FC236}">
                <a16:creationId xmlns:a16="http://schemas.microsoft.com/office/drawing/2014/main" id="{04A4BAD5-9AC4-4510-A7B9-2F94C262666D}"/>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CEF13AA-EF51-4C63-9306-A0E384BC54C4}" type="slidenum">
              <a:rPr lang="en-US" altLang="en-US">
                <a:latin typeface="Calibri" panose="020F0502020204030204" pitchFamily="34" charset="0"/>
                <a:cs typeface="Calibri" panose="020F0502020204030204" pitchFamily="34" charset="0"/>
              </a:rPr>
              <a:pPr eaLnBrk="1" hangingPunct="1"/>
              <a:t>46</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794679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a:extLst>
              <a:ext uri="{FF2B5EF4-FFF2-40B4-BE49-F238E27FC236}">
                <a16:creationId xmlns:a16="http://schemas.microsoft.com/office/drawing/2014/main" id="{FAD66AB5-FC35-4C8E-ACC2-70B75A7E2C4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5651" name="Notes Placeholder 2">
            <a:extLst>
              <a:ext uri="{FF2B5EF4-FFF2-40B4-BE49-F238E27FC236}">
                <a16:creationId xmlns:a16="http://schemas.microsoft.com/office/drawing/2014/main" id="{145277C5-B5E6-46A2-B14A-A2ADE22001E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48484" name="Slide Number Placeholder 3">
            <a:extLst>
              <a:ext uri="{FF2B5EF4-FFF2-40B4-BE49-F238E27FC236}">
                <a16:creationId xmlns:a16="http://schemas.microsoft.com/office/drawing/2014/main" id="{04A4BAD5-9AC4-4510-A7B9-2F94C262666D}"/>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CEF13AA-EF51-4C63-9306-A0E384BC54C4}" type="slidenum">
              <a:rPr lang="en-US" altLang="en-US">
                <a:latin typeface="Calibri" panose="020F0502020204030204" pitchFamily="34" charset="0"/>
                <a:cs typeface="Calibri" panose="020F0502020204030204" pitchFamily="34" charset="0"/>
              </a:rPr>
              <a:pPr eaLnBrk="1" hangingPunct="1"/>
              <a:t>47</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357330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a:extLst>
              <a:ext uri="{FF2B5EF4-FFF2-40B4-BE49-F238E27FC236}">
                <a16:creationId xmlns:a16="http://schemas.microsoft.com/office/drawing/2014/main" id="{FAD66AB5-FC35-4C8E-ACC2-70B75A7E2C4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5651" name="Notes Placeholder 2">
            <a:extLst>
              <a:ext uri="{FF2B5EF4-FFF2-40B4-BE49-F238E27FC236}">
                <a16:creationId xmlns:a16="http://schemas.microsoft.com/office/drawing/2014/main" id="{145277C5-B5E6-46A2-B14A-A2ADE22001E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48484" name="Slide Number Placeholder 3">
            <a:extLst>
              <a:ext uri="{FF2B5EF4-FFF2-40B4-BE49-F238E27FC236}">
                <a16:creationId xmlns:a16="http://schemas.microsoft.com/office/drawing/2014/main" id="{04A4BAD5-9AC4-4510-A7B9-2F94C262666D}"/>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CEF13AA-EF51-4C63-9306-A0E384BC54C4}" type="slidenum">
              <a:rPr lang="en-US" altLang="en-US">
                <a:latin typeface="Calibri" panose="020F0502020204030204" pitchFamily="34" charset="0"/>
                <a:cs typeface="Calibri" panose="020F0502020204030204" pitchFamily="34" charset="0"/>
              </a:rPr>
              <a:pPr eaLnBrk="1" hangingPunct="1"/>
              <a:t>48</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012138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a:extLst>
              <a:ext uri="{FF2B5EF4-FFF2-40B4-BE49-F238E27FC236}">
                <a16:creationId xmlns:a16="http://schemas.microsoft.com/office/drawing/2014/main" id="{FAD66AB5-FC35-4C8E-ACC2-70B75A7E2C4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5651" name="Notes Placeholder 2">
            <a:extLst>
              <a:ext uri="{FF2B5EF4-FFF2-40B4-BE49-F238E27FC236}">
                <a16:creationId xmlns:a16="http://schemas.microsoft.com/office/drawing/2014/main" id="{145277C5-B5E6-46A2-B14A-A2ADE22001E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48484" name="Slide Number Placeholder 3">
            <a:extLst>
              <a:ext uri="{FF2B5EF4-FFF2-40B4-BE49-F238E27FC236}">
                <a16:creationId xmlns:a16="http://schemas.microsoft.com/office/drawing/2014/main" id="{04A4BAD5-9AC4-4510-A7B9-2F94C262666D}"/>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CEF13AA-EF51-4C63-9306-A0E384BC54C4}" type="slidenum">
              <a:rPr lang="en-US" altLang="en-US">
                <a:latin typeface="Calibri" panose="020F0502020204030204" pitchFamily="34" charset="0"/>
                <a:cs typeface="Calibri" panose="020F0502020204030204" pitchFamily="34" charset="0"/>
              </a:rPr>
              <a:pPr eaLnBrk="1" hangingPunct="1"/>
              <a:t>49</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25237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a:extLst>
              <a:ext uri="{FF2B5EF4-FFF2-40B4-BE49-F238E27FC236}">
                <a16:creationId xmlns:a16="http://schemas.microsoft.com/office/drawing/2014/main" id="{FAD66AB5-FC35-4C8E-ACC2-70B75A7E2C4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5651" name="Notes Placeholder 2">
            <a:extLst>
              <a:ext uri="{FF2B5EF4-FFF2-40B4-BE49-F238E27FC236}">
                <a16:creationId xmlns:a16="http://schemas.microsoft.com/office/drawing/2014/main" id="{145277C5-B5E6-46A2-B14A-A2ADE22001E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48484" name="Slide Number Placeholder 3">
            <a:extLst>
              <a:ext uri="{FF2B5EF4-FFF2-40B4-BE49-F238E27FC236}">
                <a16:creationId xmlns:a16="http://schemas.microsoft.com/office/drawing/2014/main" id="{04A4BAD5-9AC4-4510-A7B9-2F94C262666D}"/>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CEF13AA-EF51-4C63-9306-A0E384BC54C4}" type="slidenum">
              <a:rPr lang="en-US" altLang="en-US">
                <a:latin typeface="Calibri" panose="020F0502020204030204" pitchFamily="34" charset="0"/>
                <a:cs typeface="Calibri" panose="020F0502020204030204" pitchFamily="34" charset="0"/>
              </a:rPr>
              <a:pPr eaLnBrk="1" hangingPunct="1"/>
              <a:t>50</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53311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a:extLst>
              <a:ext uri="{FF2B5EF4-FFF2-40B4-BE49-F238E27FC236}">
                <a16:creationId xmlns:a16="http://schemas.microsoft.com/office/drawing/2014/main" id="{FAD66AB5-FC35-4C8E-ACC2-70B75A7E2C4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5651" name="Notes Placeholder 2">
            <a:extLst>
              <a:ext uri="{FF2B5EF4-FFF2-40B4-BE49-F238E27FC236}">
                <a16:creationId xmlns:a16="http://schemas.microsoft.com/office/drawing/2014/main" id="{145277C5-B5E6-46A2-B14A-A2ADE22001E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48484" name="Slide Number Placeholder 3">
            <a:extLst>
              <a:ext uri="{FF2B5EF4-FFF2-40B4-BE49-F238E27FC236}">
                <a16:creationId xmlns:a16="http://schemas.microsoft.com/office/drawing/2014/main" id="{04A4BAD5-9AC4-4510-A7B9-2F94C262666D}"/>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CEF13AA-EF51-4C63-9306-A0E384BC54C4}" type="slidenum">
              <a:rPr lang="en-US" altLang="en-US">
                <a:latin typeface="Calibri" panose="020F0502020204030204" pitchFamily="34" charset="0"/>
                <a:cs typeface="Calibri" panose="020F0502020204030204" pitchFamily="34" charset="0"/>
              </a:rPr>
              <a:pPr eaLnBrk="1" hangingPunct="1"/>
              <a:t>51</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736906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a:extLst>
              <a:ext uri="{FF2B5EF4-FFF2-40B4-BE49-F238E27FC236}">
                <a16:creationId xmlns:a16="http://schemas.microsoft.com/office/drawing/2014/main" id="{FAD66AB5-FC35-4C8E-ACC2-70B75A7E2C4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5651" name="Notes Placeholder 2">
            <a:extLst>
              <a:ext uri="{FF2B5EF4-FFF2-40B4-BE49-F238E27FC236}">
                <a16:creationId xmlns:a16="http://schemas.microsoft.com/office/drawing/2014/main" id="{145277C5-B5E6-46A2-B14A-A2ADE22001E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148484" name="Slide Number Placeholder 3">
            <a:extLst>
              <a:ext uri="{FF2B5EF4-FFF2-40B4-BE49-F238E27FC236}">
                <a16:creationId xmlns:a16="http://schemas.microsoft.com/office/drawing/2014/main" id="{04A4BAD5-9AC4-4510-A7B9-2F94C262666D}"/>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CEF13AA-EF51-4C63-9306-A0E384BC54C4}" type="slidenum">
              <a:rPr lang="en-US" altLang="en-US">
                <a:latin typeface="Calibri" panose="020F0502020204030204" pitchFamily="34" charset="0"/>
                <a:cs typeface="Calibri" panose="020F0502020204030204" pitchFamily="34" charset="0"/>
              </a:rPr>
              <a:pPr eaLnBrk="1" hangingPunct="1"/>
              <a:t>52</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271113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a:extLst>
              <a:ext uri="{FF2B5EF4-FFF2-40B4-BE49-F238E27FC236}">
                <a16:creationId xmlns:a16="http://schemas.microsoft.com/office/drawing/2014/main" id="{FAD66AB5-FC35-4C8E-ACC2-70B75A7E2C4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5651" name="Notes Placeholder 2">
            <a:extLst>
              <a:ext uri="{FF2B5EF4-FFF2-40B4-BE49-F238E27FC236}">
                <a16:creationId xmlns:a16="http://schemas.microsoft.com/office/drawing/2014/main" id="{145277C5-B5E6-46A2-B14A-A2ADE22001E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148484" name="Slide Number Placeholder 3">
            <a:extLst>
              <a:ext uri="{FF2B5EF4-FFF2-40B4-BE49-F238E27FC236}">
                <a16:creationId xmlns:a16="http://schemas.microsoft.com/office/drawing/2014/main" id="{04A4BAD5-9AC4-4510-A7B9-2F94C262666D}"/>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CEF13AA-EF51-4C63-9306-A0E384BC54C4}" type="slidenum">
              <a:rPr lang="en-US" altLang="en-US">
                <a:latin typeface="Calibri" panose="020F0502020204030204" pitchFamily="34" charset="0"/>
                <a:cs typeface="Calibri" panose="020F0502020204030204" pitchFamily="34" charset="0"/>
              </a:rPr>
              <a:pPr eaLnBrk="1" hangingPunct="1"/>
              <a:t>53</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981502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a:extLst>
              <a:ext uri="{FF2B5EF4-FFF2-40B4-BE49-F238E27FC236}">
                <a16:creationId xmlns:a16="http://schemas.microsoft.com/office/drawing/2014/main" id="{FAD66AB5-FC35-4C8E-ACC2-70B75A7E2C4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5651" name="Notes Placeholder 2">
            <a:extLst>
              <a:ext uri="{FF2B5EF4-FFF2-40B4-BE49-F238E27FC236}">
                <a16:creationId xmlns:a16="http://schemas.microsoft.com/office/drawing/2014/main" id="{145277C5-B5E6-46A2-B14A-A2ADE22001E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48484" name="Slide Number Placeholder 3">
            <a:extLst>
              <a:ext uri="{FF2B5EF4-FFF2-40B4-BE49-F238E27FC236}">
                <a16:creationId xmlns:a16="http://schemas.microsoft.com/office/drawing/2014/main" id="{04A4BAD5-9AC4-4510-A7B9-2F94C262666D}"/>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CEF13AA-EF51-4C63-9306-A0E384BC54C4}" type="slidenum">
              <a:rPr lang="en-US" altLang="en-US">
                <a:latin typeface="Calibri" panose="020F0502020204030204" pitchFamily="34" charset="0"/>
                <a:cs typeface="Calibri" panose="020F0502020204030204" pitchFamily="34" charset="0"/>
              </a:rPr>
              <a:pPr eaLnBrk="1" hangingPunct="1"/>
              <a:t>54</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331636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Slide Image Placeholder 1">
            <a:extLst>
              <a:ext uri="{FF2B5EF4-FFF2-40B4-BE49-F238E27FC236}">
                <a16:creationId xmlns:a16="http://schemas.microsoft.com/office/drawing/2014/main" id="{96B8C1D2-58B8-4340-9028-E771A1B67D3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6675" name="Notes Placeholder 2">
            <a:extLst>
              <a:ext uri="{FF2B5EF4-FFF2-40B4-BE49-F238E27FC236}">
                <a16:creationId xmlns:a16="http://schemas.microsoft.com/office/drawing/2014/main" id="{06D03EF6-2A77-43CE-88DC-15EDC8BE575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49508" name="Slide Number Placeholder 3">
            <a:extLst>
              <a:ext uri="{FF2B5EF4-FFF2-40B4-BE49-F238E27FC236}">
                <a16:creationId xmlns:a16="http://schemas.microsoft.com/office/drawing/2014/main" id="{72E3EDFD-CA0D-4BA8-B0DE-7A8A1F062350}"/>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048A811-A4A8-4EFD-BD54-D774A50E3D8F}" type="slidenum">
              <a:rPr lang="en-US" altLang="en-US">
                <a:latin typeface="Calibri" panose="020F0502020204030204" pitchFamily="34" charset="0"/>
                <a:cs typeface="Calibri" panose="020F0502020204030204" pitchFamily="34" charset="0"/>
              </a:rPr>
              <a:pPr eaLnBrk="1" hangingPunct="1"/>
              <a:t>56</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124357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Slide Image Placeholder 1">
            <a:extLst>
              <a:ext uri="{FF2B5EF4-FFF2-40B4-BE49-F238E27FC236}">
                <a16:creationId xmlns:a16="http://schemas.microsoft.com/office/drawing/2014/main" id="{3EC63163-395A-4971-B2E3-52710460C37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7699" name="Notes Placeholder 2">
            <a:extLst>
              <a:ext uri="{FF2B5EF4-FFF2-40B4-BE49-F238E27FC236}">
                <a16:creationId xmlns:a16="http://schemas.microsoft.com/office/drawing/2014/main" id="{CF08998D-8066-434F-B9C3-EA95574D83A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0532" name="Slide Number Placeholder 3">
            <a:extLst>
              <a:ext uri="{FF2B5EF4-FFF2-40B4-BE49-F238E27FC236}">
                <a16:creationId xmlns:a16="http://schemas.microsoft.com/office/drawing/2014/main" id="{589CAE1B-3106-4E8F-BCE6-743FFFDDDB0B}"/>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056AB19-73D9-4A3E-935E-4FFB4CED4F92}" type="slidenum">
              <a:rPr lang="en-US" altLang="en-US">
                <a:latin typeface="Calibri" panose="020F0502020204030204" pitchFamily="34" charset="0"/>
                <a:cs typeface="Calibri" panose="020F0502020204030204" pitchFamily="34" charset="0"/>
              </a:rPr>
              <a:pPr eaLnBrk="1" hangingPunct="1"/>
              <a:t>57</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778428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Slide Image Placeholder 1">
            <a:extLst>
              <a:ext uri="{FF2B5EF4-FFF2-40B4-BE49-F238E27FC236}">
                <a16:creationId xmlns:a16="http://schemas.microsoft.com/office/drawing/2014/main" id="{3EC63163-395A-4971-B2E3-52710460C37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7699" name="Notes Placeholder 2">
            <a:extLst>
              <a:ext uri="{FF2B5EF4-FFF2-40B4-BE49-F238E27FC236}">
                <a16:creationId xmlns:a16="http://schemas.microsoft.com/office/drawing/2014/main" id="{CF08998D-8066-434F-B9C3-EA95574D83A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0532" name="Slide Number Placeholder 3">
            <a:extLst>
              <a:ext uri="{FF2B5EF4-FFF2-40B4-BE49-F238E27FC236}">
                <a16:creationId xmlns:a16="http://schemas.microsoft.com/office/drawing/2014/main" id="{589CAE1B-3106-4E8F-BCE6-743FFFDDDB0B}"/>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056AB19-73D9-4A3E-935E-4FFB4CED4F92}" type="slidenum">
              <a:rPr lang="en-US" altLang="en-US">
                <a:latin typeface="Calibri" panose="020F0502020204030204" pitchFamily="34" charset="0"/>
                <a:cs typeface="Calibri" panose="020F0502020204030204" pitchFamily="34" charset="0"/>
              </a:rPr>
              <a:pPr eaLnBrk="1" hangingPunct="1"/>
              <a:t>58</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303922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Slide Image Placeholder 1">
            <a:extLst>
              <a:ext uri="{FF2B5EF4-FFF2-40B4-BE49-F238E27FC236}">
                <a16:creationId xmlns:a16="http://schemas.microsoft.com/office/drawing/2014/main" id="{3EC63163-395A-4971-B2E3-52710460C37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7699" name="Notes Placeholder 2">
            <a:extLst>
              <a:ext uri="{FF2B5EF4-FFF2-40B4-BE49-F238E27FC236}">
                <a16:creationId xmlns:a16="http://schemas.microsoft.com/office/drawing/2014/main" id="{CF08998D-8066-434F-B9C3-EA95574D83A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0532" name="Slide Number Placeholder 3">
            <a:extLst>
              <a:ext uri="{FF2B5EF4-FFF2-40B4-BE49-F238E27FC236}">
                <a16:creationId xmlns:a16="http://schemas.microsoft.com/office/drawing/2014/main" id="{589CAE1B-3106-4E8F-BCE6-743FFFDDDB0B}"/>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056AB19-73D9-4A3E-935E-4FFB4CED4F92}" type="slidenum">
              <a:rPr lang="en-US" altLang="en-US">
                <a:latin typeface="Calibri" panose="020F0502020204030204" pitchFamily="34" charset="0"/>
                <a:cs typeface="Calibri" panose="020F0502020204030204" pitchFamily="34" charset="0"/>
              </a:rPr>
              <a:pPr eaLnBrk="1" hangingPunct="1"/>
              <a:t>59</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479990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Slide Image Placeholder 1">
            <a:extLst>
              <a:ext uri="{FF2B5EF4-FFF2-40B4-BE49-F238E27FC236}">
                <a16:creationId xmlns:a16="http://schemas.microsoft.com/office/drawing/2014/main" id="{3EC63163-395A-4971-B2E3-52710460C37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7699" name="Notes Placeholder 2">
            <a:extLst>
              <a:ext uri="{FF2B5EF4-FFF2-40B4-BE49-F238E27FC236}">
                <a16:creationId xmlns:a16="http://schemas.microsoft.com/office/drawing/2014/main" id="{CF08998D-8066-434F-B9C3-EA95574D83A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0532" name="Slide Number Placeholder 3">
            <a:extLst>
              <a:ext uri="{FF2B5EF4-FFF2-40B4-BE49-F238E27FC236}">
                <a16:creationId xmlns:a16="http://schemas.microsoft.com/office/drawing/2014/main" id="{589CAE1B-3106-4E8F-BCE6-743FFFDDDB0B}"/>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056AB19-73D9-4A3E-935E-4FFB4CED4F92}" type="slidenum">
              <a:rPr lang="en-US" altLang="en-US">
                <a:latin typeface="Calibri" panose="020F0502020204030204" pitchFamily="34" charset="0"/>
                <a:cs typeface="Calibri" panose="020F0502020204030204" pitchFamily="34" charset="0"/>
              </a:rPr>
              <a:pPr eaLnBrk="1" hangingPunct="1"/>
              <a:t>60</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2102525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Slide Image Placeholder 1">
            <a:extLst>
              <a:ext uri="{FF2B5EF4-FFF2-40B4-BE49-F238E27FC236}">
                <a16:creationId xmlns:a16="http://schemas.microsoft.com/office/drawing/2014/main" id="{3EC63163-395A-4971-B2E3-52710460C37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7699" name="Notes Placeholder 2">
            <a:extLst>
              <a:ext uri="{FF2B5EF4-FFF2-40B4-BE49-F238E27FC236}">
                <a16:creationId xmlns:a16="http://schemas.microsoft.com/office/drawing/2014/main" id="{CF08998D-8066-434F-B9C3-EA95574D83A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0532" name="Slide Number Placeholder 3">
            <a:extLst>
              <a:ext uri="{FF2B5EF4-FFF2-40B4-BE49-F238E27FC236}">
                <a16:creationId xmlns:a16="http://schemas.microsoft.com/office/drawing/2014/main" id="{589CAE1B-3106-4E8F-BCE6-743FFFDDDB0B}"/>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056AB19-73D9-4A3E-935E-4FFB4CED4F92}" type="slidenum">
              <a:rPr lang="en-US" altLang="en-US">
                <a:latin typeface="Calibri" panose="020F0502020204030204" pitchFamily="34" charset="0"/>
                <a:cs typeface="Calibri" panose="020F0502020204030204" pitchFamily="34" charset="0"/>
              </a:rPr>
              <a:pPr eaLnBrk="1" hangingPunct="1"/>
              <a:t>61</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9908711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Slide Image Placeholder 1">
            <a:extLst>
              <a:ext uri="{FF2B5EF4-FFF2-40B4-BE49-F238E27FC236}">
                <a16:creationId xmlns:a16="http://schemas.microsoft.com/office/drawing/2014/main" id="{E6AC29CC-EE5B-48F3-96FF-66169653CD6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8723" name="Notes Placeholder 2">
            <a:extLst>
              <a:ext uri="{FF2B5EF4-FFF2-40B4-BE49-F238E27FC236}">
                <a16:creationId xmlns:a16="http://schemas.microsoft.com/office/drawing/2014/main" id="{FC38F0A5-FDC9-4852-8710-9818A882C17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1556" name="Slide Number Placeholder 3">
            <a:extLst>
              <a:ext uri="{FF2B5EF4-FFF2-40B4-BE49-F238E27FC236}">
                <a16:creationId xmlns:a16="http://schemas.microsoft.com/office/drawing/2014/main" id="{807B31EB-8E5B-490C-AF1A-F19911225285}"/>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80161B7-1E94-49A7-B7B4-10B39525EBE3}" type="slidenum">
              <a:rPr lang="en-US" altLang="en-US">
                <a:latin typeface="Calibri" panose="020F0502020204030204" pitchFamily="34" charset="0"/>
                <a:cs typeface="Calibri" panose="020F0502020204030204" pitchFamily="34" charset="0"/>
              </a:rPr>
              <a:pPr eaLnBrk="1" hangingPunct="1"/>
              <a:t>62</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4087283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Slide Image Placeholder 1">
            <a:extLst>
              <a:ext uri="{FF2B5EF4-FFF2-40B4-BE49-F238E27FC236}">
                <a16:creationId xmlns:a16="http://schemas.microsoft.com/office/drawing/2014/main" id="{2BF216EE-8304-44C7-82B0-DA4E1080705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9747" name="Notes Placeholder 2">
            <a:extLst>
              <a:ext uri="{FF2B5EF4-FFF2-40B4-BE49-F238E27FC236}">
                <a16:creationId xmlns:a16="http://schemas.microsoft.com/office/drawing/2014/main" id="{A37E19A1-BB43-4873-9D1C-70558883666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2580" name="Slide Number Placeholder 3">
            <a:extLst>
              <a:ext uri="{FF2B5EF4-FFF2-40B4-BE49-F238E27FC236}">
                <a16:creationId xmlns:a16="http://schemas.microsoft.com/office/drawing/2014/main" id="{8C520D79-9E13-4C63-83E4-A89F088C309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DCAFD3B-FE2D-4EB3-9EFC-5C4F1A6A6E18}" type="slidenum">
              <a:rPr lang="en-US" altLang="en-US">
                <a:latin typeface="Calibri" panose="020F0502020204030204" pitchFamily="34" charset="0"/>
                <a:cs typeface="Calibri" panose="020F0502020204030204" pitchFamily="34" charset="0"/>
              </a:rPr>
              <a:pPr eaLnBrk="1" hangingPunct="1"/>
              <a:t>63</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6704974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Slide Image Placeholder 1">
            <a:extLst>
              <a:ext uri="{FF2B5EF4-FFF2-40B4-BE49-F238E27FC236}">
                <a16:creationId xmlns:a16="http://schemas.microsoft.com/office/drawing/2014/main" id="{C6F43599-1209-4C68-8973-12D11F8CD30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0771" name="Notes Placeholder 2">
            <a:extLst>
              <a:ext uri="{FF2B5EF4-FFF2-40B4-BE49-F238E27FC236}">
                <a16:creationId xmlns:a16="http://schemas.microsoft.com/office/drawing/2014/main" id="{273B0BF5-71D2-4E3B-9444-B0D08D4AE4C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6676" name="Slide Number Placeholder 3">
            <a:extLst>
              <a:ext uri="{FF2B5EF4-FFF2-40B4-BE49-F238E27FC236}">
                <a16:creationId xmlns:a16="http://schemas.microsoft.com/office/drawing/2014/main" id="{EF4D4C10-0977-45E1-B74E-42FE5AA7AAEB}"/>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03F8BD6-9BB3-4310-A4AD-BE34360B00AD}" type="slidenum">
              <a:rPr lang="en-US" altLang="en-US">
                <a:latin typeface="Calibri" panose="020F0502020204030204" pitchFamily="34" charset="0"/>
                <a:cs typeface="Calibri" panose="020F0502020204030204" pitchFamily="34" charset="0"/>
              </a:rPr>
              <a:pPr eaLnBrk="1" hangingPunct="1"/>
              <a:t>67</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791284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Slide Image Placeholder 1">
            <a:extLst>
              <a:ext uri="{FF2B5EF4-FFF2-40B4-BE49-F238E27FC236}">
                <a16:creationId xmlns:a16="http://schemas.microsoft.com/office/drawing/2014/main" id="{C6F43599-1209-4C68-8973-12D11F8CD30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0771" name="Notes Placeholder 2">
            <a:extLst>
              <a:ext uri="{FF2B5EF4-FFF2-40B4-BE49-F238E27FC236}">
                <a16:creationId xmlns:a16="http://schemas.microsoft.com/office/drawing/2014/main" id="{273B0BF5-71D2-4E3B-9444-B0D08D4AE4C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6676" name="Slide Number Placeholder 3">
            <a:extLst>
              <a:ext uri="{FF2B5EF4-FFF2-40B4-BE49-F238E27FC236}">
                <a16:creationId xmlns:a16="http://schemas.microsoft.com/office/drawing/2014/main" id="{EF4D4C10-0977-45E1-B74E-42FE5AA7AAEB}"/>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03F8BD6-9BB3-4310-A4AD-BE34360B00AD}" type="slidenum">
              <a:rPr lang="en-US" altLang="en-US">
                <a:latin typeface="Calibri" panose="020F0502020204030204" pitchFamily="34" charset="0"/>
                <a:cs typeface="Calibri" panose="020F0502020204030204" pitchFamily="34" charset="0"/>
              </a:rPr>
              <a:pPr eaLnBrk="1" hangingPunct="1"/>
              <a:t>68</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4297055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Slide Image Placeholder 1">
            <a:extLst>
              <a:ext uri="{FF2B5EF4-FFF2-40B4-BE49-F238E27FC236}">
                <a16:creationId xmlns:a16="http://schemas.microsoft.com/office/drawing/2014/main" id="{C6F43599-1209-4C68-8973-12D11F8CD30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0771" name="Notes Placeholder 2">
            <a:extLst>
              <a:ext uri="{FF2B5EF4-FFF2-40B4-BE49-F238E27FC236}">
                <a16:creationId xmlns:a16="http://schemas.microsoft.com/office/drawing/2014/main" id="{273B0BF5-71D2-4E3B-9444-B0D08D4AE4C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6676" name="Slide Number Placeholder 3">
            <a:extLst>
              <a:ext uri="{FF2B5EF4-FFF2-40B4-BE49-F238E27FC236}">
                <a16:creationId xmlns:a16="http://schemas.microsoft.com/office/drawing/2014/main" id="{EF4D4C10-0977-45E1-B74E-42FE5AA7AAEB}"/>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03F8BD6-9BB3-4310-A4AD-BE34360B00AD}" type="slidenum">
              <a:rPr lang="en-US" altLang="en-US">
                <a:latin typeface="Calibri" panose="020F0502020204030204" pitchFamily="34" charset="0"/>
                <a:cs typeface="Calibri" panose="020F0502020204030204" pitchFamily="34" charset="0"/>
              </a:rPr>
              <a:pPr eaLnBrk="1" hangingPunct="1"/>
              <a:t>69</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359654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Slide Image Placeholder 1">
            <a:extLst>
              <a:ext uri="{FF2B5EF4-FFF2-40B4-BE49-F238E27FC236}">
                <a16:creationId xmlns:a16="http://schemas.microsoft.com/office/drawing/2014/main" id="{41FC76B8-542C-4A0F-8656-64514BB38E7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1795" name="Notes Placeholder 2">
            <a:extLst>
              <a:ext uri="{FF2B5EF4-FFF2-40B4-BE49-F238E27FC236}">
                <a16:creationId xmlns:a16="http://schemas.microsoft.com/office/drawing/2014/main" id="{C98480C0-13A2-4A2D-9833-EEF505AD5FF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7700" name="Slide Number Placeholder 3">
            <a:extLst>
              <a:ext uri="{FF2B5EF4-FFF2-40B4-BE49-F238E27FC236}">
                <a16:creationId xmlns:a16="http://schemas.microsoft.com/office/drawing/2014/main" id="{8668F2A7-48F1-42A2-8B48-97F47EC0639D}"/>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0381392-D6DE-4D54-ABC4-ACB17B2D1A85}" type="slidenum">
              <a:rPr lang="en-US" altLang="en-US">
                <a:latin typeface="Calibri" panose="020F0502020204030204" pitchFamily="34" charset="0"/>
                <a:cs typeface="Calibri" panose="020F0502020204030204" pitchFamily="34" charset="0"/>
              </a:rPr>
              <a:pPr eaLnBrk="1" hangingPunct="1"/>
              <a:t>70</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7816451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Slide Image Placeholder 1">
            <a:extLst>
              <a:ext uri="{FF2B5EF4-FFF2-40B4-BE49-F238E27FC236}">
                <a16:creationId xmlns:a16="http://schemas.microsoft.com/office/drawing/2014/main" id="{581DBBA0-E408-4CC4-B904-7859221BAA0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2819" name="Notes Placeholder 2">
            <a:extLst>
              <a:ext uri="{FF2B5EF4-FFF2-40B4-BE49-F238E27FC236}">
                <a16:creationId xmlns:a16="http://schemas.microsoft.com/office/drawing/2014/main" id="{594679F5-E1EC-4957-8F1B-9F42F52D197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8724" name="Slide Number Placeholder 3">
            <a:extLst>
              <a:ext uri="{FF2B5EF4-FFF2-40B4-BE49-F238E27FC236}">
                <a16:creationId xmlns:a16="http://schemas.microsoft.com/office/drawing/2014/main" id="{59156013-9EA7-4811-B696-CFC0C45F917F}"/>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7B2DA37-D5EC-407B-B968-68DA54B9CFC0}" type="slidenum">
              <a:rPr lang="en-US" altLang="en-US">
                <a:latin typeface="Calibri" panose="020F0502020204030204" pitchFamily="34" charset="0"/>
                <a:cs typeface="Calibri" panose="020F0502020204030204" pitchFamily="34" charset="0"/>
              </a:rPr>
              <a:pPr eaLnBrk="1" hangingPunct="1"/>
              <a:t>71</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6625918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Slide Image Placeholder 1">
            <a:extLst>
              <a:ext uri="{FF2B5EF4-FFF2-40B4-BE49-F238E27FC236}">
                <a16:creationId xmlns:a16="http://schemas.microsoft.com/office/drawing/2014/main" id="{07019FBE-16C9-4FF0-B78F-D68FD7101B7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43" name="Notes Placeholder 2">
            <a:extLst>
              <a:ext uri="{FF2B5EF4-FFF2-40B4-BE49-F238E27FC236}">
                <a16:creationId xmlns:a16="http://schemas.microsoft.com/office/drawing/2014/main" id="{DF36B822-FE8D-48C9-980B-4F250FC6D4F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9748" name="Slide Number Placeholder 3">
            <a:extLst>
              <a:ext uri="{FF2B5EF4-FFF2-40B4-BE49-F238E27FC236}">
                <a16:creationId xmlns:a16="http://schemas.microsoft.com/office/drawing/2014/main" id="{D851E225-9AA6-4E76-BB32-919C42B923ED}"/>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1AE212A-901F-42FF-9ECF-37F364E4B8F9}" type="slidenum">
              <a:rPr lang="en-US" altLang="en-US">
                <a:latin typeface="Calibri" panose="020F0502020204030204" pitchFamily="34" charset="0"/>
                <a:cs typeface="Calibri" panose="020F0502020204030204" pitchFamily="34" charset="0"/>
              </a:rPr>
              <a:pPr eaLnBrk="1" hangingPunct="1"/>
              <a:t>73</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5245039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Slide Image Placeholder 1">
            <a:extLst>
              <a:ext uri="{FF2B5EF4-FFF2-40B4-BE49-F238E27FC236}">
                <a16:creationId xmlns:a16="http://schemas.microsoft.com/office/drawing/2014/main" id="{4BE242B0-8A18-46B8-A957-5045DDB7683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4867" name="Notes Placeholder 2">
            <a:extLst>
              <a:ext uri="{FF2B5EF4-FFF2-40B4-BE49-F238E27FC236}">
                <a16:creationId xmlns:a16="http://schemas.microsoft.com/office/drawing/2014/main" id="{1573FCCD-DCF8-4C95-8FCA-608101A1F09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60772" name="Slide Number Placeholder 3">
            <a:extLst>
              <a:ext uri="{FF2B5EF4-FFF2-40B4-BE49-F238E27FC236}">
                <a16:creationId xmlns:a16="http://schemas.microsoft.com/office/drawing/2014/main" id="{01725420-A400-41FA-AB4F-721EEC404782}"/>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AAA5F36-65BF-4756-8AAA-C71D75402591}" type="slidenum">
              <a:rPr lang="en-US" altLang="en-US">
                <a:latin typeface="Calibri" panose="020F0502020204030204" pitchFamily="34" charset="0"/>
                <a:cs typeface="Calibri" panose="020F0502020204030204" pitchFamily="34" charset="0"/>
              </a:rPr>
              <a:pPr eaLnBrk="1" hangingPunct="1"/>
              <a:t>74</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3305934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Slide Image Placeholder 1">
            <a:extLst>
              <a:ext uri="{FF2B5EF4-FFF2-40B4-BE49-F238E27FC236}">
                <a16:creationId xmlns:a16="http://schemas.microsoft.com/office/drawing/2014/main" id="{503E54C5-B096-446B-8800-692EFC2EBA9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5891" name="Notes Placeholder 2">
            <a:extLst>
              <a:ext uri="{FF2B5EF4-FFF2-40B4-BE49-F238E27FC236}">
                <a16:creationId xmlns:a16="http://schemas.microsoft.com/office/drawing/2014/main" id="{4E82EC17-E37D-4E4E-B57B-38D2A496A24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62820" name="Slide Number Placeholder 3">
            <a:extLst>
              <a:ext uri="{FF2B5EF4-FFF2-40B4-BE49-F238E27FC236}">
                <a16:creationId xmlns:a16="http://schemas.microsoft.com/office/drawing/2014/main" id="{BEA36C93-32D6-46C2-ACD5-B21059990D43}"/>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AB74F4E-F7D0-4DE5-B704-51B7AAF2F202}" type="slidenum">
              <a:rPr lang="en-US" altLang="en-US">
                <a:latin typeface="Calibri" panose="020F0502020204030204" pitchFamily="34" charset="0"/>
                <a:cs typeface="Calibri" panose="020F0502020204030204" pitchFamily="34" charset="0"/>
              </a:rPr>
              <a:pPr eaLnBrk="1" hangingPunct="1"/>
              <a:t>76</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349238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Slide Image Placeholder 1">
            <a:extLst>
              <a:ext uri="{FF2B5EF4-FFF2-40B4-BE49-F238E27FC236}">
                <a16:creationId xmlns:a16="http://schemas.microsoft.com/office/drawing/2014/main" id="{14AD8DF0-ACD4-4E7A-8C73-5FA2F674B37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6915" name="Notes Placeholder 2">
            <a:extLst>
              <a:ext uri="{FF2B5EF4-FFF2-40B4-BE49-F238E27FC236}">
                <a16:creationId xmlns:a16="http://schemas.microsoft.com/office/drawing/2014/main" id="{84F83E8F-366F-4960-B00C-813CE559850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63844" name="Slide Number Placeholder 3">
            <a:extLst>
              <a:ext uri="{FF2B5EF4-FFF2-40B4-BE49-F238E27FC236}">
                <a16:creationId xmlns:a16="http://schemas.microsoft.com/office/drawing/2014/main" id="{4862C887-4CAD-4755-B521-33121FE71AB6}"/>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CC2B81E-897C-4095-A2BA-26D01559FC7F}" type="slidenum">
              <a:rPr lang="en-US" altLang="en-US">
                <a:latin typeface="Calibri" panose="020F0502020204030204" pitchFamily="34" charset="0"/>
                <a:cs typeface="Calibri" panose="020F0502020204030204" pitchFamily="34" charset="0"/>
              </a:rPr>
              <a:pPr eaLnBrk="1" hangingPunct="1"/>
              <a:t>77</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8180134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Slide Image Placeholder 1">
            <a:extLst>
              <a:ext uri="{FF2B5EF4-FFF2-40B4-BE49-F238E27FC236}">
                <a16:creationId xmlns:a16="http://schemas.microsoft.com/office/drawing/2014/main" id="{11E322ED-6625-48C4-9D27-DF45248663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7939" name="Notes Placeholder 2">
            <a:extLst>
              <a:ext uri="{FF2B5EF4-FFF2-40B4-BE49-F238E27FC236}">
                <a16:creationId xmlns:a16="http://schemas.microsoft.com/office/drawing/2014/main" id="{1C21FCCE-65F9-4D79-B08D-81D39D45541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64868" name="Slide Number Placeholder 3">
            <a:extLst>
              <a:ext uri="{FF2B5EF4-FFF2-40B4-BE49-F238E27FC236}">
                <a16:creationId xmlns:a16="http://schemas.microsoft.com/office/drawing/2014/main" id="{6E943D8A-D9D8-44EC-8BF7-2FB41499DBF8}"/>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CBBDB08-B0FB-49D7-A2EF-7BE5D44DF998}" type="slidenum">
              <a:rPr lang="en-US" altLang="en-US">
                <a:latin typeface="Calibri" panose="020F0502020204030204" pitchFamily="34" charset="0"/>
                <a:cs typeface="Calibri" panose="020F0502020204030204" pitchFamily="34" charset="0"/>
              </a:rPr>
              <a:pPr eaLnBrk="1" hangingPunct="1"/>
              <a:t>78</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3126533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Slide Image Placeholder 1">
            <a:extLst>
              <a:ext uri="{FF2B5EF4-FFF2-40B4-BE49-F238E27FC236}">
                <a16:creationId xmlns:a16="http://schemas.microsoft.com/office/drawing/2014/main" id="{56D2259E-8F4D-4A23-B920-A8B1ADFD724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9987" name="Notes Placeholder 2">
            <a:extLst>
              <a:ext uri="{FF2B5EF4-FFF2-40B4-BE49-F238E27FC236}">
                <a16:creationId xmlns:a16="http://schemas.microsoft.com/office/drawing/2014/main" id="{9DAC3AFD-D392-4377-9D39-8D1A9884CEC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73060" name="Slide Number Placeholder 3">
            <a:extLst>
              <a:ext uri="{FF2B5EF4-FFF2-40B4-BE49-F238E27FC236}">
                <a16:creationId xmlns:a16="http://schemas.microsoft.com/office/drawing/2014/main" id="{A50F275D-62E3-4086-8A55-2B0E43350744}"/>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B6EDF67-F40B-4DA5-80A4-6879391579C9}" type="slidenum">
              <a:rPr lang="en-US" altLang="en-US">
                <a:latin typeface="Calibri" panose="020F0502020204030204" pitchFamily="34" charset="0"/>
                <a:cs typeface="Calibri" panose="020F0502020204030204" pitchFamily="34" charset="0"/>
              </a:rPr>
              <a:pPr eaLnBrk="1" hangingPunct="1"/>
              <a:t>86</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9532436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Slide Image Placeholder 1">
            <a:extLst>
              <a:ext uri="{FF2B5EF4-FFF2-40B4-BE49-F238E27FC236}">
                <a16:creationId xmlns:a16="http://schemas.microsoft.com/office/drawing/2014/main" id="{D7B32D83-C24E-413E-A63C-B8B2B361CAD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1011" name="Notes Placeholder 2">
            <a:extLst>
              <a:ext uri="{FF2B5EF4-FFF2-40B4-BE49-F238E27FC236}">
                <a16:creationId xmlns:a16="http://schemas.microsoft.com/office/drawing/2014/main" id="{8FE3D9DA-6C4A-48DE-B45C-CAA1D403395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77156" name="Slide Number Placeholder 3">
            <a:extLst>
              <a:ext uri="{FF2B5EF4-FFF2-40B4-BE49-F238E27FC236}">
                <a16:creationId xmlns:a16="http://schemas.microsoft.com/office/drawing/2014/main" id="{EE43212E-9F47-4F2F-B321-104613892E88}"/>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4060A94-2203-4784-BA43-384B1F4CD51A}" type="slidenum">
              <a:rPr lang="en-US" altLang="en-US">
                <a:latin typeface="Calibri" panose="020F0502020204030204" pitchFamily="34" charset="0"/>
                <a:cs typeface="Calibri" panose="020F0502020204030204" pitchFamily="34" charset="0"/>
              </a:rPr>
              <a:pPr eaLnBrk="1" hangingPunct="1"/>
              <a:t>92</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4204120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Slide Image Placeholder 1">
            <a:extLst>
              <a:ext uri="{FF2B5EF4-FFF2-40B4-BE49-F238E27FC236}">
                <a16:creationId xmlns:a16="http://schemas.microsoft.com/office/drawing/2014/main" id="{8E1DC7EB-2AE0-45F2-8EDB-10A30331E45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2035" name="Notes Placeholder 2">
            <a:extLst>
              <a:ext uri="{FF2B5EF4-FFF2-40B4-BE49-F238E27FC236}">
                <a16:creationId xmlns:a16="http://schemas.microsoft.com/office/drawing/2014/main" id="{EB81D862-FECC-4310-9044-32E082487C1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81252" name="Slide Number Placeholder 3">
            <a:extLst>
              <a:ext uri="{FF2B5EF4-FFF2-40B4-BE49-F238E27FC236}">
                <a16:creationId xmlns:a16="http://schemas.microsoft.com/office/drawing/2014/main" id="{9FF4F475-C608-464B-AFCB-84064905AD18}"/>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B0DF582-4C78-4290-BD86-1B901D8E21B5}" type="slidenum">
              <a:rPr lang="en-US" altLang="en-US">
                <a:latin typeface="Calibri" panose="020F0502020204030204" pitchFamily="34" charset="0"/>
                <a:cs typeface="Calibri" panose="020F0502020204030204" pitchFamily="34" charset="0"/>
              </a:rPr>
              <a:pPr eaLnBrk="1" hangingPunct="1"/>
              <a:t>98</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6263866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Slide Image Placeholder 1">
            <a:extLst>
              <a:ext uri="{FF2B5EF4-FFF2-40B4-BE49-F238E27FC236}">
                <a16:creationId xmlns:a16="http://schemas.microsoft.com/office/drawing/2014/main" id="{97F6C3B0-D75F-40BC-AC1D-DC6433BD66B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3059" name="Notes Placeholder 2">
            <a:extLst>
              <a:ext uri="{FF2B5EF4-FFF2-40B4-BE49-F238E27FC236}">
                <a16:creationId xmlns:a16="http://schemas.microsoft.com/office/drawing/2014/main" id="{5D460057-A55C-41CB-B256-C723EF1AE61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84324" name="Slide Number Placeholder 3">
            <a:extLst>
              <a:ext uri="{FF2B5EF4-FFF2-40B4-BE49-F238E27FC236}">
                <a16:creationId xmlns:a16="http://schemas.microsoft.com/office/drawing/2014/main" id="{469B136B-7BC5-432F-8F30-71D9C54BBEFB}"/>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574C9CD-DE7E-4C8B-955D-EA55170F8AAB}" type="slidenum">
              <a:rPr lang="en-US" altLang="en-US">
                <a:latin typeface="Calibri" panose="020F0502020204030204" pitchFamily="34" charset="0"/>
                <a:cs typeface="Calibri" panose="020F0502020204030204" pitchFamily="34" charset="0"/>
              </a:rPr>
              <a:pPr eaLnBrk="1" hangingPunct="1"/>
              <a:t>102</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6170012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Slide Image Placeholder 1">
            <a:extLst>
              <a:ext uri="{FF2B5EF4-FFF2-40B4-BE49-F238E27FC236}">
                <a16:creationId xmlns:a16="http://schemas.microsoft.com/office/drawing/2014/main" id="{3735285B-E3D4-477B-A5A2-40C6A1C42E3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083" name="Notes Placeholder 2">
            <a:extLst>
              <a:ext uri="{FF2B5EF4-FFF2-40B4-BE49-F238E27FC236}">
                <a16:creationId xmlns:a16="http://schemas.microsoft.com/office/drawing/2014/main" id="{A316D468-9388-4581-ABA1-CEF7BE02DEB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91492" name="Slide Number Placeholder 3">
            <a:extLst>
              <a:ext uri="{FF2B5EF4-FFF2-40B4-BE49-F238E27FC236}">
                <a16:creationId xmlns:a16="http://schemas.microsoft.com/office/drawing/2014/main" id="{A7AED2DA-29E4-4B51-A9CB-6153DFE7E471}"/>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51D4AE6-1F01-402C-A986-C1809E8DFD4B}" type="slidenum">
              <a:rPr lang="en-US" altLang="en-US">
                <a:latin typeface="Calibri" panose="020F0502020204030204" pitchFamily="34" charset="0"/>
                <a:cs typeface="Calibri" panose="020F0502020204030204" pitchFamily="34" charset="0"/>
              </a:rPr>
              <a:pPr eaLnBrk="1" hangingPunct="1"/>
              <a:t>112</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8744692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a:extLst>
              <a:ext uri="{FF2B5EF4-FFF2-40B4-BE49-F238E27FC236}">
                <a16:creationId xmlns:a16="http://schemas.microsoft.com/office/drawing/2014/main" id="{DF808EF7-12AD-4D7A-9BA2-5FDF75B3994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5107" name="Notes Placeholder 2">
            <a:extLst>
              <a:ext uri="{FF2B5EF4-FFF2-40B4-BE49-F238E27FC236}">
                <a16:creationId xmlns:a16="http://schemas.microsoft.com/office/drawing/2014/main" id="{EAEB1604-9D4A-49A5-84F6-ECDDC42AC52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95588" name="Slide Number Placeholder 3">
            <a:extLst>
              <a:ext uri="{FF2B5EF4-FFF2-40B4-BE49-F238E27FC236}">
                <a16:creationId xmlns:a16="http://schemas.microsoft.com/office/drawing/2014/main" id="{E8C5C153-A2EF-478D-845C-EDB31F01B4BF}"/>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8F93CD0-DDD1-42AF-8965-563F98985C73}" type="slidenum">
              <a:rPr lang="en-US" altLang="en-US">
                <a:latin typeface="Calibri" panose="020F0502020204030204" pitchFamily="34" charset="0"/>
                <a:cs typeface="Calibri" panose="020F0502020204030204" pitchFamily="34" charset="0"/>
              </a:rPr>
              <a:pPr eaLnBrk="1" hangingPunct="1"/>
              <a:t>115</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6638222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Slide Image Placeholder 1">
            <a:extLst>
              <a:ext uri="{FF2B5EF4-FFF2-40B4-BE49-F238E27FC236}">
                <a16:creationId xmlns:a16="http://schemas.microsoft.com/office/drawing/2014/main" id="{FAF20C92-5DE7-4952-8B90-8B03A119648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6131" name="Notes Placeholder 2">
            <a:extLst>
              <a:ext uri="{FF2B5EF4-FFF2-40B4-BE49-F238E27FC236}">
                <a16:creationId xmlns:a16="http://schemas.microsoft.com/office/drawing/2014/main" id="{79289675-1265-4834-AAC9-901D70C9FE6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97636" name="Slide Number Placeholder 3">
            <a:extLst>
              <a:ext uri="{FF2B5EF4-FFF2-40B4-BE49-F238E27FC236}">
                <a16:creationId xmlns:a16="http://schemas.microsoft.com/office/drawing/2014/main" id="{51BD34A5-8AA6-4F66-A30A-B0728EA2042A}"/>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45840AC-EE4F-4BAF-8D85-DA0C8FF9960D}" type="slidenum">
              <a:rPr lang="en-US" altLang="en-US">
                <a:latin typeface="Calibri" panose="020F0502020204030204" pitchFamily="34" charset="0"/>
                <a:cs typeface="Calibri" panose="020F0502020204030204" pitchFamily="34" charset="0"/>
              </a:rPr>
              <a:pPr eaLnBrk="1" hangingPunct="1"/>
              <a:t>117</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3753835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a:extLst>
              <a:ext uri="{FF2B5EF4-FFF2-40B4-BE49-F238E27FC236}">
                <a16:creationId xmlns:a16="http://schemas.microsoft.com/office/drawing/2014/main" id="{FAD66AB5-FC35-4C8E-ACC2-70B75A7E2C4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5651" name="Notes Placeholder 2">
            <a:extLst>
              <a:ext uri="{FF2B5EF4-FFF2-40B4-BE49-F238E27FC236}">
                <a16:creationId xmlns:a16="http://schemas.microsoft.com/office/drawing/2014/main" id="{145277C5-B5E6-46A2-B14A-A2ADE22001E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48484" name="Slide Number Placeholder 3">
            <a:extLst>
              <a:ext uri="{FF2B5EF4-FFF2-40B4-BE49-F238E27FC236}">
                <a16:creationId xmlns:a16="http://schemas.microsoft.com/office/drawing/2014/main" id="{04A4BAD5-9AC4-4510-A7B9-2F94C262666D}"/>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CEF13AA-EF51-4C63-9306-A0E384BC54C4}" type="slidenum">
              <a:rPr lang="en-US" altLang="en-US">
                <a:latin typeface="Calibri" panose="020F0502020204030204" pitchFamily="34" charset="0"/>
                <a:cs typeface="Calibri" panose="020F0502020204030204" pitchFamily="34" charset="0"/>
              </a:rPr>
              <a:pPr eaLnBrk="1" hangingPunct="1"/>
              <a:t>118</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0541935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Slide Image Placeholder 1">
            <a:extLst>
              <a:ext uri="{FF2B5EF4-FFF2-40B4-BE49-F238E27FC236}">
                <a16:creationId xmlns:a16="http://schemas.microsoft.com/office/drawing/2014/main" id="{D3F09C55-487D-4878-80FD-8FB79C2B05B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7155" name="Notes Placeholder 2">
            <a:extLst>
              <a:ext uri="{FF2B5EF4-FFF2-40B4-BE49-F238E27FC236}">
                <a16:creationId xmlns:a16="http://schemas.microsoft.com/office/drawing/2014/main" id="{79EAA08E-DCC3-43E3-ADDF-501FEF02CB7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99684" name="Slide Number Placeholder 3">
            <a:extLst>
              <a:ext uri="{FF2B5EF4-FFF2-40B4-BE49-F238E27FC236}">
                <a16:creationId xmlns:a16="http://schemas.microsoft.com/office/drawing/2014/main" id="{D97F98B5-E25C-4AE4-8BCE-09FE777D3053}"/>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5F5692B-B920-4148-9899-EDFA8335AF0C}" type="slidenum">
              <a:rPr lang="en-US" altLang="en-US">
                <a:latin typeface="Calibri" panose="020F0502020204030204" pitchFamily="34" charset="0"/>
                <a:cs typeface="Calibri" panose="020F0502020204030204" pitchFamily="34" charset="0"/>
              </a:rPr>
              <a:pPr eaLnBrk="1" hangingPunct="1"/>
              <a:t>119</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1113516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Slide Image Placeholder 1">
            <a:extLst>
              <a:ext uri="{FF2B5EF4-FFF2-40B4-BE49-F238E27FC236}">
                <a16:creationId xmlns:a16="http://schemas.microsoft.com/office/drawing/2014/main" id="{3CAA7F47-8EB8-41E8-B51A-74336BEC885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8179" name="Notes Placeholder 2">
            <a:extLst>
              <a:ext uri="{FF2B5EF4-FFF2-40B4-BE49-F238E27FC236}">
                <a16:creationId xmlns:a16="http://schemas.microsoft.com/office/drawing/2014/main" id="{45CDD8E4-5321-453C-874F-82D27558F84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0708" name="Slide Number Placeholder 3">
            <a:extLst>
              <a:ext uri="{FF2B5EF4-FFF2-40B4-BE49-F238E27FC236}">
                <a16:creationId xmlns:a16="http://schemas.microsoft.com/office/drawing/2014/main" id="{9E479816-CC14-4A55-9D06-F1B2983F4FE8}"/>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074ECC9-0483-4273-BEFC-172FC8185878}" type="slidenum">
              <a:rPr lang="en-US" altLang="en-US">
                <a:latin typeface="Calibri" panose="020F0502020204030204" pitchFamily="34" charset="0"/>
                <a:cs typeface="Calibri" panose="020F0502020204030204" pitchFamily="34" charset="0"/>
              </a:rPr>
              <a:pPr eaLnBrk="1" hangingPunct="1"/>
              <a:t>120</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5046920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Slide Image Placeholder 1">
            <a:extLst>
              <a:ext uri="{FF2B5EF4-FFF2-40B4-BE49-F238E27FC236}">
                <a16:creationId xmlns:a16="http://schemas.microsoft.com/office/drawing/2014/main" id="{1A95F103-90E9-4989-9708-3AEBC5F7C78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9203" name="Notes Placeholder 2">
            <a:extLst>
              <a:ext uri="{FF2B5EF4-FFF2-40B4-BE49-F238E27FC236}">
                <a16:creationId xmlns:a16="http://schemas.microsoft.com/office/drawing/2014/main" id="{6C481881-5093-43A4-AC46-71F20196C5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3780" name="Slide Number Placeholder 3">
            <a:extLst>
              <a:ext uri="{FF2B5EF4-FFF2-40B4-BE49-F238E27FC236}">
                <a16:creationId xmlns:a16="http://schemas.microsoft.com/office/drawing/2014/main" id="{4D8D1C5B-6BE7-4DED-A7C1-F65C1CF9ED89}"/>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6C1033D-1188-4C9A-9BA0-1F6650F95CEA}" type="slidenum">
              <a:rPr lang="en-US" altLang="en-US">
                <a:latin typeface="Calibri" panose="020F0502020204030204" pitchFamily="34" charset="0"/>
                <a:cs typeface="Calibri" panose="020F0502020204030204" pitchFamily="34" charset="0"/>
              </a:rPr>
              <a:pPr eaLnBrk="1" hangingPunct="1"/>
              <a:t>124</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5199362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Slide Image Placeholder 1">
            <a:extLst>
              <a:ext uri="{FF2B5EF4-FFF2-40B4-BE49-F238E27FC236}">
                <a16:creationId xmlns:a16="http://schemas.microsoft.com/office/drawing/2014/main" id="{1A95F103-90E9-4989-9708-3AEBC5F7C78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9203" name="Notes Placeholder 2">
            <a:extLst>
              <a:ext uri="{FF2B5EF4-FFF2-40B4-BE49-F238E27FC236}">
                <a16:creationId xmlns:a16="http://schemas.microsoft.com/office/drawing/2014/main" id="{6C481881-5093-43A4-AC46-71F20196C5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3780" name="Slide Number Placeholder 3">
            <a:extLst>
              <a:ext uri="{FF2B5EF4-FFF2-40B4-BE49-F238E27FC236}">
                <a16:creationId xmlns:a16="http://schemas.microsoft.com/office/drawing/2014/main" id="{4D8D1C5B-6BE7-4DED-A7C1-F65C1CF9ED89}"/>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6C1033D-1188-4C9A-9BA0-1F6650F95CEA}" type="slidenum">
              <a:rPr lang="en-US" altLang="en-US">
                <a:latin typeface="Calibri" panose="020F0502020204030204" pitchFamily="34" charset="0"/>
                <a:cs typeface="Calibri" panose="020F0502020204030204" pitchFamily="34" charset="0"/>
              </a:rPr>
              <a:pPr eaLnBrk="1" hangingPunct="1"/>
              <a:t>125</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0253851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a:extLst>
              <a:ext uri="{FF2B5EF4-FFF2-40B4-BE49-F238E27FC236}">
                <a16:creationId xmlns:a16="http://schemas.microsoft.com/office/drawing/2014/main" id="{DF808EF7-12AD-4D7A-9BA2-5FDF75B3994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5107" name="Notes Placeholder 2">
            <a:extLst>
              <a:ext uri="{FF2B5EF4-FFF2-40B4-BE49-F238E27FC236}">
                <a16:creationId xmlns:a16="http://schemas.microsoft.com/office/drawing/2014/main" id="{EAEB1604-9D4A-49A5-84F6-ECDDC42AC52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95588" name="Slide Number Placeholder 3">
            <a:extLst>
              <a:ext uri="{FF2B5EF4-FFF2-40B4-BE49-F238E27FC236}">
                <a16:creationId xmlns:a16="http://schemas.microsoft.com/office/drawing/2014/main" id="{E8C5C153-A2EF-478D-845C-EDB31F01B4BF}"/>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8F93CD0-DDD1-42AF-8965-563F98985C73}" type="slidenum">
              <a:rPr lang="en-US" altLang="en-US">
                <a:latin typeface="Calibri" panose="020F0502020204030204" pitchFamily="34" charset="0"/>
                <a:cs typeface="Calibri" panose="020F0502020204030204" pitchFamily="34" charset="0"/>
              </a:rPr>
              <a:pPr eaLnBrk="1" hangingPunct="1"/>
              <a:t>126</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3051634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a:extLst>
              <a:ext uri="{FF2B5EF4-FFF2-40B4-BE49-F238E27FC236}">
                <a16:creationId xmlns:a16="http://schemas.microsoft.com/office/drawing/2014/main" id="{DF808EF7-12AD-4D7A-9BA2-5FDF75B3994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5107" name="Notes Placeholder 2">
            <a:extLst>
              <a:ext uri="{FF2B5EF4-FFF2-40B4-BE49-F238E27FC236}">
                <a16:creationId xmlns:a16="http://schemas.microsoft.com/office/drawing/2014/main" id="{EAEB1604-9D4A-49A5-84F6-ECDDC42AC52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95588" name="Slide Number Placeholder 3">
            <a:extLst>
              <a:ext uri="{FF2B5EF4-FFF2-40B4-BE49-F238E27FC236}">
                <a16:creationId xmlns:a16="http://schemas.microsoft.com/office/drawing/2014/main" id="{E8C5C153-A2EF-478D-845C-EDB31F01B4BF}"/>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8F93CD0-DDD1-42AF-8965-563F98985C73}" type="slidenum">
              <a:rPr lang="en-US" altLang="en-US">
                <a:latin typeface="Calibri" panose="020F0502020204030204" pitchFamily="34" charset="0"/>
                <a:cs typeface="Calibri" panose="020F0502020204030204" pitchFamily="34" charset="0"/>
              </a:rPr>
              <a:pPr eaLnBrk="1" hangingPunct="1"/>
              <a:t>127</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9797887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a:extLst>
              <a:ext uri="{FF2B5EF4-FFF2-40B4-BE49-F238E27FC236}">
                <a16:creationId xmlns:a16="http://schemas.microsoft.com/office/drawing/2014/main" id="{DF808EF7-12AD-4D7A-9BA2-5FDF75B3994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5107" name="Notes Placeholder 2">
            <a:extLst>
              <a:ext uri="{FF2B5EF4-FFF2-40B4-BE49-F238E27FC236}">
                <a16:creationId xmlns:a16="http://schemas.microsoft.com/office/drawing/2014/main" id="{EAEB1604-9D4A-49A5-84F6-ECDDC42AC52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95588" name="Slide Number Placeholder 3">
            <a:extLst>
              <a:ext uri="{FF2B5EF4-FFF2-40B4-BE49-F238E27FC236}">
                <a16:creationId xmlns:a16="http://schemas.microsoft.com/office/drawing/2014/main" id="{E8C5C153-A2EF-478D-845C-EDB31F01B4BF}"/>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8F93CD0-DDD1-42AF-8965-563F98985C73}" type="slidenum">
              <a:rPr lang="en-US" altLang="en-US">
                <a:latin typeface="Calibri" panose="020F0502020204030204" pitchFamily="34" charset="0"/>
                <a:cs typeface="Calibri" panose="020F0502020204030204" pitchFamily="34" charset="0"/>
              </a:rPr>
              <a:pPr eaLnBrk="1" hangingPunct="1"/>
              <a:t>128</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8967398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a:extLst>
              <a:ext uri="{FF2B5EF4-FFF2-40B4-BE49-F238E27FC236}">
                <a16:creationId xmlns:a16="http://schemas.microsoft.com/office/drawing/2014/main" id="{DF808EF7-12AD-4D7A-9BA2-5FDF75B3994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5107" name="Notes Placeholder 2">
            <a:extLst>
              <a:ext uri="{FF2B5EF4-FFF2-40B4-BE49-F238E27FC236}">
                <a16:creationId xmlns:a16="http://schemas.microsoft.com/office/drawing/2014/main" id="{EAEB1604-9D4A-49A5-84F6-ECDDC42AC52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95588" name="Slide Number Placeholder 3">
            <a:extLst>
              <a:ext uri="{FF2B5EF4-FFF2-40B4-BE49-F238E27FC236}">
                <a16:creationId xmlns:a16="http://schemas.microsoft.com/office/drawing/2014/main" id="{E8C5C153-A2EF-478D-845C-EDB31F01B4BF}"/>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8F93CD0-DDD1-42AF-8965-563F98985C73}" type="slidenum">
              <a:rPr lang="en-US" altLang="en-US">
                <a:latin typeface="Calibri" panose="020F0502020204030204" pitchFamily="34" charset="0"/>
                <a:cs typeface="Calibri" panose="020F0502020204030204" pitchFamily="34" charset="0"/>
              </a:rPr>
              <a:pPr eaLnBrk="1" hangingPunct="1"/>
              <a:t>130</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4912265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a:extLst>
              <a:ext uri="{FF2B5EF4-FFF2-40B4-BE49-F238E27FC236}">
                <a16:creationId xmlns:a16="http://schemas.microsoft.com/office/drawing/2014/main" id="{DF808EF7-12AD-4D7A-9BA2-5FDF75B3994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5107" name="Notes Placeholder 2">
            <a:extLst>
              <a:ext uri="{FF2B5EF4-FFF2-40B4-BE49-F238E27FC236}">
                <a16:creationId xmlns:a16="http://schemas.microsoft.com/office/drawing/2014/main" id="{EAEB1604-9D4A-49A5-84F6-ECDDC42AC52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95588" name="Slide Number Placeholder 3">
            <a:extLst>
              <a:ext uri="{FF2B5EF4-FFF2-40B4-BE49-F238E27FC236}">
                <a16:creationId xmlns:a16="http://schemas.microsoft.com/office/drawing/2014/main" id="{E8C5C153-A2EF-478D-845C-EDB31F01B4BF}"/>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8F93CD0-DDD1-42AF-8965-563F98985C73}" type="slidenum">
              <a:rPr lang="en-US" altLang="en-US">
                <a:latin typeface="Calibri" panose="020F0502020204030204" pitchFamily="34" charset="0"/>
                <a:cs typeface="Calibri" panose="020F0502020204030204" pitchFamily="34" charset="0"/>
              </a:rPr>
              <a:pPr eaLnBrk="1" hangingPunct="1"/>
              <a:t>131</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5534286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a:extLst>
              <a:ext uri="{FF2B5EF4-FFF2-40B4-BE49-F238E27FC236}">
                <a16:creationId xmlns:a16="http://schemas.microsoft.com/office/drawing/2014/main" id="{DF808EF7-12AD-4D7A-9BA2-5FDF75B3994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5107" name="Notes Placeholder 2">
            <a:extLst>
              <a:ext uri="{FF2B5EF4-FFF2-40B4-BE49-F238E27FC236}">
                <a16:creationId xmlns:a16="http://schemas.microsoft.com/office/drawing/2014/main" id="{EAEB1604-9D4A-49A5-84F6-ECDDC42AC52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95588" name="Slide Number Placeholder 3">
            <a:extLst>
              <a:ext uri="{FF2B5EF4-FFF2-40B4-BE49-F238E27FC236}">
                <a16:creationId xmlns:a16="http://schemas.microsoft.com/office/drawing/2014/main" id="{E8C5C153-A2EF-478D-845C-EDB31F01B4BF}"/>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8F93CD0-DDD1-42AF-8965-563F98985C73}" type="slidenum">
              <a:rPr lang="en-US" altLang="en-US">
                <a:latin typeface="Calibri" panose="020F0502020204030204" pitchFamily="34" charset="0"/>
                <a:cs typeface="Calibri" panose="020F0502020204030204" pitchFamily="34" charset="0"/>
              </a:rPr>
              <a:pPr eaLnBrk="1" hangingPunct="1"/>
              <a:t>132</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5466699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Slide Image Placeholder 1">
            <a:extLst>
              <a:ext uri="{FF2B5EF4-FFF2-40B4-BE49-F238E27FC236}">
                <a16:creationId xmlns:a16="http://schemas.microsoft.com/office/drawing/2014/main" id="{64B1A9A9-8FEF-4779-B9A4-98BA878CE1D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0227" name="Notes Placeholder 2">
            <a:extLst>
              <a:ext uri="{FF2B5EF4-FFF2-40B4-BE49-F238E27FC236}">
                <a16:creationId xmlns:a16="http://schemas.microsoft.com/office/drawing/2014/main" id="{CCD613B4-3235-4C68-8E92-3E3616346E0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3780" name="Slide Number Placeholder 3">
            <a:extLst>
              <a:ext uri="{FF2B5EF4-FFF2-40B4-BE49-F238E27FC236}">
                <a16:creationId xmlns:a16="http://schemas.microsoft.com/office/drawing/2014/main" id="{9DB0D03C-F997-4D10-BFCC-E5663169483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A3FE634-B1D9-4287-A3E9-BAF3A5A3455F}" type="slidenum">
              <a:rPr lang="en-US" altLang="en-US">
                <a:latin typeface="Calibri" panose="020F0502020204030204" pitchFamily="34" charset="0"/>
                <a:cs typeface="Calibri" panose="020F0502020204030204" pitchFamily="34" charset="0"/>
              </a:rPr>
              <a:pPr eaLnBrk="1" hangingPunct="1"/>
              <a:t>134</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0780890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Slide Image Placeholder 1">
            <a:extLst>
              <a:ext uri="{FF2B5EF4-FFF2-40B4-BE49-F238E27FC236}">
                <a16:creationId xmlns:a16="http://schemas.microsoft.com/office/drawing/2014/main" id="{053AD5BC-1214-4781-930C-FC4BF45F0E4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2275" name="Notes Placeholder 2">
            <a:extLst>
              <a:ext uri="{FF2B5EF4-FFF2-40B4-BE49-F238E27FC236}">
                <a16:creationId xmlns:a16="http://schemas.microsoft.com/office/drawing/2014/main" id="{102E58AF-1EE9-4E80-BC7C-927E8190339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5828" name="Slide Number Placeholder 3">
            <a:extLst>
              <a:ext uri="{FF2B5EF4-FFF2-40B4-BE49-F238E27FC236}">
                <a16:creationId xmlns:a16="http://schemas.microsoft.com/office/drawing/2014/main" id="{BB33182C-391E-4B3C-B942-CCB141084C79}"/>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A412D4F-E882-4E22-98C5-B503031D4B3C}" type="slidenum">
              <a:rPr lang="en-US" altLang="en-US">
                <a:latin typeface="Calibri" panose="020F0502020204030204" pitchFamily="34" charset="0"/>
                <a:cs typeface="Calibri" panose="020F0502020204030204" pitchFamily="34" charset="0"/>
              </a:rPr>
              <a:pPr eaLnBrk="1" hangingPunct="1"/>
              <a:t>135</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7703626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Slide Image Placeholder 1">
            <a:extLst>
              <a:ext uri="{FF2B5EF4-FFF2-40B4-BE49-F238E27FC236}">
                <a16:creationId xmlns:a16="http://schemas.microsoft.com/office/drawing/2014/main" id="{363FC978-766E-4292-A57B-A61D659102A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1251" name="Notes Placeholder 2">
            <a:extLst>
              <a:ext uri="{FF2B5EF4-FFF2-40B4-BE49-F238E27FC236}">
                <a16:creationId xmlns:a16="http://schemas.microsoft.com/office/drawing/2014/main" id="{ABE01D3C-DE88-4FC6-BC67-EB27AF5D9AB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4804" name="Slide Number Placeholder 3">
            <a:extLst>
              <a:ext uri="{FF2B5EF4-FFF2-40B4-BE49-F238E27FC236}">
                <a16:creationId xmlns:a16="http://schemas.microsoft.com/office/drawing/2014/main" id="{348F1CC6-6CCA-4D7A-89BE-3E0F4C969E9B}"/>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22671CB-7D59-46B3-8EF7-283DDB0EF9BF}" type="slidenum">
              <a:rPr lang="en-US" altLang="en-US">
                <a:latin typeface="Calibri" panose="020F0502020204030204" pitchFamily="34" charset="0"/>
                <a:cs typeface="Calibri" panose="020F0502020204030204" pitchFamily="34" charset="0"/>
              </a:rPr>
              <a:pPr eaLnBrk="1" hangingPunct="1"/>
              <a:t>136</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9120896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Slide Image Placeholder 1">
            <a:extLst>
              <a:ext uri="{FF2B5EF4-FFF2-40B4-BE49-F238E27FC236}">
                <a16:creationId xmlns:a16="http://schemas.microsoft.com/office/drawing/2014/main" id="{053AD5BC-1214-4781-930C-FC4BF45F0E4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2275" name="Notes Placeholder 2">
            <a:extLst>
              <a:ext uri="{FF2B5EF4-FFF2-40B4-BE49-F238E27FC236}">
                <a16:creationId xmlns:a16="http://schemas.microsoft.com/office/drawing/2014/main" id="{102E58AF-1EE9-4E80-BC7C-927E8190339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5828" name="Slide Number Placeholder 3">
            <a:extLst>
              <a:ext uri="{FF2B5EF4-FFF2-40B4-BE49-F238E27FC236}">
                <a16:creationId xmlns:a16="http://schemas.microsoft.com/office/drawing/2014/main" id="{BB33182C-391E-4B3C-B942-CCB141084C79}"/>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A412D4F-E882-4E22-98C5-B503031D4B3C}" type="slidenum">
              <a:rPr lang="en-US" altLang="en-US">
                <a:latin typeface="Calibri" panose="020F0502020204030204" pitchFamily="34" charset="0"/>
                <a:cs typeface="Calibri" panose="020F0502020204030204" pitchFamily="34" charset="0"/>
              </a:rPr>
              <a:pPr eaLnBrk="1" hangingPunct="1"/>
              <a:t>137</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6624559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Slide Image Placeholder 1">
            <a:extLst>
              <a:ext uri="{FF2B5EF4-FFF2-40B4-BE49-F238E27FC236}">
                <a16:creationId xmlns:a16="http://schemas.microsoft.com/office/drawing/2014/main" id="{C7630234-5463-4F35-B52D-872ADAE7D2B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3299" name="Notes Placeholder 2">
            <a:extLst>
              <a:ext uri="{FF2B5EF4-FFF2-40B4-BE49-F238E27FC236}">
                <a16:creationId xmlns:a16="http://schemas.microsoft.com/office/drawing/2014/main" id="{63DD9A14-1DA3-41FD-859F-EDF2938B4B7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6852" name="Slide Number Placeholder 3">
            <a:extLst>
              <a:ext uri="{FF2B5EF4-FFF2-40B4-BE49-F238E27FC236}">
                <a16:creationId xmlns:a16="http://schemas.microsoft.com/office/drawing/2014/main" id="{FE30C6EB-20C6-4504-B21B-C99B326DD354}"/>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8FDDC39-B5F7-4A95-9B48-CB329B31C866}" type="slidenum">
              <a:rPr lang="en-US" altLang="en-US">
                <a:latin typeface="Calibri" panose="020F0502020204030204" pitchFamily="34" charset="0"/>
                <a:cs typeface="Calibri" panose="020F0502020204030204" pitchFamily="34" charset="0"/>
              </a:rPr>
              <a:pPr eaLnBrk="1" hangingPunct="1"/>
              <a:t>138</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3551672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Slide Image Placeholder 1">
            <a:extLst>
              <a:ext uri="{FF2B5EF4-FFF2-40B4-BE49-F238E27FC236}">
                <a16:creationId xmlns:a16="http://schemas.microsoft.com/office/drawing/2014/main" id="{05C86E66-C8F4-40A5-BB27-6894770D16B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23" name="Notes Placeholder 2">
            <a:extLst>
              <a:ext uri="{FF2B5EF4-FFF2-40B4-BE49-F238E27FC236}">
                <a16:creationId xmlns:a16="http://schemas.microsoft.com/office/drawing/2014/main" id="{BBD2D43B-158C-4C06-AABD-6A79F2792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8900" name="Slide Number Placeholder 3">
            <a:extLst>
              <a:ext uri="{FF2B5EF4-FFF2-40B4-BE49-F238E27FC236}">
                <a16:creationId xmlns:a16="http://schemas.microsoft.com/office/drawing/2014/main" id="{D5F319B1-F2AE-4714-A260-4E1A0FCBA9DC}"/>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93A373F-B4BC-4C17-A6E5-CE886A7B2CD4}" type="slidenum">
              <a:rPr lang="en-US" altLang="en-US">
                <a:latin typeface="Calibri" panose="020F0502020204030204" pitchFamily="34" charset="0"/>
                <a:cs typeface="Calibri" panose="020F0502020204030204" pitchFamily="34" charset="0"/>
              </a:rPr>
              <a:pPr eaLnBrk="1" hangingPunct="1"/>
              <a:t>139</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3386947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Slide Image Placeholder 1">
            <a:extLst>
              <a:ext uri="{FF2B5EF4-FFF2-40B4-BE49-F238E27FC236}">
                <a16:creationId xmlns:a16="http://schemas.microsoft.com/office/drawing/2014/main" id="{F5F15F32-62F4-4743-9112-EA4CECB7109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5347" name="Notes Placeholder 2">
            <a:extLst>
              <a:ext uri="{FF2B5EF4-FFF2-40B4-BE49-F238E27FC236}">
                <a16:creationId xmlns:a16="http://schemas.microsoft.com/office/drawing/2014/main" id="{8F6FEA0D-3507-4E1D-9B80-ACDFD3E8982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10948" name="Slide Number Placeholder 3">
            <a:extLst>
              <a:ext uri="{FF2B5EF4-FFF2-40B4-BE49-F238E27FC236}">
                <a16:creationId xmlns:a16="http://schemas.microsoft.com/office/drawing/2014/main" id="{3305BDA6-2ADB-4857-BA1C-8DDD93001A2D}"/>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01B84C3-B1F7-45B2-BF46-BB8FCD231293}" type="slidenum">
              <a:rPr lang="en-US" altLang="en-US">
                <a:latin typeface="Calibri" panose="020F0502020204030204" pitchFamily="34" charset="0"/>
                <a:cs typeface="Calibri" panose="020F0502020204030204" pitchFamily="34" charset="0"/>
              </a:rPr>
              <a:pPr eaLnBrk="1" hangingPunct="1"/>
              <a:t>141</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402891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Slide Image Placeholder 1">
            <a:extLst>
              <a:ext uri="{FF2B5EF4-FFF2-40B4-BE49-F238E27FC236}">
                <a16:creationId xmlns:a16="http://schemas.microsoft.com/office/drawing/2014/main" id="{1A0ABE10-2985-451D-9A43-A26017061F4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6371" name="Notes Placeholder 2">
            <a:extLst>
              <a:ext uri="{FF2B5EF4-FFF2-40B4-BE49-F238E27FC236}">
                <a16:creationId xmlns:a16="http://schemas.microsoft.com/office/drawing/2014/main" id="{DAFDC565-9F51-4B6C-B990-37B2952AB15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11972" name="Slide Number Placeholder 3">
            <a:extLst>
              <a:ext uri="{FF2B5EF4-FFF2-40B4-BE49-F238E27FC236}">
                <a16:creationId xmlns:a16="http://schemas.microsoft.com/office/drawing/2014/main" id="{9ED26EDC-20A8-4AA1-A1A1-2D7D8ABB5177}"/>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EC91684-1ACD-4BC0-A712-0F191D71975C}" type="slidenum">
              <a:rPr lang="en-US" altLang="en-US">
                <a:latin typeface="Calibri" panose="020F0502020204030204" pitchFamily="34" charset="0"/>
                <a:cs typeface="Calibri" panose="020F0502020204030204" pitchFamily="34" charset="0"/>
              </a:rPr>
              <a:pPr eaLnBrk="1" hangingPunct="1"/>
              <a:t>142</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6033834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Slide Image Placeholder 1">
            <a:extLst>
              <a:ext uri="{FF2B5EF4-FFF2-40B4-BE49-F238E27FC236}">
                <a16:creationId xmlns:a16="http://schemas.microsoft.com/office/drawing/2014/main" id="{64B1A9A9-8FEF-4779-B9A4-98BA878CE1D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0227" name="Notes Placeholder 2">
            <a:extLst>
              <a:ext uri="{FF2B5EF4-FFF2-40B4-BE49-F238E27FC236}">
                <a16:creationId xmlns:a16="http://schemas.microsoft.com/office/drawing/2014/main" id="{CCD613B4-3235-4C68-8E92-3E3616346E0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3780" name="Slide Number Placeholder 3">
            <a:extLst>
              <a:ext uri="{FF2B5EF4-FFF2-40B4-BE49-F238E27FC236}">
                <a16:creationId xmlns:a16="http://schemas.microsoft.com/office/drawing/2014/main" id="{9DB0D03C-F997-4D10-BFCC-E5663169483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A3FE634-B1D9-4287-A3E9-BAF3A5A3455F}" type="slidenum">
              <a:rPr lang="en-US" altLang="en-US">
                <a:latin typeface="Calibri" panose="020F0502020204030204" pitchFamily="34" charset="0"/>
                <a:cs typeface="Calibri" panose="020F0502020204030204" pitchFamily="34" charset="0"/>
              </a:rPr>
              <a:pPr eaLnBrk="1" hangingPunct="1"/>
              <a:t>144</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4239653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Slide Image Placeholder 1">
            <a:extLst>
              <a:ext uri="{FF2B5EF4-FFF2-40B4-BE49-F238E27FC236}">
                <a16:creationId xmlns:a16="http://schemas.microsoft.com/office/drawing/2014/main" id="{4E1AA764-B7D4-4DD3-89DB-416E118A00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7395" name="Notes Placeholder 2">
            <a:extLst>
              <a:ext uri="{FF2B5EF4-FFF2-40B4-BE49-F238E27FC236}">
                <a16:creationId xmlns:a16="http://schemas.microsoft.com/office/drawing/2014/main" id="{88702D04-4A24-4D8A-9F6C-8CAF927B597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12996" name="Slide Number Placeholder 3">
            <a:extLst>
              <a:ext uri="{FF2B5EF4-FFF2-40B4-BE49-F238E27FC236}">
                <a16:creationId xmlns:a16="http://schemas.microsoft.com/office/drawing/2014/main" id="{566D7086-C081-45A1-8DB7-D73A2B40C193}"/>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C8EBE64-1959-415C-AA70-13CFF35EA2C1}" type="slidenum">
              <a:rPr lang="en-US" altLang="en-US">
                <a:latin typeface="Calibri" panose="020F0502020204030204" pitchFamily="34" charset="0"/>
                <a:cs typeface="Calibri" panose="020F0502020204030204" pitchFamily="34" charset="0"/>
              </a:rPr>
              <a:pPr eaLnBrk="1" hangingPunct="1"/>
              <a:t>145</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0976897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Slide Image Placeholder 1">
            <a:extLst>
              <a:ext uri="{FF2B5EF4-FFF2-40B4-BE49-F238E27FC236}">
                <a16:creationId xmlns:a16="http://schemas.microsoft.com/office/drawing/2014/main" id="{3F424716-03A6-4FD6-97AD-08ED5C46504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8419" name="Notes Placeholder 2">
            <a:extLst>
              <a:ext uri="{FF2B5EF4-FFF2-40B4-BE49-F238E27FC236}">
                <a16:creationId xmlns:a16="http://schemas.microsoft.com/office/drawing/2014/main" id="{E0F38FD9-733D-4D40-B1CE-D52016372E9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15044" name="Slide Number Placeholder 3">
            <a:extLst>
              <a:ext uri="{FF2B5EF4-FFF2-40B4-BE49-F238E27FC236}">
                <a16:creationId xmlns:a16="http://schemas.microsoft.com/office/drawing/2014/main" id="{ADC41427-E7B6-4836-B663-FB5CA761F5A9}"/>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8847255-1CFD-4FC9-A64B-924E1AE74718}" type="slidenum">
              <a:rPr lang="en-US" altLang="en-US">
                <a:latin typeface="Calibri" panose="020F0502020204030204" pitchFamily="34" charset="0"/>
                <a:cs typeface="Calibri" panose="020F0502020204030204" pitchFamily="34" charset="0"/>
              </a:rPr>
              <a:pPr eaLnBrk="1" hangingPunct="1"/>
              <a:t>147</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1627112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Slide Image Placeholder 1">
            <a:extLst>
              <a:ext uri="{FF2B5EF4-FFF2-40B4-BE49-F238E27FC236}">
                <a16:creationId xmlns:a16="http://schemas.microsoft.com/office/drawing/2014/main" id="{20856454-C8E8-4FF9-9F69-D7543D6BEE5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9443" name="Notes Placeholder 2">
            <a:extLst>
              <a:ext uri="{FF2B5EF4-FFF2-40B4-BE49-F238E27FC236}">
                <a16:creationId xmlns:a16="http://schemas.microsoft.com/office/drawing/2014/main" id="{0CE1ECA0-E1B4-49C2-A2B0-2A8541AEF1F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17092" name="Slide Number Placeholder 3">
            <a:extLst>
              <a:ext uri="{FF2B5EF4-FFF2-40B4-BE49-F238E27FC236}">
                <a16:creationId xmlns:a16="http://schemas.microsoft.com/office/drawing/2014/main" id="{AC8D89EF-9292-4142-9078-65AEFB4D9EA4}"/>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2AA65F1-3041-4A60-9B5B-5F2E5E891153}" type="slidenum">
              <a:rPr lang="en-US" altLang="en-US">
                <a:latin typeface="Calibri" panose="020F0502020204030204" pitchFamily="34" charset="0"/>
                <a:cs typeface="Calibri" panose="020F0502020204030204" pitchFamily="34" charset="0"/>
              </a:rPr>
              <a:pPr eaLnBrk="1" hangingPunct="1"/>
              <a:t>150</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3540683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a:extLst>
              <a:ext uri="{FF2B5EF4-FFF2-40B4-BE49-F238E27FC236}">
                <a16:creationId xmlns:a16="http://schemas.microsoft.com/office/drawing/2014/main" id="{B503BE87-1F9A-45D9-B1AF-DDD010A307F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0467" name="Notes Placeholder 2">
            <a:extLst>
              <a:ext uri="{FF2B5EF4-FFF2-40B4-BE49-F238E27FC236}">
                <a16:creationId xmlns:a16="http://schemas.microsoft.com/office/drawing/2014/main" id="{337526A6-670E-4DB6-A3CD-3B8BD6D7E23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19140" name="Slide Number Placeholder 3">
            <a:extLst>
              <a:ext uri="{FF2B5EF4-FFF2-40B4-BE49-F238E27FC236}">
                <a16:creationId xmlns:a16="http://schemas.microsoft.com/office/drawing/2014/main" id="{FE17D374-52E6-4124-978B-ACD507E72FA3}"/>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FBD1A0F-4EE4-4F77-94FB-A348367FDF3A}" type="slidenum">
              <a:rPr lang="en-US" altLang="en-US">
                <a:latin typeface="Calibri" panose="020F0502020204030204" pitchFamily="34" charset="0"/>
                <a:cs typeface="Calibri" panose="020F0502020204030204" pitchFamily="34" charset="0"/>
              </a:rPr>
              <a:pPr eaLnBrk="1" hangingPunct="1"/>
              <a:t>152</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8149244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Slide Image Placeholder 1">
            <a:extLst>
              <a:ext uri="{FF2B5EF4-FFF2-40B4-BE49-F238E27FC236}">
                <a16:creationId xmlns:a16="http://schemas.microsoft.com/office/drawing/2014/main" id="{988E6BF6-E482-4E20-A437-BDF098372C5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1491" name="Notes Placeholder 2">
            <a:extLst>
              <a:ext uri="{FF2B5EF4-FFF2-40B4-BE49-F238E27FC236}">
                <a16:creationId xmlns:a16="http://schemas.microsoft.com/office/drawing/2014/main" id="{28B03B3B-92FB-4AC4-B74D-056230DB985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25284" name="Slide Number Placeholder 3">
            <a:extLst>
              <a:ext uri="{FF2B5EF4-FFF2-40B4-BE49-F238E27FC236}">
                <a16:creationId xmlns:a16="http://schemas.microsoft.com/office/drawing/2014/main" id="{89F7750C-7D13-400D-B70B-FA0F5DB145C5}"/>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177BD8D-83D1-4313-98B9-A8FEDF5B5073}" type="slidenum">
              <a:rPr lang="en-US" altLang="en-US">
                <a:latin typeface="Calibri" panose="020F0502020204030204" pitchFamily="34" charset="0"/>
                <a:cs typeface="Calibri" panose="020F0502020204030204" pitchFamily="34" charset="0"/>
              </a:rPr>
              <a:pPr eaLnBrk="1" hangingPunct="1"/>
              <a:t>158</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0024507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Slide Image Placeholder 1">
            <a:extLst>
              <a:ext uri="{FF2B5EF4-FFF2-40B4-BE49-F238E27FC236}">
                <a16:creationId xmlns:a16="http://schemas.microsoft.com/office/drawing/2014/main" id="{C4F13C6E-EA5B-417F-9492-6007DA0C37A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63" name="Notes Placeholder 2">
            <a:extLst>
              <a:ext uri="{FF2B5EF4-FFF2-40B4-BE49-F238E27FC236}">
                <a16:creationId xmlns:a16="http://schemas.microsoft.com/office/drawing/2014/main" id="{6F5EC0F9-790C-4CAC-8910-1FB873B82D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35524" name="Slide Number Placeholder 3">
            <a:extLst>
              <a:ext uri="{FF2B5EF4-FFF2-40B4-BE49-F238E27FC236}">
                <a16:creationId xmlns:a16="http://schemas.microsoft.com/office/drawing/2014/main" id="{B312947D-9B6E-46AC-B0C8-F44AA6A46D31}"/>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9895F91-15A9-4B82-89AB-C17CE79DC7BB}" type="slidenum">
              <a:rPr lang="en-US" altLang="en-US">
                <a:latin typeface="Calibri" panose="020F0502020204030204" pitchFamily="34" charset="0"/>
                <a:cs typeface="Calibri" panose="020F0502020204030204" pitchFamily="34" charset="0"/>
              </a:rPr>
              <a:pPr eaLnBrk="1" hangingPunct="1"/>
              <a:t>165</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7698441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Slide Image Placeholder 1">
            <a:extLst>
              <a:ext uri="{FF2B5EF4-FFF2-40B4-BE49-F238E27FC236}">
                <a16:creationId xmlns:a16="http://schemas.microsoft.com/office/drawing/2014/main" id="{C4F13C6E-EA5B-417F-9492-6007DA0C37A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63" name="Notes Placeholder 2">
            <a:extLst>
              <a:ext uri="{FF2B5EF4-FFF2-40B4-BE49-F238E27FC236}">
                <a16:creationId xmlns:a16="http://schemas.microsoft.com/office/drawing/2014/main" id="{6F5EC0F9-790C-4CAC-8910-1FB873B82D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35524" name="Slide Number Placeholder 3">
            <a:extLst>
              <a:ext uri="{FF2B5EF4-FFF2-40B4-BE49-F238E27FC236}">
                <a16:creationId xmlns:a16="http://schemas.microsoft.com/office/drawing/2014/main" id="{B312947D-9B6E-46AC-B0C8-F44AA6A46D31}"/>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9895F91-15A9-4B82-89AB-C17CE79DC7BB}" type="slidenum">
              <a:rPr lang="en-US" altLang="en-US">
                <a:latin typeface="Calibri" panose="020F0502020204030204" pitchFamily="34" charset="0"/>
                <a:cs typeface="Calibri" panose="020F0502020204030204" pitchFamily="34" charset="0"/>
              </a:rPr>
              <a:pPr eaLnBrk="1" hangingPunct="1"/>
              <a:t>166</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8542347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Slide Image Placeholder 1">
            <a:extLst>
              <a:ext uri="{FF2B5EF4-FFF2-40B4-BE49-F238E27FC236}">
                <a16:creationId xmlns:a16="http://schemas.microsoft.com/office/drawing/2014/main" id="{469E5200-8D39-4EF7-9CC0-031B7A6B281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5587" name="Notes Placeholder 2">
            <a:extLst>
              <a:ext uri="{FF2B5EF4-FFF2-40B4-BE49-F238E27FC236}">
                <a16:creationId xmlns:a16="http://schemas.microsoft.com/office/drawing/2014/main" id="{5D2DFF5E-794F-43DA-B7AC-A2BF1246C6E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39620" name="Slide Number Placeholder 3">
            <a:extLst>
              <a:ext uri="{FF2B5EF4-FFF2-40B4-BE49-F238E27FC236}">
                <a16:creationId xmlns:a16="http://schemas.microsoft.com/office/drawing/2014/main" id="{824AF6D6-F451-49E1-9C26-F46AB4C799F8}"/>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094F364-9502-474E-8009-F6073B7ABB28}" type="slidenum">
              <a:rPr lang="en-US" altLang="en-US">
                <a:latin typeface="Calibri" panose="020F0502020204030204" pitchFamily="34" charset="0"/>
                <a:cs typeface="Calibri" panose="020F0502020204030204" pitchFamily="34" charset="0"/>
              </a:rPr>
              <a:pPr eaLnBrk="1" hangingPunct="1"/>
              <a:t>171</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4656091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4978AF-FA38-4B6D-AC47-B63E9F7BA396}" type="slidenum">
              <a:rPr lang="en-US" smtClean="0"/>
              <a:pPr/>
              <a:t>175</a:t>
            </a:fld>
            <a:endParaRPr lang="en-US" dirty="0"/>
          </a:p>
        </p:txBody>
      </p:sp>
    </p:spTree>
    <p:extLst>
      <p:ext uri="{BB962C8B-B14F-4D97-AF65-F5344CB8AC3E}">
        <p14:creationId xmlns:p14="http://schemas.microsoft.com/office/powerpoint/2010/main" val="730498054"/>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Slide Image Placeholder 1">
            <a:extLst>
              <a:ext uri="{FF2B5EF4-FFF2-40B4-BE49-F238E27FC236}">
                <a16:creationId xmlns:a16="http://schemas.microsoft.com/office/drawing/2014/main" id="{DC105097-05E6-4FAA-B236-9FD6DCF4D8F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6611" name="Notes Placeholder 2">
            <a:extLst>
              <a:ext uri="{FF2B5EF4-FFF2-40B4-BE49-F238E27FC236}">
                <a16:creationId xmlns:a16="http://schemas.microsoft.com/office/drawing/2014/main" id="{080D1AC3-62A3-40E1-BE13-F84186B2367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42692" name="Slide Number Placeholder 3">
            <a:extLst>
              <a:ext uri="{FF2B5EF4-FFF2-40B4-BE49-F238E27FC236}">
                <a16:creationId xmlns:a16="http://schemas.microsoft.com/office/drawing/2014/main" id="{6C32D8A8-7ADF-4CEB-B371-099A194D198C}"/>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819ED2A-1541-426C-AEB8-13BFAE2BC43B}" type="slidenum">
              <a:rPr lang="en-US" altLang="en-US">
                <a:latin typeface="Calibri" panose="020F0502020204030204" pitchFamily="34" charset="0"/>
                <a:cs typeface="Calibri" panose="020F0502020204030204" pitchFamily="34" charset="0"/>
              </a:rPr>
              <a:pPr eaLnBrk="1" hangingPunct="1"/>
              <a:t>177</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4609929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Slide Image Placeholder 1">
            <a:extLst>
              <a:ext uri="{FF2B5EF4-FFF2-40B4-BE49-F238E27FC236}">
                <a16:creationId xmlns:a16="http://schemas.microsoft.com/office/drawing/2014/main" id="{F505E136-9854-4C64-9FF6-F5D8BA515C9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7635" name="Notes Placeholder 2">
            <a:extLst>
              <a:ext uri="{FF2B5EF4-FFF2-40B4-BE49-F238E27FC236}">
                <a16:creationId xmlns:a16="http://schemas.microsoft.com/office/drawing/2014/main" id="{A6AF5354-2975-451A-A301-26B8AE4C955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42692" name="Slide Number Placeholder 3">
            <a:extLst>
              <a:ext uri="{FF2B5EF4-FFF2-40B4-BE49-F238E27FC236}">
                <a16:creationId xmlns:a16="http://schemas.microsoft.com/office/drawing/2014/main" id="{451DE26F-E6C4-4341-A030-9CCDE44282B6}"/>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14A922D-29B5-4A17-842F-8B8F0CD24EBC}" type="slidenum">
              <a:rPr lang="en-US" altLang="en-US">
                <a:latin typeface="Calibri" panose="020F0502020204030204" pitchFamily="34" charset="0"/>
                <a:cs typeface="Calibri" panose="020F0502020204030204" pitchFamily="34" charset="0"/>
              </a:rPr>
              <a:pPr eaLnBrk="1" hangingPunct="1"/>
              <a:t>178</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66777084"/>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Slide Image Placeholder 1">
            <a:extLst>
              <a:ext uri="{FF2B5EF4-FFF2-40B4-BE49-F238E27FC236}">
                <a16:creationId xmlns:a16="http://schemas.microsoft.com/office/drawing/2014/main" id="{52270624-6A8F-4DE6-AE83-6B19C387C27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8659" name="Notes Placeholder 2">
            <a:extLst>
              <a:ext uri="{FF2B5EF4-FFF2-40B4-BE49-F238E27FC236}">
                <a16:creationId xmlns:a16="http://schemas.microsoft.com/office/drawing/2014/main" id="{BC8958A9-F883-4233-BAEC-C3448915236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42692" name="Slide Number Placeholder 3">
            <a:extLst>
              <a:ext uri="{FF2B5EF4-FFF2-40B4-BE49-F238E27FC236}">
                <a16:creationId xmlns:a16="http://schemas.microsoft.com/office/drawing/2014/main" id="{F35C8770-C257-4F7C-89C1-1FD09716C447}"/>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7EC8B74-AD83-4B48-B9CF-E20B3305B8FF}" type="slidenum">
              <a:rPr lang="en-US" altLang="en-US">
                <a:latin typeface="Calibri" panose="020F0502020204030204" pitchFamily="34" charset="0"/>
                <a:cs typeface="Calibri" panose="020F0502020204030204" pitchFamily="34" charset="0"/>
              </a:rPr>
              <a:pPr eaLnBrk="1" hangingPunct="1"/>
              <a:t>179</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82283249"/>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Slide Image Placeholder 1">
            <a:extLst>
              <a:ext uri="{FF2B5EF4-FFF2-40B4-BE49-F238E27FC236}">
                <a16:creationId xmlns:a16="http://schemas.microsoft.com/office/drawing/2014/main" id="{901BB23C-3E56-4607-865E-F5A3E2F9116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9683" name="Notes Placeholder 2">
            <a:extLst>
              <a:ext uri="{FF2B5EF4-FFF2-40B4-BE49-F238E27FC236}">
                <a16:creationId xmlns:a16="http://schemas.microsoft.com/office/drawing/2014/main" id="{379F9FF5-D38C-4118-89E1-E518C897F4E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42692" name="Slide Number Placeholder 3">
            <a:extLst>
              <a:ext uri="{FF2B5EF4-FFF2-40B4-BE49-F238E27FC236}">
                <a16:creationId xmlns:a16="http://schemas.microsoft.com/office/drawing/2014/main" id="{59C77859-B9C1-4095-8ECA-BC2B6FC067CA}"/>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099CAA9-91B9-4421-A40C-5814DBAE0261}" type="slidenum">
              <a:rPr lang="en-US" altLang="en-US">
                <a:latin typeface="Calibri" panose="020F0502020204030204" pitchFamily="34" charset="0"/>
                <a:cs typeface="Calibri" panose="020F0502020204030204" pitchFamily="34" charset="0"/>
              </a:rPr>
              <a:pPr eaLnBrk="1" hangingPunct="1"/>
              <a:t>180</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0257568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Slide Image Placeholder 1">
            <a:extLst>
              <a:ext uri="{FF2B5EF4-FFF2-40B4-BE49-F238E27FC236}">
                <a16:creationId xmlns:a16="http://schemas.microsoft.com/office/drawing/2014/main" id="{957A1734-C0BF-4B50-B069-5C59C280A9B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0707" name="Notes Placeholder 2">
            <a:extLst>
              <a:ext uri="{FF2B5EF4-FFF2-40B4-BE49-F238E27FC236}">
                <a16:creationId xmlns:a16="http://schemas.microsoft.com/office/drawing/2014/main" id="{C82A1714-30CB-46CF-8C3E-AD701985982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42692" name="Slide Number Placeholder 3">
            <a:extLst>
              <a:ext uri="{FF2B5EF4-FFF2-40B4-BE49-F238E27FC236}">
                <a16:creationId xmlns:a16="http://schemas.microsoft.com/office/drawing/2014/main" id="{B8D2A499-31E0-4C52-B75B-5284F1207BE6}"/>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295E754-D37F-4FDC-9CAF-1AE4DBEA243C}" type="slidenum">
              <a:rPr lang="en-US" altLang="en-US">
                <a:latin typeface="Calibri" panose="020F0502020204030204" pitchFamily="34" charset="0"/>
                <a:cs typeface="Calibri" panose="020F0502020204030204" pitchFamily="34" charset="0"/>
              </a:rPr>
              <a:pPr eaLnBrk="1" hangingPunct="1"/>
              <a:t>181</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75709664"/>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Slide Image Placeholder 1">
            <a:extLst>
              <a:ext uri="{FF2B5EF4-FFF2-40B4-BE49-F238E27FC236}">
                <a16:creationId xmlns:a16="http://schemas.microsoft.com/office/drawing/2014/main" id="{F30B9D0A-E526-4ECE-9CC7-2C7137BE808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1731" name="Notes Placeholder 2">
            <a:extLst>
              <a:ext uri="{FF2B5EF4-FFF2-40B4-BE49-F238E27FC236}">
                <a16:creationId xmlns:a16="http://schemas.microsoft.com/office/drawing/2014/main" id="{5631CA6C-B6A5-4976-BE4D-EA46C5175C4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42692" name="Slide Number Placeholder 3">
            <a:extLst>
              <a:ext uri="{FF2B5EF4-FFF2-40B4-BE49-F238E27FC236}">
                <a16:creationId xmlns:a16="http://schemas.microsoft.com/office/drawing/2014/main" id="{E69A8F0A-D4EE-40A4-9253-48B1517C4D62}"/>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E2E927E-C2A7-463E-A6AA-4F1DD653C8C6}" type="slidenum">
              <a:rPr lang="en-US" altLang="en-US">
                <a:latin typeface="Calibri" panose="020F0502020204030204" pitchFamily="34" charset="0"/>
                <a:cs typeface="Calibri" panose="020F0502020204030204" pitchFamily="34" charset="0"/>
              </a:rPr>
              <a:pPr eaLnBrk="1" hangingPunct="1"/>
              <a:t>182</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3558051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Slide Image Placeholder 1">
            <a:extLst>
              <a:ext uri="{FF2B5EF4-FFF2-40B4-BE49-F238E27FC236}">
                <a16:creationId xmlns:a16="http://schemas.microsoft.com/office/drawing/2014/main" id="{59075E5B-8C77-437F-BC40-398879A1F56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2755" name="Notes Placeholder 2">
            <a:extLst>
              <a:ext uri="{FF2B5EF4-FFF2-40B4-BE49-F238E27FC236}">
                <a16:creationId xmlns:a16="http://schemas.microsoft.com/office/drawing/2014/main" id="{F28454FB-6A96-447F-900D-87F0AD4DCCE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42692" name="Slide Number Placeholder 3">
            <a:extLst>
              <a:ext uri="{FF2B5EF4-FFF2-40B4-BE49-F238E27FC236}">
                <a16:creationId xmlns:a16="http://schemas.microsoft.com/office/drawing/2014/main" id="{05EB01AD-6594-42B5-9869-5AA53A68D1B6}"/>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AA76421-D8D5-44DB-959B-CDE59886E775}" type="slidenum">
              <a:rPr lang="en-US" altLang="en-US">
                <a:latin typeface="Calibri" panose="020F0502020204030204" pitchFamily="34" charset="0"/>
                <a:cs typeface="Calibri" panose="020F0502020204030204" pitchFamily="34" charset="0"/>
              </a:rPr>
              <a:pPr eaLnBrk="1" hangingPunct="1"/>
              <a:t>184</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30069986"/>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Slide Image Placeholder 1">
            <a:extLst>
              <a:ext uri="{FF2B5EF4-FFF2-40B4-BE49-F238E27FC236}">
                <a16:creationId xmlns:a16="http://schemas.microsoft.com/office/drawing/2014/main" id="{59075E5B-8C77-437F-BC40-398879A1F56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2755" name="Notes Placeholder 2">
            <a:extLst>
              <a:ext uri="{FF2B5EF4-FFF2-40B4-BE49-F238E27FC236}">
                <a16:creationId xmlns:a16="http://schemas.microsoft.com/office/drawing/2014/main" id="{F28454FB-6A96-447F-900D-87F0AD4DCCE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42692" name="Slide Number Placeholder 3">
            <a:extLst>
              <a:ext uri="{FF2B5EF4-FFF2-40B4-BE49-F238E27FC236}">
                <a16:creationId xmlns:a16="http://schemas.microsoft.com/office/drawing/2014/main" id="{05EB01AD-6594-42B5-9869-5AA53A68D1B6}"/>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AA76421-D8D5-44DB-959B-CDE59886E775}" type="slidenum">
              <a:rPr lang="en-US" altLang="en-US">
                <a:latin typeface="Calibri" panose="020F0502020204030204" pitchFamily="34" charset="0"/>
                <a:cs typeface="Calibri" panose="020F0502020204030204" pitchFamily="34" charset="0"/>
              </a:rPr>
              <a:pPr eaLnBrk="1" hangingPunct="1"/>
              <a:t>186</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15946724"/>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Slide Image Placeholder 1">
            <a:extLst>
              <a:ext uri="{FF2B5EF4-FFF2-40B4-BE49-F238E27FC236}">
                <a16:creationId xmlns:a16="http://schemas.microsoft.com/office/drawing/2014/main" id="{59075E5B-8C77-437F-BC40-398879A1F56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2755" name="Notes Placeholder 2">
            <a:extLst>
              <a:ext uri="{FF2B5EF4-FFF2-40B4-BE49-F238E27FC236}">
                <a16:creationId xmlns:a16="http://schemas.microsoft.com/office/drawing/2014/main" id="{F28454FB-6A96-447F-900D-87F0AD4DCCE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42692" name="Slide Number Placeholder 3">
            <a:extLst>
              <a:ext uri="{FF2B5EF4-FFF2-40B4-BE49-F238E27FC236}">
                <a16:creationId xmlns:a16="http://schemas.microsoft.com/office/drawing/2014/main" id="{05EB01AD-6594-42B5-9869-5AA53A68D1B6}"/>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AA76421-D8D5-44DB-959B-CDE59886E775}" type="slidenum">
              <a:rPr lang="en-US" altLang="en-US">
                <a:latin typeface="Calibri" panose="020F0502020204030204" pitchFamily="34" charset="0"/>
                <a:cs typeface="Calibri" panose="020F0502020204030204" pitchFamily="34" charset="0"/>
              </a:rPr>
              <a:pPr eaLnBrk="1" hangingPunct="1"/>
              <a:t>187</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48181257"/>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Slide Image Placeholder 1">
            <a:extLst>
              <a:ext uri="{FF2B5EF4-FFF2-40B4-BE49-F238E27FC236}">
                <a16:creationId xmlns:a16="http://schemas.microsoft.com/office/drawing/2014/main" id="{59075E5B-8C77-437F-BC40-398879A1F56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2755" name="Notes Placeholder 2">
            <a:extLst>
              <a:ext uri="{FF2B5EF4-FFF2-40B4-BE49-F238E27FC236}">
                <a16:creationId xmlns:a16="http://schemas.microsoft.com/office/drawing/2014/main" id="{F28454FB-6A96-447F-900D-87F0AD4DCCE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42692" name="Slide Number Placeholder 3">
            <a:extLst>
              <a:ext uri="{FF2B5EF4-FFF2-40B4-BE49-F238E27FC236}">
                <a16:creationId xmlns:a16="http://schemas.microsoft.com/office/drawing/2014/main" id="{05EB01AD-6594-42B5-9869-5AA53A68D1B6}"/>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AA76421-D8D5-44DB-959B-CDE59886E775}" type="slidenum">
              <a:rPr lang="en-US" altLang="en-US">
                <a:latin typeface="Calibri" panose="020F0502020204030204" pitchFamily="34" charset="0"/>
                <a:cs typeface="Calibri" panose="020F0502020204030204" pitchFamily="34" charset="0"/>
              </a:rPr>
              <a:pPr eaLnBrk="1" hangingPunct="1"/>
              <a:t>188</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57421260"/>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Slide Image Placeholder 1">
            <a:extLst>
              <a:ext uri="{FF2B5EF4-FFF2-40B4-BE49-F238E27FC236}">
                <a16:creationId xmlns:a16="http://schemas.microsoft.com/office/drawing/2014/main" id="{59075E5B-8C77-437F-BC40-398879A1F56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2755" name="Notes Placeholder 2">
            <a:extLst>
              <a:ext uri="{FF2B5EF4-FFF2-40B4-BE49-F238E27FC236}">
                <a16:creationId xmlns:a16="http://schemas.microsoft.com/office/drawing/2014/main" id="{F28454FB-6A96-447F-900D-87F0AD4DCCE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42692" name="Slide Number Placeholder 3">
            <a:extLst>
              <a:ext uri="{FF2B5EF4-FFF2-40B4-BE49-F238E27FC236}">
                <a16:creationId xmlns:a16="http://schemas.microsoft.com/office/drawing/2014/main" id="{05EB01AD-6594-42B5-9869-5AA53A68D1B6}"/>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AA76421-D8D5-44DB-959B-CDE59886E775}" type="slidenum">
              <a:rPr lang="en-US" altLang="en-US">
                <a:latin typeface="Calibri" panose="020F0502020204030204" pitchFamily="34" charset="0"/>
                <a:cs typeface="Calibri" panose="020F0502020204030204" pitchFamily="34" charset="0"/>
              </a:rPr>
              <a:pPr eaLnBrk="1" hangingPunct="1"/>
              <a:t>189</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4359751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Slide Image Placeholder 1">
            <a:extLst>
              <a:ext uri="{FF2B5EF4-FFF2-40B4-BE49-F238E27FC236}">
                <a16:creationId xmlns:a16="http://schemas.microsoft.com/office/drawing/2014/main" id="{59075E5B-8C77-437F-BC40-398879A1F56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2755" name="Notes Placeholder 2">
            <a:extLst>
              <a:ext uri="{FF2B5EF4-FFF2-40B4-BE49-F238E27FC236}">
                <a16:creationId xmlns:a16="http://schemas.microsoft.com/office/drawing/2014/main" id="{F28454FB-6A96-447F-900D-87F0AD4DCCE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42692" name="Slide Number Placeholder 3">
            <a:extLst>
              <a:ext uri="{FF2B5EF4-FFF2-40B4-BE49-F238E27FC236}">
                <a16:creationId xmlns:a16="http://schemas.microsoft.com/office/drawing/2014/main" id="{05EB01AD-6594-42B5-9869-5AA53A68D1B6}"/>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AA76421-D8D5-44DB-959B-CDE59886E775}" type="slidenum">
              <a:rPr lang="en-US" altLang="en-US">
                <a:latin typeface="Calibri" panose="020F0502020204030204" pitchFamily="34" charset="0"/>
                <a:cs typeface="Calibri" panose="020F0502020204030204" pitchFamily="34" charset="0"/>
              </a:rPr>
              <a:pPr eaLnBrk="1" hangingPunct="1"/>
              <a:t>190</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69146706"/>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Slide Image Placeholder 1">
            <a:extLst>
              <a:ext uri="{FF2B5EF4-FFF2-40B4-BE49-F238E27FC236}">
                <a16:creationId xmlns:a16="http://schemas.microsoft.com/office/drawing/2014/main" id="{59075E5B-8C77-437F-BC40-398879A1F56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2755" name="Notes Placeholder 2">
            <a:extLst>
              <a:ext uri="{FF2B5EF4-FFF2-40B4-BE49-F238E27FC236}">
                <a16:creationId xmlns:a16="http://schemas.microsoft.com/office/drawing/2014/main" id="{F28454FB-6A96-447F-900D-87F0AD4DCCE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42692" name="Slide Number Placeholder 3">
            <a:extLst>
              <a:ext uri="{FF2B5EF4-FFF2-40B4-BE49-F238E27FC236}">
                <a16:creationId xmlns:a16="http://schemas.microsoft.com/office/drawing/2014/main" id="{05EB01AD-6594-42B5-9869-5AA53A68D1B6}"/>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AA76421-D8D5-44DB-959B-CDE59886E775}" type="slidenum">
              <a:rPr lang="en-US" altLang="en-US">
                <a:latin typeface="Calibri" panose="020F0502020204030204" pitchFamily="34" charset="0"/>
                <a:cs typeface="Calibri" panose="020F0502020204030204" pitchFamily="34" charset="0"/>
              </a:rPr>
              <a:pPr eaLnBrk="1" hangingPunct="1"/>
              <a:t>191</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5240465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Slide Image Placeholder 1">
            <a:extLst>
              <a:ext uri="{FF2B5EF4-FFF2-40B4-BE49-F238E27FC236}">
                <a16:creationId xmlns:a16="http://schemas.microsoft.com/office/drawing/2014/main" id="{59075E5B-8C77-437F-BC40-398879A1F56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2755" name="Notes Placeholder 2">
            <a:extLst>
              <a:ext uri="{FF2B5EF4-FFF2-40B4-BE49-F238E27FC236}">
                <a16:creationId xmlns:a16="http://schemas.microsoft.com/office/drawing/2014/main" id="{F28454FB-6A96-447F-900D-87F0AD4DCCE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42692" name="Slide Number Placeholder 3">
            <a:extLst>
              <a:ext uri="{FF2B5EF4-FFF2-40B4-BE49-F238E27FC236}">
                <a16:creationId xmlns:a16="http://schemas.microsoft.com/office/drawing/2014/main" id="{05EB01AD-6594-42B5-9869-5AA53A68D1B6}"/>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AA76421-D8D5-44DB-959B-CDE59886E775}" type="slidenum">
              <a:rPr lang="en-US" altLang="en-US">
                <a:latin typeface="Calibri" panose="020F0502020204030204" pitchFamily="34" charset="0"/>
                <a:cs typeface="Calibri" panose="020F0502020204030204" pitchFamily="34" charset="0"/>
              </a:rPr>
              <a:pPr eaLnBrk="1" hangingPunct="1"/>
              <a:t>192</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8138635"/>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Slide Image Placeholder 1">
            <a:extLst>
              <a:ext uri="{FF2B5EF4-FFF2-40B4-BE49-F238E27FC236}">
                <a16:creationId xmlns:a16="http://schemas.microsoft.com/office/drawing/2014/main" id="{59075E5B-8C77-437F-BC40-398879A1F56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2755" name="Notes Placeholder 2">
            <a:extLst>
              <a:ext uri="{FF2B5EF4-FFF2-40B4-BE49-F238E27FC236}">
                <a16:creationId xmlns:a16="http://schemas.microsoft.com/office/drawing/2014/main" id="{F28454FB-6A96-447F-900D-87F0AD4DCCE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42692" name="Slide Number Placeholder 3">
            <a:extLst>
              <a:ext uri="{FF2B5EF4-FFF2-40B4-BE49-F238E27FC236}">
                <a16:creationId xmlns:a16="http://schemas.microsoft.com/office/drawing/2014/main" id="{05EB01AD-6594-42B5-9869-5AA53A68D1B6}"/>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AA76421-D8D5-44DB-959B-CDE59886E775}" type="slidenum">
              <a:rPr lang="en-US" altLang="en-US">
                <a:latin typeface="Calibri" panose="020F0502020204030204" pitchFamily="34" charset="0"/>
                <a:cs typeface="Calibri" panose="020F0502020204030204" pitchFamily="34" charset="0"/>
              </a:rPr>
              <a:pPr eaLnBrk="1" hangingPunct="1"/>
              <a:t>195</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45078203"/>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Slide Image Placeholder 1">
            <a:extLst>
              <a:ext uri="{FF2B5EF4-FFF2-40B4-BE49-F238E27FC236}">
                <a16:creationId xmlns:a16="http://schemas.microsoft.com/office/drawing/2014/main" id="{59075E5B-8C77-437F-BC40-398879A1F56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2755" name="Notes Placeholder 2">
            <a:extLst>
              <a:ext uri="{FF2B5EF4-FFF2-40B4-BE49-F238E27FC236}">
                <a16:creationId xmlns:a16="http://schemas.microsoft.com/office/drawing/2014/main" id="{F28454FB-6A96-447F-900D-87F0AD4DCCE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42692" name="Slide Number Placeholder 3">
            <a:extLst>
              <a:ext uri="{FF2B5EF4-FFF2-40B4-BE49-F238E27FC236}">
                <a16:creationId xmlns:a16="http://schemas.microsoft.com/office/drawing/2014/main" id="{05EB01AD-6594-42B5-9869-5AA53A68D1B6}"/>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AA76421-D8D5-44DB-959B-CDE59886E775}" type="slidenum">
              <a:rPr lang="en-US" altLang="en-US">
                <a:latin typeface="Calibri" panose="020F0502020204030204" pitchFamily="34" charset="0"/>
                <a:cs typeface="Calibri" panose="020F0502020204030204" pitchFamily="34" charset="0"/>
              </a:rPr>
              <a:pPr eaLnBrk="1" hangingPunct="1"/>
              <a:t>196</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2446108"/>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Slide Image Placeholder 1">
            <a:extLst>
              <a:ext uri="{FF2B5EF4-FFF2-40B4-BE49-F238E27FC236}">
                <a16:creationId xmlns:a16="http://schemas.microsoft.com/office/drawing/2014/main" id="{59075E5B-8C77-437F-BC40-398879A1F56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2755" name="Notes Placeholder 2">
            <a:extLst>
              <a:ext uri="{FF2B5EF4-FFF2-40B4-BE49-F238E27FC236}">
                <a16:creationId xmlns:a16="http://schemas.microsoft.com/office/drawing/2014/main" id="{F28454FB-6A96-447F-900D-87F0AD4DCCE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42692" name="Slide Number Placeholder 3">
            <a:extLst>
              <a:ext uri="{FF2B5EF4-FFF2-40B4-BE49-F238E27FC236}">
                <a16:creationId xmlns:a16="http://schemas.microsoft.com/office/drawing/2014/main" id="{05EB01AD-6594-42B5-9869-5AA53A68D1B6}"/>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AA76421-D8D5-44DB-959B-CDE59886E775}" type="slidenum">
              <a:rPr lang="en-US" altLang="en-US">
                <a:latin typeface="Calibri" panose="020F0502020204030204" pitchFamily="34" charset="0"/>
                <a:cs typeface="Calibri" panose="020F0502020204030204" pitchFamily="34" charset="0"/>
              </a:rPr>
              <a:pPr eaLnBrk="1" hangingPunct="1"/>
              <a:t>197</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52310613"/>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Slide Image Placeholder 1">
            <a:extLst>
              <a:ext uri="{FF2B5EF4-FFF2-40B4-BE49-F238E27FC236}">
                <a16:creationId xmlns:a16="http://schemas.microsoft.com/office/drawing/2014/main" id="{59075E5B-8C77-437F-BC40-398879A1F56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2755" name="Notes Placeholder 2">
            <a:extLst>
              <a:ext uri="{FF2B5EF4-FFF2-40B4-BE49-F238E27FC236}">
                <a16:creationId xmlns:a16="http://schemas.microsoft.com/office/drawing/2014/main" id="{F28454FB-6A96-447F-900D-87F0AD4DCCE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42692" name="Slide Number Placeholder 3">
            <a:extLst>
              <a:ext uri="{FF2B5EF4-FFF2-40B4-BE49-F238E27FC236}">
                <a16:creationId xmlns:a16="http://schemas.microsoft.com/office/drawing/2014/main" id="{05EB01AD-6594-42B5-9869-5AA53A68D1B6}"/>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AA76421-D8D5-44DB-959B-CDE59886E775}" type="slidenum">
              <a:rPr lang="en-US" altLang="en-US">
                <a:latin typeface="Calibri" panose="020F0502020204030204" pitchFamily="34" charset="0"/>
                <a:cs typeface="Calibri" panose="020F0502020204030204" pitchFamily="34" charset="0"/>
              </a:rPr>
              <a:pPr eaLnBrk="1" hangingPunct="1"/>
              <a:t>198</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67367295"/>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Slide Image Placeholder 1">
            <a:extLst>
              <a:ext uri="{FF2B5EF4-FFF2-40B4-BE49-F238E27FC236}">
                <a16:creationId xmlns:a16="http://schemas.microsoft.com/office/drawing/2014/main" id="{59075E5B-8C77-437F-BC40-398879A1F56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2755" name="Notes Placeholder 2">
            <a:extLst>
              <a:ext uri="{FF2B5EF4-FFF2-40B4-BE49-F238E27FC236}">
                <a16:creationId xmlns:a16="http://schemas.microsoft.com/office/drawing/2014/main" id="{F28454FB-6A96-447F-900D-87F0AD4DCCE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42692" name="Slide Number Placeholder 3">
            <a:extLst>
              <a:ext uri="{FF2B5EF4-FFF2-40B4-BE49-F238E27FC236}">
                <a16:creationId xmlns:a16="http://schemas.microsoft.com/office/drawing/2014/main" id="{05EB01AD-6594-42B5-9869-5AA53A68D1B6}"/>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AA76421-D8D5-44DB-959B-CDE59886E775}" type="slidenum">
              <a:rPr lang="en-US" altLang="en-US">
                <a:latin typeface="Calibri" panose="020F0502020204030204" pitchFamily="34" charset="0"/>
                <a:cs typeface="Calibri" panose="020F0502020204030204" pitchFamily="34" charset="0"/>
              </a:rPr>
              <a:pPr eaLnBrk="1" hangingPunct="1"/>
              <a:t>199</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10584516"/>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Slide Image Placeholder 1">
            <a:extLst>
              <a:ext uri="{FF2B5EF4-FFF2-40B4-BE49-F238E27FC236}">
                <a16:creationId xmlns:a16="http://schemas.microsoft.com/office/drawing/2014/main" id="{59075E5B-8C77-437F-BC40-398879A1F56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2755" name="Notes Placeholder 2">
            <a:extLst>
              <a:ext uri="{FF2B5EF4-FFF2-40B4-BE49-F238E27FC236}">
                <a16:creationId xmlns:a16="http://schemas.microsoft.com/office/drawing/2014/main" id="{F28454FB-6A96-447F-900D-87F0AD4DCCE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42692" name="Slide Number Placeholder 3">
            <a:extLst>
              <a:ext uri="{FF2B5EF4-FFF2-40B4-BE49-F238E27FC236}">
                <a16:creationId xmlns:a16="http://schemas.microsoft.com/office/drawing/2014/main" id="{05EB01AD-6594-42B5-9869-5AA53A68D1B6}"/>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AA76421-D8D5-44DB-959B-CDE59886E775}" type="slidenum">
              <a:rPr lang="en-US" altLang="en-US">
                <a:latin typeface="Calibri" panose="020F0502020204030204" pitchFamily="34" charset="0"/>
                <a:cs typeface="Calibri" panose="020F0502020204030204" pitchFamily="34" charset="0"/>
              </a:rPr>
              <a:pPr eaLnBrk="1" hangingPunct="1"/>
              <a:t>200</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68159863"/>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Slide Image Placeholder 1">
            <a:extLst>
              <a:ext uri="{FF2B5EF4-FFF2-40B4-BE49-F238E27FC236}">
                <a16:creationId xmlns:a16="http://schemas.microsoft.com/office/drawing/2014/main" id="{59075E5B-8C77-437F-BC40-398879A1F56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2755" name="Notes Placeholder 2">
            <a:extLst>
              <a:ext uri="{FF2B5EF4-FFF2-40B4-BE49-F238E27FC236}">
                <a16:creationId xmlns:a16="http://schemas.microsoft.com/office/drawing/2014/main" id="{F28454FB-6A96-447F-900D-87F0AD4DCCE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42692" name="Slide Number Placeholder 3">
            <a:extLst>
              <a:ext uri="{FF2B5EF4-FFF2-40B4-BE49-F238E27FC236}">
                <a16:creationId xmlns:a16="http://schemas.microsoft.com/office/drawing/2014/main" id="{05EB01AD-6594-42B5-9869-5AA53A68D1B6}"/>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AA76421-D8D5-44DB-959B-CDE59886E775}" type="slidenum">
              <a:rPr lang="en-US" altLang="en-US">
                <a:latin typeface="Calibri" panose="020F0502020204030204" pitchFamily="34" charset="0"/>
                <a:cs typeface="Calibri" panose="020F0502020204030204" pitchFamily="34" charset="0"/>
              </a:rPr>
              <a:pPr eaLnBrk="1" hangingPunct="1"/>
              <a:t>201</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38399882"/>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Slide Image Placeholder 1">
            <a:extLst>
              <a:ext uri="{FF2B5EF4-FFF2-40B4-BE49-F238E27FC236}">
                <a16:creationId xmlns:a16="http://schemas.microsoft.com/office/drawing/2014/main" id="{42A15830-359F-4B45-B0AD-7248D0A1A53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3779" name="Notes Placeholder 2">
            <a:extLst>
              <a:ext uri="{FF2B5EF4-FFF2-40B4-BE49-F238E27FC236}">
                <a16:creationId xmlns:a16="http://schemas.microsoft.com/office/drawing/2014/main" id="{625EC0DD-BEB4-4AB0-85BD-065741E4FAA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44740" name="Slide Number Placeholder 3">
            <a:extLst>
              <a:ext uri="{FF2B5EF4-FFF2-40B4-BE49-F238E27FC236}">
                <a16:creationId xmlns:a16="http://schemas.microsoft.com/office/drawing/2014/main" id="{E8A05507-6A58-4F57-B12F-35ADAFED5461}"/>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09B20E0-0207-4944-B0DE-0760C240F1FB}" type="slidenum">
              <a:rPr lang="en-US" altLang="en-US">
                <a:latin typeface="Calibri" panose="020F0502020204030204" pitchFamily="34" charset="0"/>
                <a:cs typeface="Calibri" panose="020F0502020204030204" pitchFamily="34" charset="0"/>
              </a:rPr>
              <a:pPr eaLnBrk="1" hangingPunct="1"/>
              <a:t>203</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3800304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4.xml"/><Relationship Id="rId4" Type="http://schemas.openxmlformats.org/officeDocument/2006/relationships/image" Target="../media/image1.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2.xml"/><Relationship Id="rId5" Type="http://schemas.openxmlformats.org/officeDocument/2006/relationships/image" Target="../media/image9.png"/><Relationship Id="rId4" Type="http://schemas.openxmlformats.org/officeDocument/2006/relationships/image" Target="../media/image8.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2.xml"/><Relationship Id="rId5" Type="http://schemas.openxmlformats.org/officeDocument/2006/relationships/image" Target="../media/image9.png"/><Relationship Id="rId4" Type="http://schemas.openxmlformats.org/officeDocument/2006/relationships/image" Target="../media/image8.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2.xml"/><Relationship Id="rId5" Type="http://schemas.openxmlformats.org/officeDocument/2006/relationships/image" Target="../media/image9.png"/><Relationship Id="rId4" Type="http://schemas.openxmlformats.org/officeDocument/2006/relationships/image" Target="../media/image8.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2.xml"/><Relationship Id="rId5" Type="http://schemas.openxmlformats.org/officeDocument/2006/relationships/image" Target="../media/image9.png"/><Relationship Id="rId4" Type="http://schemas.openxmlformats.org/officeDocument/2006/relationships/image" Target="../media/image8.png"/></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3.xml"/><Relationship Id="rId1" Type="http://schemas.openxmlformats.org/officeDocument/2006/relationships/themeOverride" Target="../theme/themeOverride5.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3.xml"/><Relationship Id="rId1" Type="http://schemas.openxmlformats.org/officeDocument/2006/relationships/themeOverride" Target="../theme/themeOverride6.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3.xml"/><Relationship Id="rId1" Type="http://schemas.openxmlformats.org/officeDocument/2006/relationships/themeOverride" Target="../theme/themeOverride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3.xml"/><Relationship Id="rId1" Type="http://schemas.openxmlformats.org/officeDocument/2006/relationships/themeOverride" Target="../theme/themeOverride8.xml"/><Relationship Id="rId4" Type="http://schemas.openxmlformats.org/officeDocument/2006/relationships/image" Target="../media/image1.jpe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12200467"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sz="1800" dirty="0">
              <a:latin typeface="Cambria" panose="02040503050406030204" pitchFamily="18" charset="0"/>
            </a:endParaRPr>
          </a:p>
        </p:txBody>
      </p:sp>
      <p:grpSp>
        <p:nvGrpSpPr>
          <p:cNvPr id="5" name="Group 18"/>
          <p:cNvGrpSpPr>
            <a:grpSpLocks/>
          </p:cNvGrpSpPr>
          <p:nvPr/>
        </p:nvGrpSpPr>
        <p:grpSpPr bwMode="auto">
          <a:xfrm>
            <a:off x="-4233" y="4953000"/>
            <a:ext cx="12196233"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sz="1800" dirty="0">
                <a:latin typeface="Cambria" panose="02040503050406030204" pitchFamily="18" charset="0"/>
                <a:cs typeface="Calibri" panose="020F0502020204030204" pitchFamily="34" charset="0"/>
              </a:endParaRPr>
            </a:p>
          </p:txBody>
        </p:sp>
        <p:sp>
          <p:nvSpPr>
            <p:cNvPr id="7" name="Freeform 20"/>
            <p:cNvSpPr>
              <a:spLocks/>
            </p:cNvSpPr>
            <p:nvPr/>
          </p:nvSpPr>
          <p:spPr bwMode="auto">
            <a:xfrm>
              <a:off x="35926" y="5135025"/>
              <a:ext cx="9108074" cy="838869"/>
            </a:xfrm>
            <a:custGeom>
              <a:avLst/>
              <a:gdLst>
                <a:gd name="T0" fmla="*/ 0 w 5760"/>
                <a:gd name="T1" fmla="*/ 0 h 528"/>
                <a:gd name="T2" fmla="*/ 2147483647 w 5760"/>
                <a:gd name="T3" fmla="*/ 0 h 528"/>
                <a:gd name="T4" fmla="*/ 2147483647 w 5760"/>
                <a:gd name="T5" fmla="*/ 1332767423 h 528"/>
                <a:gd name="T6" fmla="*/ 120019431 w 5760"/>
                <a:gd name="T7" fmla="*/ 0 h 528"/>
                <a:gd name="T8" fmla="*/ 0 60000 65536"/>
                <a:gd name="T9" fmla="*/ 0 60000 65536"/>
                <a:gd name="T10" fmla="*/ 0 60000 65536"/>
                <a:gd name="T11" fmla="*/ 0 60000 65536"/>
                <a:gd name="T12" fmla="*/ 0 w 5760"/>
                <a:gd name="T13" fmla="*/ 0 h 528"/>
                <a:gd name="T14" fmla="*/ 5760 w 5760"/>
                <a:gd name="T15" fmla="*/ 528 h 528"/>
              </a:gdLst>
              <a:ahLst/>
              <a:cxnLst>
                <a:cxn ang="T8">
                  <a:pos x="T0" y="T1"/>
                </a:cxn>
                <a:cxn ang="T9">
                  <a:pos x="T2" y="T3"/>
                </a:cxn>
                <a:cxn ang="T10">
                  <a:pos x="T4" y="T5"/>
                </a:cxn>
                <a:cxn ang="T11">
                  <a:pos x="T6" y="T7"/>
                </a:cxn>
              </a:cxnLst>
              <a:rect l="T12" t="T13" r="T14" b="T15"/>
              <a:pathLst>
                <a:path w="5760" h="528">
                  <a:moveTo>
                    <a:pt x="0" y="0"/>
                  </a:moveTo>
                  <a:lnTo>
                    <a:pt x="5760" y="0"/>
                  </a:lnTo>
                  <a:lnTo>
                    <a:pt x="5760" y="528"/>
                  </a:lnTo>
                  <a:lnTo>
                    <a:pt x="48" y="0"/>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sz="1800" dirty="0">
                <a:latin typeface="Calibri" panose="020F0502020204030204" pitchFamily="34" charset="0"/>
                <a:cs typeface="Calibri" panose="020F0502020204030204" pitchFamily="34" charset="0"/>
              </a:endParaRPr>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sz="1800" dirty="0">
                <a:latin typeface="Cambria" panose="02040503050406030204" pitchFamily="18" charset="0"/>
              </a:endParaRPr>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914400" y="1752602"/>
            <a:ext cx="10363200" cy="1829761"/>
          </a:xfrm>
        </p:spPr>
        <p:txBody>
          <a:bodyPr anchor="b"/>
          <a:lstStyle>
            <a:lvl1pPr algn="ctr">
              <a:defRPr sz="4800" b="1">
                <a:solidFill>
                  <a:schemeClr val="tx2"/>
                </a:solidFill>
                <a:effectLst>
                  <a:outerShdw blurRad="31750" dist="25400" dir="5400000" algn="tl" rotWithShape="0">
                    <a:srgbClr val="000000">
                      <a:alpha val="25000"/>
                    </a:srgbClr>
                  </a:outerShdw>
                </a:effectLst>
              </a:defRPr>
            </a:lvl1pPr>
            <a:extLst/>
          </a:lstStyle>
          <a:p>
            <a:r>
              <a:rPr lang="en-US"/>
              <a:t>Click to edit Master title style</a:t>
            </a:r>
            <a:endParaRPr lang="en-US" dirty="0"/>
          </a:p>
        </p:txBody>
      </p:sp>
      <p:sp>
        <p:nvSpPr>
          <p:cNvPr id="17" name="Subtitle 16"/>
          <p:cNvSpPr>
            <a:spLocks noGrp="1"/>
          </p:cNvSpPr>
          <p:nvPr>
            <p:ph type="subTitle" idx="1"/>
          </p:nvPr>
        </p:nvSpPr>
        <p:spPr>
          <a:xfrm>
            <a:off x="914400" y="3611607"/>
            <a:ext cx="10363200" cy="1199704"/>
          </a:xfrm>
        </p:spPr>
        <p:txBody>
          <a:bodyPr lIns="45720" rIns="45720"/>
          <a:lstStyle>
            <a:lvl1pPr marL="0" marR="64008" indent="0" algn="ct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endParaRPr lang="en-US" dirty="0"/>
          </a:p>
        </p:txBody>
      </p:sp>
    </p:spTree>
    <p:extLst>
      <p:ext uri="{BB962C8B-B14F-4D97-AF65-F5344CB8AC3E}">
        <p14:creationId xmlns:p14="http://schemas.microsoft.com/office/powerpoint/2010/main" val="31297511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2pPr>
              <a:buFont typeface="Wingdings" pitchFamily="2" charset="2"/>
              <a:buChar char="§"/>
              <a:defRPr/>
            </a:lvl2pPr>
            <a:extLs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6"/>
          <p:cNvSpPr>
            <a:spLocks noGrp="1"/>
          </p:cNvSpPr>
          <p:nvPr>
            <p:ph type="title"/>
          </p:nvPr>
        </p:nvSpPr>
        <p:spPr/>
        <p:txBody>
          <a:bodyPr rtlCol="0"/>
          <a:lstStyle/>
          <a:p>
            <a:r>
              <a:rPr lang="en-US"/>
              <a:t>Click to edit Master title style</a:t>
            </a:r>
          </a:p>
        </p:txBody>
      </p:sp>
    </p:spTree>
    <p:extLst>
      <p:ext uri="{BB962C8B-B14F-4D97-AF65-F5344CB8AC3E}">
        <p14:creationId xmlns:p14="http://schemas.microsoft.com/office/powerpoint/2010/main" val="2595521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4" name="Chevron 3"/>
          <p:cNvSpPr/>
          <p:nvPr/>
        </p:nvSpPr>
        <p:spPr>
          <a:xfrm>
            <a:off x="4849284" y="3005138"/>
            <a:ext cx="243416"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sz="1800" dirty="0">
              <a:latin typeface="Cambria" panose="02040503050406030204" pitchFamily="18" charset="0"/>
            </a:endParaRPr>
          </a:p>
        </p:txBody>
      </p:sp>
      <p:sp>
        <p:nvSpPr>
          <p:cNvPr id="5" name="Chevron 4"/>
          <p:cNvSpPr/>
          <p:nvPr/>
        </p:nvSpPr>
        <p:spPr>
          <a:xfrm>
            <a:off x="4599518" y="3005138"/>
            <a:ext cx="24553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sz="1800" dirty="0">
              <a:latin typeface="Cambria" panose="02040503050406030204" pitchFamily="18" charset="0"/>
            </a:endParaRPr>
          </a:p>
        </p:txBody>
      </p:sp>
      <p:sp>
        <p:nvSpPr>
          <p:cNvPr id="2" name="Title 1"/>
          <p:cNvSpPr>
            <a:spLocks noGrp="1"/>
          </p:cNvSpPr>
          <p:nvPr>
            <p:ph type="title"/>
          </p:nvPr>
        </p:nvSpPr>
        <p:spPr>
          <a:xfrm>
            <a:off x="963168" y="1059712"/>
            <a:ext cx="103632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a:t>Click to edit Master title style</a:t>
            </a:r>
          </a:p>
        </p:txBody>
      </p:sp>
      <p:sp>
        <p:nvSpPr>
          <p:cNvPr id="3" name="Text Placeholder 2"/>
          <p:cNvSpPr>
            <a:spLocks noGrp="1"/>
          </p:cNvSpPr>
          <p:nvPr>
            <p:ph type="body" idx="1"/>
          </p:nvPr>
        </p:nvSpPr>
        <p:spPr>
          <a:xfrm>
            <a:off x="5230284" y="2931712"/>
            <a:ext cx="6096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Edit Master text styles</a:t>
            </a:r>
          </a:p>
        </p:txBody>
      </p:sp>
    </p:spTree>
    <p:extLst>
      <p:ext uri="{BB962C8B-B14F-4D97-AF65-F5344CB8AC3E}">
        <p14:creationId xmlns:p14="http://schemas.microsoft.com/office/powerpoint/2010/main" val="31104135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81329"/>
            <a:ext cx="5384800" cy="4525963"/>
          </a:xfrm>
        </p:spPr>
        <p:txBody>
          <a:bodyPr/>
          <a:lstStyle>
            <a:lvl1pPr>
              <a:defRPr sz="2800"/>
            </a:lvl1pPr>
            <a:lvl2pPr>
              <a:defRPr sz="2400"/>
            </a:lvl2pPr>
            <a:lvl3pPr>
              <a:defRPr sz="2000"/>
            </a:lvl3pPr>
            <a:lvl4pPr>
              <a:defRPr sz="1800"/>
            </a:lvl4pPr>
            <a:lvl5pPr>
              <a:defRPr sz="1800"/>
            </a:lvl5pPr>
            <a:extLs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81329"/>
            <a:ext cx="5384800" cy="4525963"/>
          </a:xfrm>
        </p:spPr>
        <p:txBody>
          <a:bodyPr/>
          <a:lstStyle>
            <a:lvl1pPr>
              <a:defRPr sz="2800"/>
            </a:lvl1pPr>
            <a:lvl2pPr>
              <a:defRPr sz="2400"/>
            </a:lvl2pPr>
            <a:lvl3pPr>
              <a:defRPr sz="2000"/>
            </a:lvl3pPr>
            <a:lvl4pPr>
              <a:defRPr sz="1800"/>
            </a:lvl4pPr>
            <a:lvl5pPr>
              <a:defRPr sz="1800"/>
            </a:lvl5pPr>
            <a:extLs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rtlCol="0"/>
          <a:lstStyle/>
          <a:p>
            <a:r>
              <a:rPr lang="en-US"/>
              <a:t>Click to edit Master title style</a:t>
            </a:r>
          </a:p>
        </p:txBody>
      </p:sp>
    </p:spTree>
    <p:extLst>
      <p:ext uri="{BB962C8B-B14F-4D97-AF65-F5344CB8AC3E}">
        <p14:creationId xmlns:p14="http://schemas.microsoft.com/office/powerpoint/2010/main" val="3166150718"/>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lstStyle>
            <a:lvl1pPr>
              <a:defRPr/>
            </a:lvl1pPr>
            <a:extLst/>
          </a:lstStyle>
          <a:p>
            <a:r>
              <a:rPr lang="en-US"/>
              <a:t>Click to edit Master title style</a:t>
            </a:r>
          </a:p>
        </p:txBody>
      </p:sp>
      <p:sp>
        <p:nvSpPr>
          <p:cNvPr id="3" name="Text Placeholder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Edit Master text styles</a:t>
            </a:r>
          </a:p>
        </p:txBody>
      </p:sp>
      <p:sp>
        <p:nvSpPr>
          <p:cNvPr id="4" name="Text Placeholder 3"/>
          <p:cNvSpPr>
            <a:spLocks noGrp="1"/>
          </p:cNvSpPr>
          <p:nvPr>
            <p:ph type="body" sz="half" idx="3"/>
          </p:nvPr>
        </p:nvSpPr>
        <p:spPr>
          <a:xfrm>
            <a:off x="6193369"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Edit Master text styles</a:t>
            </a:r>
          </a:p>
        </p:txBody>
      </p:sp>
      <p:sp>
        <p:nvSpPr>
          <p:cNvPr id="5" name="Content Placeholder 4"/>
          <p:cNvSpPr>
            <a:spLocks noGrp="1"/>
          </p:cNvSpPr>
          <p:nvPr>
            <p:ph sz="quarter" idx="2"/>
          </p:nvPr>
        </p:nvSpPr>
        <p:spPr>
          <a:xfrm>
            <a:off x="609600" y="1444295"/>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68" y="1444295"/>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00116632"/>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t>Click to edit Master title style</a:t>
            </a:r>
          </a:p>
        </p:txBody>
      </p:sp>
    </p:spTree>
    <p:extLst>
      <p:ext uri="{BB962C8B-B14F-4D97-AF65-F5344CB8AC3E}">
        <p14:creationId xmlns:p14="http://schemas.microsoft.com/office/powerpoint/2010/main" val="935422073"/>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451533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Content Placeholder 3"/>
          <p:cNvSpPr>
            <a:spLocks noGrp="1"/>
          </p:cNvSpPr>
          <p:nvPr>
            <p:ph sz="half" idx="1"/>
          </p:nvPr>
        </p:nvSpPr>
        <p:spPr>
          <a:xfrm>
            <a:off x="1219200" y="274320"/>
            <a:ext cx="9973056" cy="4572000"/>
          </a:xfrm>
        </p:spPr>
        <p:txBody>
          <a:bodyPr/>
          <a:lstStyle>
            <a:lvl1pPr>
              <a:spcBef>
                <a:spcPts val="1200"/>
              </a:spcBef>
              <a:defRPr sz="2800">
                <a:latin typeface="Calibri" panose="020F0502020204030204" pitchFamily="34" charset="0"/>
                <a:cs typeface="Calibri" panose="020F0502020204030204" pitchFamily="34" charset="0"/>
              </a:defRPr>
            </a:lvl1pPr>
            <a:lvl2pPr>
              <a:spcBef>
                <a:spcPts val="1200"/>
              </a:spcBef>
              <a:defRPr sz="2800">
                <a:latin typeface="Calibri" panose="020F0502020204030204" pitchFamily="34" charset="0"/>
                <a:cs typeface="Calibri" panose="020F0502020204030204" pitchFamily="34" charset="0"/>
              </a:defRPr>
            </a:lvl2pPr>
            <a:lvl3pPr>
              <a:spcBef>
                <a:spcPts val="1200"/>
              </a:spcBef>
              <a:defRPr sz="2800">
                <a:latin typeface="Calibri" panose="020F0502020204030204" pitchFamily="34" charset="0"/>
                <a:cs typeface="Calibri" panose="020F0502020204030204" pitchFamily="34" charset="0"/>
              </a:defRPr>
            </a:lvl3pPr>
            <a:lvl4pPr>
              <a:spcBef>
                <a:spcPts val="1200"/>
              </a:spcBef>
              <a:defRPr sz="2800">
                <a:latin typeface="Calibri" panose="020F0502020204030204" pitchFamily="34" charset="0"/>
                <a:cs typeface="Calibri" panose="020F0502020204030204" pitchFamily="34" charset="0"/>
              </a:defRPr>
            </a:lvl4pPr>
            <a:lvl5pPr>
              <a:spcBef>
                <a:spcPts val="1200"/>
              </a:spcBef>
              <a:defRPr sz="2800">
                <a:latin typeface="Calibri" panose="020F0502020204030204" pitchFamily="34" charset="0"/>
                <a:cs typeface="Calibri" panose="020F0502020204030204" pitchFamily="34" charset="0"/>
              </a:defRPr>
            </a:lvl5pPr>
            <a:extLs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44492061"/>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5" name="Freeform 4"/>
          <p:cNvSpPr>
            <a:spLocks/>
          </p:cNvSpPr>
          <p:nvPr/>
        </p:nvSpPr>
        <p:spPr bwMode="auto">
          <a:xfrm>
            <a:off x="666751" y="5945188"/>
            <a:ext cx="6587067"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sz="1800" dirty="0">
              <a:latin typeface="Cambria" panose="02040503050406030204" pitchFamily="18" charset="0"/>
              <a:cs typeface="Calibri" panose="020F0502020204030204" pitchFamily="34" charset="0"/>
            </a:endParaRPr>
          </a:p>
        </p:txBody>
      </p:sp>
      <p:sp>
        <p:nvSpPr>
          <p:cNvPr id="6" name="Freeform 18"/>
          <p:cNvSpPr>
            <a:spLocks/>
          </p:cNvSpPr>
          <p:nvPr/>
        </p:nvSpPr>
        <p:spPr bwMode="auto">
          <a:xfrm>
            <a:off x="647700" y="5938838"/>
            <a:ext cx="4921251" cy="933450"/>
          </a:xfrm>
          <a:custGeom>
            <a:avLst/>
            <a:gdLst>
              <a:gd name="T0" fmla="*/ 0 w 5591"/>
              <a:gd name="T1" fmla="*/ 0 h 588"/>
              <a:gd name="T2" fmla="*/ 2147483647 w 5591"/>
              <a:gd name="T3" fmla="*/ 0 h 588"/>
              <a:gd name="T4" fmla="*/ 2147483647 w 5591"/>
              <a:gd name="T5" fmla="*/ 1330642500 h 588"/>
              <a:gd name="T6" fmla="*/ 20919056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sz="1800" dirty="0">
              <a:latin typeface="Calibri" panose="020F0502020204030204" pitchFamily="34" charset="0"/>
              <a:cs typeface="Calibri" panose="020F0502020204030204" pitchFamily="34" charset="0"/>
            </a:endParaRPr>
          </a:p>
        </p:txBody>
      </p:sp>
      <p:sp>
        <p:nvSpPr>
          <p:cNvPr id="7" name="Right Triangle 6"/>
          <p:cNvSpPr>
            <a:spLocks/>
          </p:cNvSpPr>
          <p:nvPr/>
        </p:nvSpPr>
        <p:spPr bwMode="auto">
          <a:xfrm>
            <a:off x="-8056" y="5791253"/>
            <a:ext cx="4536419" cy="1080868"/>
          </a:xfrm>
          <a:prstGeom prst="rtTriangle">
            <a:avLst/>
          </a:prstGeom>
          <a:blipFill>
            <a:blip r:embed="rId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sz="1800" dirty="0">
              <a:latin typeface="Cambria" panose="02040503050406030204" pitchFamily="18" charset="0"/>
            </a:endParaRPr>
          </a:p>
        </p:txBody>
      </p:sp>
      <p:cxnSp>
        <p:nvCxnSpPr>
          <p:cNvPr id="8" name="Straight Connector 7"/>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11552768" y="4987925"/>
            <a:ext cx="243417"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sz="1800" dirty="0">
              <a:latin typeface="Cambria" panose="02040503050406030204" pitchFamily="18" charset="0"/>
            </a:endParaRPr>
          </a:p>
        </p:txBody>
      </p:sp>
      <p:sp>
        <p:nvSpPr>
          <p:cNvPr id="10" name="Chevron 9"/>
          <p:cNvSpPr/>
          <p:nvPr/>
        </p:nvSpPr>
        <p:spPr>
          <a:xfrm>
            <a:off x="11303001" y="4987925"/>
            <a:ext cx="243417"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sz="1800" dirty="0">
              <a:latin typeface="Cambria" panose="02040503050406030204" pitchFamily="18" charset="0"/>
            </a:endParaRPr>
          </a:p>
        </p:txBody>
      </p:sp>
      <p:sp>
        <p:nvSpPr>
          <p:cNvPr id="3" name="Picture Placeholder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a:t>Click icon to add picture</a:t>
            </a:r>
            <a:endParaRPr lang="en-US" noProof="0" dirty="0"/>
          </a:p>
        </p:txBody>
      </p:sp>
      <p:sp>
        <p:nvSpPr>
          <p:cNvPr id="2" name="Title 1"/>
          <p:cNvSpPr>
            <a:spLocks noGrp="1"/>
          </p:cNvSpPr>
          <p:nvPr>
            <p:ph type="title"/>
          </p:nvPr>
        </p:nvSpPr>
        <p:spPr>
          <a:xfrm>
            <a:off x="304800"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a:t>Click to edit Master title style</a:t>
            </a:r>
          </a:p>
        </p:txBody>
      </p:sp>
    </p:spTree>
    <p:extLst>
      <p:ext uri="{BB962C8B-B14F-4D97-AF65-F5344CB8AC3E}">
        <p14:creationId xmlns:p14="http://schemas.microsoft.com/office/powerpoint/2010/main" val="8844307"/>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609600" y="1481330"/>
            <a:ext cx="10972800" cy="438607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617476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5351" y="274641"/>
            <a:ext cx="2369960" cy="5592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432800" cy="559276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161416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p:txBody>
          <a:bodyPr/>
          <a:lstStyle>
            <a:lvl1pPr>
              <a:spcBef>
                <a:spcPts val="1200"/>
              </a:spcBef>
              <a:defRPr>
                <a:latin typeface="Calibri" panose="020F0502020204030204" pitchFamily="34" charset="0"/>
                <a:cs typeface="Calibri" panose="020F0502020204030204" pitchFamily="34" charset="0"/>
              </a:defRPr>
            </a:lvl1pPr>
            <a:lvl2pPr>
              <a:spcBef>
                <a:spcPts val="1200"/>
              </a:spcBef>
              <a:defRPr>
                <a:latin typeface="Calibri" panose="020F0502020204030204" pitchFamily="34" charset="0"/>
                <a:cs typeface="Calibri" panose="020F0502020204030204" pitchFamily="34" charset="0"/>
              </a:defRPr>
            </a:lvl2pPr>
            <a:lvl3pPr>
              <a:spcBef>
                <a:spcPts val="1200"/>
              </a:spcBef>
              <a:defRPr>
                <a:latin typeface="Calibri" panose="020F0502020204030204" pitchFamily="34" charset="0"/>
                <a:cs typeface="Calibri" panose="020F0502020204030204" pitchFamily="34" charset="0"/>
              </a:defRPr>
            </a:lvl3pPr>
            <a:lvl4pPr>
              <a:spcBef>
                <a:spcPts val="1200"/>
              </a:spcBef>
              <a:defRPr>
                <a:latin typeface="Calibri" panose="020F0502020204030204" pitchFamily="34" charset="0"/>
                <a:cs typeface="Calibri" panose="020F0502020204030204" pitchFamily="34" charset="0"/>
              </a:defRPr>
            </a:lvl4pPr>
            <a:lvl5pPr>
              <a:spcBef>
                <a:spcPts val="1200"/>
              </a:spcBef>
              <a:defRPr>
                <a:latin typeface="Calibri" panose="020F0502020204030204" pitchFamily="34" charset="0"/>
                <a:cs typeface="Calibri" panose="020F050202020403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17"/>
          <p:cNvSpPr>
            <a:spLocks noGrp="1"/>
          </p:cNvSpPr>
          <p:nvPr>
            <p:ph type="sldNum" sz="quarter" idx="12"/>
          </p:nvPr>
        </p:nvSpPr>
        <p:spPr/>
        <p:txBody>
          <a:bodyPr/>
          <a:lstStyle>
            <a:lvl1pPr>
              <a:defRPr/>
            </a:lvl1pPr>
          </a:lstStyle>
          <a:p>
            <a:fld id="{D59BD3FA-AD6E-4905-B083-F4862664E37B}" type="slidenum">
              <a:rPr lang="en-US" smtClean="0"/>
              <a:t>‹#›</a:t>
            </a:fld>
            <a:endParaRPr lang="en-US"/>
          </a:p>
        </p:txBody>
      </p:sp>
    </p:spTree>
    <p:extLst>
      <p:ext uri="{BB962C8B-B14F-4D97-AF65-F5344CB8AC3E}">
        <p14:creationId xmlns:p14="http://schemas.microsoft.com/office/powerpoint/2010/main" val="37872514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6" descr="Article_PPT_Template-1.jpg">
            <a:extLst>
              <a:ext uri="{FF2B5EF4-FFF2-40B4-BE49-F238E27FC236}">
                <a16:creationId xmlns:a16="http://schemas.microsoft.com/office/drawing/2014/main" id="{F1747BA3-E63C-4B97-8C92-34B3A86D9256}"/>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ubtitle 2"/>
          <p:cNvSpPr>
            <a:spLocks noGrp="1"/>
          </p:cNvSpPr>
          <p:nvPr>
            <p:ph type="subTitle" idx="1"/>
          </p:nvPr>
        </p:nvSpPr>
        <p:spPr>
          <a:xfrm>
            <a:off x="7251219" y="3422664"/>
            <a:ext cx="4945756" cy="1982154"/>
          </a:xfrm>
        </p:spPr>
        <p:txBody>
          <a:bodyPr>
            <a:noAutofit/>
          </a:bodyPr>
          <a:lstStyle>
            <a:lvl1pPr marL="0" indent="0" algn="l">
              <a:buNone/>
              <a:defRPr sz="3000" b="1">
                <a:solidFill>
                  <a:srgbClr val="536E75"/>
                </a:solidFill>
                <a:latin typeface="Arial"/>
                <a:cs typeface="Aria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p>
        </p:txBody>
      </p:sp>
      <p:sp>
        <p:nvSpPr>
          <p:cNvPr id="24" name="Text Placeholder 23"/>
          <p:cNvSpPr>
            <a:spLocks noGrp="1"/>
          </p:cNvSpPr>
          <p:nvPr>
            <p:ph type="body" sz="quarter" idx="12"/>
          </p:nvPr>
        </p:nvSpPr>
        <p:spPr>
          <a:xfrm>
            <a:off x="7251222" y="1465263"/>
            <a:ext cx="4940780" cy="1708160"/>
          </a:xfrm>
        </p:spPr>
        <p:txBody>
          <a:bodyPr>
            <a:noAutofit/>
          </a:bodyPr>
          <a:lstStyle>
            <a:lvl1pPr marL="0" indent="0">
              <a:buNone/>
              <a:defRPr sz="2625" b="1" baseline="0">
                <a:solidFill>
                  <a:srgbClr val="34B14B"/>
                </a:solidFill>
                <a:latin typeface="Arial"/>
                <a:cs typeface="Arial"/>
              </a:defRPr>
            </a:lvl1pPr>
          </a:lstStyle>
          <a:p>
            <a:pPr lvl="0"/>
            <a:r>
              <a:rPr lang="en-US" dirty="0"/>
              <a:t>Click to edit Master text styles</a:t>
            </a:r>
          </a:p>
        </p:txBody>
      </p:sp>
    </p:spTree>
    <p:extLst>
      <p:ext uri="{BB962C8B-B14F-4D97-AF65-F5344CB8AC3E}">
        <p14:creationId xmlns:p14="http://schemas.microsoft.com/office/powerpoint/2010/main" val="39680751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5" name="Picture 6" descr="Article_PPT_Template-2.jpg">
            <a:extLst>
              <a:ext uri="{FF2B5EF4-FFF2-40B4-BE49-F238E27FC236}">
                <a16:creationId xmlns:a16="http://schemas.microsoft.com/office/drawing/2014/main" id="{A9FB8136-03A9-4467-A867-33F09A4A9D04}"/>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0" y="1"/>
            <a:ext cx="12192000" cy="1060704"/>
          </a:xfrm>
          <a:noFill/>
          <a:ln>
            <a:noFill/>
          </a:ln>
        </p:spPr>
        <p:txBody>
          <a:bodyPr>
            <a:normAutofit/>
          </a:bodyPr>
          <a:lstStyle>
            <a:lvl1pPr algn="ctr">
              <a:lnSpc>
                <a:spcPct val="100000"/>
              </a:lnSpc>
              <a:defRPr sz="2700" b="0" i="0">
                <a:solidFill>
                  <a:schemeClr val="bg1"/>
                </a:solidFill>
                <a:latin typeface="Arial"/>
                <a:cs typeface="Arial"/>
              </a:defRPr>
            </a:lvl1pPr>
          </a:lstStyle>
          <a:p>
            <a:r>
              <a:rPr lang="en-US" dirty="0"/>
              <a:t>Click to edit Master title style</a:t>
            </a:r>
          </a:p>
        </p:txBody>
      </p:sp>
      <p:sp>
        <p:nvSpPr>
          <p:cNvPr id="3" name="Content Placeholder 2"/>
          <p:cNvSpPr>
            <a:spLocks noGrp="1"/>
          </p:cNvSpPr>
          <p:nvPr>
            <p:ph idx="1"/>
          </p:nvPr>
        </p:nvSpPr>
        <p:spPr>
          <a:xfrm>
            <a:off x="609604" y="1231269"/>
            <a:ext cx="10972800" cy="1928793"/>
          </a:xfrm>
        </p:spPr>
        <p:txBody>
          <a:bodyPr/>
          <a:lstStyle>
            <a:lvl1pPr marL="342900" indent="-342900">
              <a:buClr>
                <a:srgbClr val="34B14B"/>
              </a:buClr>
              <a:defRPr sz="1950" b="0" i="0">
                <a:latin typeface="Arial"/>
                <a:cs typeface="Arial"/>
              </a:defRPr>
            </a:lvl1pPr>
            <a:lvl2pPr marL="685800" indent="-342900">
              <a:buClr>
                <a:srgbClr val="34B14B"/>
              </a:buClr>
              <a:defRPr sz="1800" b="0" i="0">
                <a:latin typeface="Arial"/>
                <a:cs typeface="Arial"/>
              </a:defRPr>
            </a:lvl2pPr>
            <a:lvl3pPr marL="1028700" indent="-342900">
              <a:buClr>
                <a:srgbClr val="34B14B"/>
              </a:buClr>
              <a:buFont typeface="Wingdings" pitchFamily="2" charset="2"/>
              <a:buChar char="§"/>
              <a:defRPr sz="1650" b="0" i="0">
                <a:latin typeface="Arial"/>
                <a:cs typeface="Arial"/>
              </a:defRPr>
            </a:lvl3pPr>
            <a:lvl4pPr marL="1371600" indent="-342900">
              <a:buClr>
                <a:srgbClr val="34B14B"/>
              </a:buClr>
              <a:buFont typeface="Courier New" pitchFamily="49" charset="0"/>
              <a:buChar char="o"/>
              <a:defRPr b="0" i="0">
                <a:latin typeface="Arial"/>
                <a:cs typeface="Arial"/>
              </a:defRPr>
            </a:lvl4pPr>
            <a:lvl5pPr marL="1714500" indent="-342900">
              <a:buClr>
                <a:srgbClr val="34B14B"/>
              </a:buClr>
              <a:defRPr sz="1350" b="0" i="0">
                <a:latin typeface="Arial"/>
                <a:cs typeface="Aria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10"/>
          </p:nvPr>
        </p:nvSpPr>
        <p:spPr>
          <a:xfrm>
            <a:off x="950386" y="4451350"/>
            <a:ext cx="9072033" cy="137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240649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5" name="Picture 6" descr="Article_PPT_Template-2.jpg">
            <a:extLst>
              <a:ext uri="{FF2B5EF4-FFF2-40B4-BE49-F238E27FC236}">
                <a16:creationId xmlns:a16="http://schemas.microsoft.com/office/drawing/2014/main" id="{164C1447-000E-4252-9587-9CB63EAE3D81}"/>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Content Placeholder 2"/>
          <p:cNvSpPr>
            <a:spLocks noGrp="1"/>
          </p:cNvSpPr>
          <p:nvPr>
            <p:ph sz="half" idx="1"/>
          </p:nvPr>
        </p:nvSpPr>
        <p:spPr>
          <a:xfrm>
            <a:off x="609600" y="1234440"/>
            <a:ext cx="5384800" cy="4892040"/>
          </a:xfrm>
        </p:spPr>
        <p:txBody>
          <a:bodyPr/>
          <a:lstStyle>
            <a:lvl1pPr>
              <a:buClr>
                <a:srgbClr val="34B14B"/>
              </a:buClr>
              <a:defRPr sz="2250">
                <a:latin typeface="Arial"/>
                <a:cs typeface="Arial"/>
              </a:defRPr>
            </a:lvl1pPr>
            <a:lvl2pPr>
              <a:buClr>
                <a:srgbClr val="34B14B"/>
              </a:buClr>
              <a:defRPr sz="2100">
                <a:latin typeface="Arial"/>
                <a:cs typeface="Arial"/>
              </a:defRPr>
            </a:lvl2pPr>
            <a:lvl3pPr>
              <a:buClr>
                <a:srgbClr val="34B14B"/>
              </a:buClr>
              <a:defRPr sz="1800">
                <a:latin typeface="Arial"/>
                <a:cs typeface="Arial"/>
              </a:defRPr>
            </a:lvl3pPr>
            <a:lvl4pPr>
              <a:buClr>
                <a:srgbClr val="34B14B"/>
              </a:buClr>
              <a:defRPr sz="1500">
                <a:latin typeface="Arial"/>
                <a:cs typeface="Arial"/>
              </a:defRPr>
            </a:lvl4pPr>
            <a:lvl5pPr>
              <a:buClr>
                <a:srgbClr val="34B14B"/>
              </a:buClr>
              <a:defRPr sz="1500">
                <a:latin typeface="Arial"/>
                <a:cs typeface="Arial"/>
              </a:defRPr>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3"/>
          <p:cNvSpPr>
            <a:spLocks noGrp="1"/>
          </p:cNvSpPr>
          <p:nvPr>
            <p:ph sz="half" idx="2"/>
          </p:nvPr>
        </p:nvSpPr>
        <p:spPr>
          <a:xfrm>
            <a:off x="6197600" y="1234440"/>
            <a:ext cx="5384800" cy="4892040"/>
          </a:xfrm>
        </p:spPr>
        <p:txBody>
          <a:bodyPr/>
          <a:lstStyle>
            <a:lvl1pPr>
              <a:buClr>
                <a:srgbClr val="34B14B"/>
              </a:buClr>
              <a:defRPr sz="2250">
                <a:latin typeface="Arial"/>
                <a:cs typeface="Arial"/>
              </a:defRPr>
            </a:lvl1pPr>
            <a:lvl2pPr>
              <a:buClr>
                <a:srgbClr val="34B14B"/>
              </a:buClr>
              <a:defRPr sz="2100">
                <a:latin typeface="Arial"/>
                <a:cs typeface="Arial"/>
              </a:defRPr>
            </a:lvl2pPr>
            <a:lvl3pPr>
              <a:buClr>
                <a:srgbClr val="34B14B"/>
              </a:buClr>
              <a:defRPr sz="1800">
                <a:latin typeface="Arial"/>
                <a:cs typeface="Arial"/>
              </a:defRPr>
            </a:lvl3pPr>
            <a:lvl4pPr>
              <a:buClr>
                <a:srgbClr val="34B14B"/>
              </a:buClr>
              <a:defRPr sz="1500">
                <a:latin typeface="Arial"/>
                <a:cs typeface="Arial"/>
              </a:defRPr>
            </a:lvl4pPr>
            <a:lvl5pPr>
              <a:buClr>
                <a:srgbClr val="34B14B"/>
              </a:buClr>
              <a:defRPr sz="1500">
                <a:latin typeface="Arial"/>
                <a:cs typeface="Arial"/>
              </a:defRPr>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1"/>
          <p:cNvSpPr>
            <a:spLocks noGrp="1"/>
          </p:cNvSpPr>
          <p:nvPr>
            <p:ph type="title"/>
          </p:nvPr>
        </p:nvSpPr>
        <p:spPr>
          <a:xfrm>
            <a:off x="0" y="1"/>
            <a:ext cx="12192000" cy="1060704"/>
          </a:xfrm>
          <a:ln>
            <a:noFill/>
          </a:ln>
        </p:spPr>
        <p:txBody>
          <a:bodyPr anchor="t">
            <a:normAutofit/>
          </a:bodyPr>
          <a:lstStyle>
            <a:lvl1pPr algn="l">
              <a:lnSpc>
                <a:spcPct val="100000"/>
              </a:lnSpc>
              <a:defRPr sz="1875" b="1" i="0">
                <a:solidFill>
                  <a:srgbClr val="FFFFFF"/>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35951746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7" y="4406904"/>
            <a:ext cx="103632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963087" y="2906719"/>
            <a:ext cx="103632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7" name="Text Placeholder 5"/>
          <p:cNvSpPr>
            <a:spLocks noGrp="1"/>
          </p:cNvSpPr>
          <p:nvPr>
            <p:ph type="body" sz="quarter" idx="13"/>
          </p:nvPr>
        </p:nvSpPr>
        <p:spPr>
          <a:xfrm>
            <a:off x="3777912" y="6313298"/>
            <a:ext cx="4636179" cy="379413"/>
          </a:xfrm>
        </p:spPr>
        <p:txBody>
          <a:bodyPr/>
          <a:lstStyle>
            <a:lvl1pPr marL="0" indent="0" algn="ctr">
              <a:buNone/>
              <a:defRPr sz="1350" b="1">
                <a:solidFill>
                  <a:schemeClr val="bg1"/>
                </a:solidFill>
                <a:latin typeface="Arial"/>
                <a:cs typeface="Arial"/>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Click to edit Master text styles</a:t>
            </a:r>
          </a:p>
        </p:txBody>
      </p:sp>
      <p:sp>
        <p:nvSpPr>
          <p:cNvPr id="5" name="Date Placeholder 3">
            <a:extLst>
              <a:ext uri="{FF2B5EF4-FFF2-40B4-BE49-F238E27FC236}">
                <a16:creationId xmlns:a16="http://schemas.microsoft.com/office/drawing/2014/main" id="{BBEDB237-166B-4B71-9867-4125F755CFE5}"/>
              </a:ext>
            </a:extLst>
          </p:cNvPr>
          <p:cNvSpPr>
            <a:spLocks noGrp="1"/>
          </p:cNvSpPr>
          <p:nvPr>
            <p:ph type="dt" sz="half" idx="14"/>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D797AF42-89C1-4E06-B186-C9ACA5C8A271}"/>
              </a:ext>
            </a:extLst>
          </p:cNvPr>
          <p:cNvSpPr>
            <a:spLocks noGrp="1"/>
          </p:cNvSpPr>
          <p:nvPr>
            <p:ph type="ftr" sz="quarter" idx="15"/>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BF1048EA-8CDA-4194-ACA0-BEC824D9C67D}"/>
              </a:ext>
            </a:extLst>
          </p:cNvPr>
          <p:cNvSpPr>
            <a:spLocks noGrp="1"/>
          </p:cNvSpPr>
          <p:nvPr>
            <p:ph type="sldNum" sz="quarter" idx="16"/>
          </p:nvPr>
        </p:nvSpPr>
        <p:spPr/>
        <p:txBody>
          <a:bodyPr/>
          <a:lstStyle>
            <a:lvl1pPr>
              <a:defRPr/>
            </a:lvl1pPr>
          </a:lstStyle>
          <a:p>
            <a:pPr>
              <a:defRPr/>
            </a:pPr>
            <a:fld id="{2B43459A-0B53-4CBB-8582-F665EF42055A}" type="slidenum">
              <a:rPr lang="en-US"/>
              <a:pPr>
                <a:defRPr/>
              </a:pPr>
              <a:t>‹#›</a:t>
            </a:fld>
            <a:endParaRPr lang="en-US" dirty="0"/>
          </a:p>
        </p:txBody>
      </p:sp>
    </p:spTree>
    <p:extLst>
      <p:ext uri="{BB962C8B-B14F-4D97-AF65-F5344CB8AC3E}">
        <p14:creationId xmlns:p14="http://schemas.microsoft.com/office/powerpoint/2010/main" val="41304332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A903FD4C-8DE5-4C6E-BA44-DD298129DAAE}"/>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6D9CE700-BAEB-42B4-958D-50A50B5C8CEB}"/>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525B008C-842D-4ECD-9B8F-1E14F0789435}"/>
              </a:ext>
            </a:extLst>
          </p:cNvPr>
          <p:cNvSpPr>
            <a:spLocks noGrp="1"/>
          </p:cNvSpPr>
          <p:nvPr>
            <p:ph type="sldNum" sz="quarter" idx="12"/>
          </p:nvPr>
        </p:nvSpPr>
        <p:spPr/>
        <p:txBody>
          <a:bodyPr/>
          <a:lstStyle>
            <a:lvl1pPr>
              <a:defRPr/>
            </a:lvl1pPr>
          </a:lstStyle>
          <a:p>
            <a:pPr>
              <a:defRPr/>
            </a:pPr>
            <a:fld id="{627E7B8E-2953-4AB9-A287-728E8366983A}" type="slidenum">
              <a:rPr lang="en-US"/>
              <a:pPr>
                <a:defRPr/>
              </a:pPr>
              <a:t>‹#›</a:t>
            </a:fld>
            <a:endParaRPr lang="en-US" dirty="0"/>
          </a:p>
        </p:txBody>
      </p:sp>
    </p:spTree>
    <p:extLst>
      <p:ext uri="{BB962C8B-B14F-4D97-AF65-F5344CB8AC3E}">
        <p14:creationId xmlns:p14="http://schemas.microsoft.com/office/powerpoint/2010/main" val="20511145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4" y="1535117"/>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09604" y="2174879"/>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93370" y="1535117"/>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93370" y="2174879"/>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67F10AB2-77C3-4977-AD78-2BC4B4B3B0A7}"/>
              </a:ext>
            </a:extLst>
          </p:cNvPr>
          <p:cNvSpPr>
            <a:spLocks noGrp="1"/>
          </p:cNvSpPr>
          <p:nvPr>
            <p:ph type="dt" sz="half" idx="10"/>
          </p:nvPr>
        </p:nvSpPr>
        <p:spPr/>
        <p:txBody>
          <a:bodyPr/>
          <a:lstStyle>
            <a:lvl1pPr>
              <a:defRPr/>
            </a:lvl1pPr>
          </a:lstStyle>
          <a:p>
            <a:pPr>
              <a:defRPr/>
            </a:pPr>
            <a:endParaRPr lang="en-US"/>
          </a:p>
        </p:txBody>
      </p:sp>
      <p:sp>
        <p:nvSpPr>
          <p:cNvPr id="8" name="Footer Placeholder 4">
            <a:extLst>
              <a:ext uri="{FF2B5EF4-FFF2-40B4-BE49-F238E27FC236}">
                <a16:creationId xmlns:a16="http://schemas.microsoft.com/office/drawing/2014/main" id="{F30D38A4-5BBC-4CFF-9739-AAF964D45FA6}"/>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57390335-2AF5-4BC9-8BBE-2DF948D4556B}"/>
              </a:ext>
            </a:extLst>
          </p:cNvPr>
          <p:cNvSpPr>
            <a:spLocks noGrp="1"/>
          </p:cNvSpPr>
          <p:nvPr>
            <p:ph type="sldNum" sz="quarter" idx="12"/>
          </p:nvPr>
        </p:nvSpPr>
        <p:spPr/>
        <p:txBody>
          <a:bodyPr/>
          <a:lstStyle>
            <a:lvl1pPr>
              <a:defRPr/>
            </a:lvl1pPr>
          </a:lstStyle>
          <a:p>
            <a:pPr>
              <a:defRPr/>
            </a:pPr>
            <a:fld id="{DFCE1CFA-61E2-4AFF-AB13-47AD11C2DF6C}" type="slidenum">
              <a:rPr lang="en-US"/>
              <a:pPr>
                <a:defRPr/>
              </a:pPr>
              <a:t>‹#›</a:t>
            </a:fld>
            <a:endParaRPr lang="en-US" dirty="0"/>
          </a:p>
        </p:txBody>
      </p:sp>
    </p:spTree>
    <p:extLst>
      <p:ext uri="{BB962C8B-B14F-4D97-AF65-F5344CB8AC3E}">
        <p14:creationId xmlns:p14="http://schemas.microsoft.com/office/powerpoint/2010/main" val="18863926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B253363E-686A-4B68-A8B3-C069A5A83A8A}"/>
              </a:ext>
            </a:extLst>
          </p:cNvPr>
          <p:cNvSpPr>
            <a:spLocks noGrp="1"/>
          </p:cNvSpPr>
          <p:nvPr>
            <p:ph type="dt" sz="half" idx="10"/>
          </p:nvPr>
        </p:nvSpPr>
        <p:spPr/>
        <p:txBody>
          <a:bodyPr/>
          <a:lstStyle>
            <a:lvl1pPr>
              <a:defRPr/>
            </a:lvl1pPr>
          </a:lstStyle>
          <a:p>
            <a:pPr>
              <a:defRPr/>
            </a:pPr>
            <a:endParaRPr lang="en-US"/>
          </a:p>
        </p:txBody>
      </p:sp>
      <p:sp>
        <p:nvSpPr>
          <p:cNvPr id="4" name="Footer Placeholder 4">
            <a:extLst>
              <a:ext uri="{FF2B5EF4-FFF2-40B4-BE49-F238E27FC236}">
                <a16:creationId xmlns:a16="http://schemas.microsoft.com/office/drawing/2014/main" id="{59CFB896-97EB-4963-9D30-7873A354FC2B}"/>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8878420E-5CE5-4E28-A7A8-682E8B516E5A}"/>
              </a:ext>
            </a:extLst>
          </p:cNvPr>
          <p:cNvSpPr>
            <a:spLocks noGrp="1"/>
          </p:cNvSpPr>
          <p:nvPr>
            <p:ph type="sldNum" sz="quarter" idx="12"/>
          </p:nvPr>
        </p:nvSpPr>
        <p:spPr/>
        <p:txBody>
          <a:bodyPr/>
          <a:lstStyle>
            <a:lvl1pPr>
              <a:defRPr/>
            </a:lvl1pPr>
          </a:lstStyle>
          <a:p>
            <a:pPr>
              <a:defRPr/>
            </a:pPr>
            <a:fld id="{12530A90-E258-4CD7-9E78-4BACB15A8652}" type="slidenum">
              <a:rPr lang="en-US"/>
              <a:pPr>
                <a:defRPr/>
              </a:pPr>
              <a:t>‹#›</a:t>
            </a:fld>
            <a:endParaRPr lang="en-US" dirty="0"/>
          </a:p>
        </p:txBody>
      </p:sp>
    </p:spTree>
    <p:extLst>
      <p:ext uri="{BB962C8B-B14F-4D97-AF65-F5344CB8AC3E}">
        <p14:creationId xmlns:p14="http://schemas.microsoft.com/office/powerpoint/2010/main" val="1527918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22A76C71-FADC-4556-B75F-8ED3EB0B49DA}"/>
              </a:ext>
            </a:extLst>
          </p:cNvPr>
          <p:cNvSpPr>
            <a:spLocks noGrp="1"/>
          </p:cNvSpPr>
          <p:nvPr>
            <p:ph type="dt" sz="half" idx="10"/>
          </p:nvPr>
        </p:nvSpPr>
        <p:spPr/>
        <p:txBody>
          <a:bodyPr/>
          <a:lstStyle>
            <a:lvl1pPr>
              <a:defRPr/>
            </a:lvl1pPr>
          </a:lstStyle>
          <a:p>
            <a:pPr>
              <a:defRPr/>
            </a:pPr>
            <a:endParaRPr lang="en-US"/>
          </a:p>
        </p:txBody>
      </p:sp>
      <p:sp>
        <p:nvSpPr>
          <p:cNvPr id="3" name="Footer Placeholder 4">
            <a:extLst>
              <a:ext uri="{FF2B5EF4-FFF2-40B4-BE49-F238E27FC236}">
                <a16:creationId xmlns:a16="http://schemas.microsoft.com/office/drawing/2014/main" id="{F49E8535-CF0A-4038-BC1A-20E6CD916395}"/>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627C8F47-195A-49FB-9EDF-BAFC97DCC428}"/>
              </a:ext>
            </a:extLst>
          </p:cNvPr>
          <p:cNvSpPr>
            <a:spLocks noGrp="1"/>
          </p:cNvSpPr>
          <p:nvPr>
            <p:ph type="sldNum" sz="quarter" idx="12"/>
          </p:nvPr>
        </p:nvSpPr>
        <p:spPr/>
        <p:txBody>
          <a:bodyPr/>
          <a:lstStyle>
            <a:lvl1pPr>
              <a:defRPr/>
            </a:lvl1pPr>
          </a:lstStyle>
          <a:p>
            <a:pPr>
              <a:defRPr/>
            </a:pPr>
            <a:fld id="{9601B42B-C4D1-49CD-A053-6BD3587CE351}" type="slidenum">
              <a:rPr lang="en-US"/>
              <a:pPr>
                <a:defRPr/>
              </a:pPr>
              <a:t>‹#›</a:t>
            </a:fld>
            <a:endParaRPr lang="en-US" dirty="0"/>
          </a:p>
        </p:txBody>
      </p:sp>
    </p:spTree>
    <p:extLst>
      <p:ext uri="{BB962C8B-B14F-4D97-AF65-F5344CB8AC3E}">
        <p14:creationId xmlns:p14="http://schemas.microsoft.com/office/powerpoint/2010/main" val="18013838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7" y="273050"/>
            <a:ext cx="4011084"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4766733" y="273057"/>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7" y="1435103"/>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3">
            <a:extLst>
              <a:ext uri="{FF2B5EF4-FFF2-40B4-BE49-F238E27FC236}">
                <a16:creationId xmlns:a16="http://schemas.microsoft.com/office/drawing/2014/main" id="{9A553509-CCAA-4785-BF97-33A38517D7F0}"/>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982D91D1-C78F-477B-A3C7-84A85067B91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D77F4A67-D12A-4E4F-A13A-7E567EC29D34}"/>
              </a:ext>
            </a:extLst>
          </p:cNvPr>
          <p:cNvSpPr>
            <a:spLocks noGrp="1"/>
          </p:cNvSpPr>
          <p:nvPr>
            <p:ph type="sldNum" sz="quarter" idx="12"/>
          </p:nvPr>
        </p:nvSpPr>
        <p:spPr/>
        <p:txBody>
          <a:bodyPr/>
          <a:lstStyle>
            <a:lvl1pPr>
              <a:defRPr/>
            </a:lvl1pPr>
          </a:lstStyle>
          <a:p>
            <a:pPr>
              <a:defRPr/>
            </a:pPr>
            <a:fld id="{FF369466-649B-4D87-8113-F0953280ABBE}" type="slidenum">
              <a:rPr lang="en-US"/>
              <a:pPr>
                <a:defRPr/>
              </a:pPr>
              <a:t>‹#›</a:t>
            </a:fld>
            <a:endParaRPr lang="en-US" dirty="0"/>
          </a:p>
        </p:txBody>
      </p:sp>
    </p:spTree>
    <p:extLst>
      <p:ext uri="{BB962C8B-B14F-4D97-AF65-F5344CB8AC3E}">
        <p14:creationId xmlns:p14="http://schemas.microsoft.com/office/powerpoint/2010/main" val="7889515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20" y="4800604"/>
            <a:ext cx="73152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2389720" y="612775"/>
            <a:ext cx="7315200" cy="4114800"/>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dirty="0"/>
          </a:p>
        </p:txBody>
      </p:sp>
      <p:sp>
        <p:nvSpPr>
          <p:cNvPr id="4" name="Text Placeholder 3"/>
          <p:cNvSpPr>
            <a:spLocks noGrp="1"/>
          </p:cNvSpPr>
          <p:nvPr>
            <p:ph type="body" sz="half" idx="2"/>
          </p:nvPr>
        </p:nvSpPr>
        <p:spPr>
          <a:xfrm>
            <a:off x="2389720" y="5367342"/>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3">
            <a:extLst>
              <a:ext uri="{FF2B5EF4-FFF2-40B4-BE49-F238E27FC236}">
                <a16:creationId xmlns:a16="http://schemas.microsoft.com/office/drawing/2014/main" id="{1B7A28FB-3946-4966-927C-2607E9437034}"/>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20934D5E-001B-4DC8-8B5B-2A44C79AD341}"/>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07EFB543-C410-47EE-8731-4BAE39C69813}"/>
              </a:ext>
            </a:extLst>
          </p:cNvPr>
          <p:cNvSpPr>
            <a:spLocks noGrp="1"/>
          </p:cNvSpPr>
          <p:nvPr>
            <p:ph type="sldNum" sz="quarter" idx="12"/>
          </p:nvPr>
        </p:nvSpPr>
        <p:spPr/>
        <p:txBody>
          <a:bodyPr/>
          <a:lstStyle>
            <a:lvl1pPr>
              <a:defRPr/>
            </a:lvl1pPr>
          </a:lstStyle>
          <a:p>
            <a:pPr>
              <a:defRPr/>
            </a:pPr>
            <a:fld id="{8D85FBE1-1C06-4354-B415-FA290FC63FBD}" type="slidenum">
              <a:rPr lang="en-US"/>
              <a:pPr>
                <a:defRPr/>
              </a:pPr>
              <a:t>‹#›</a:t>
            </a:fld>
            <a:endParaRPr lang="en-US" dirty="0"/>
          </a:p>
        </p:txBody>
      </p:sp>
    </p:spTree>
    <p:extLst>
      <p:ext uri="{BB962C8B-B14F-4D97-AF65-F5344CB8AC3E}">
        <p14:creationId xmlns:p14="http://schemas.microsoft.com/office/powerpoint/2010/main" val="213747616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873391-1092-47F7-818D-E79F54B8B18F}"/>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82365FD1-1DAB-46FA-A43A-A1720653A07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AB46A1C-330B-4AE0-975F-A6B0571E32A0}"/>
              </a:ext>
            </a:extLst>
          </p:cNvPr>
          <p:cNvSpPr>
            <a:spLocks noGrp="1"/>
          </p:cNvSpPr>
          <p:nvPr>
            <p:ph type="sldNum" sz="quarter" idx="12"/>
          </p:nvPr>
        </p:nvSpPr>
        <p:spPr/>
        <p:txBody>
          <a:bodyPr/>
          <a:lstStyle>
            <a:lvl1pPr>
              <a:defRPr/>
            </a:lvl1pPr>
          </a:lstStyle>
          <a:p>
            <a:pPr>
              <a:defRPr/>
            </a:pPr>
            <a:fld id="{C5231FFE-C4A2-44C4-910B-3FFC710D6303}" type="slidenum">
              <a:rPr lang="en-US"/>
              <a:pPr>
                <a:defRPr/>
              </a:pPr>
              <a:t>‹#›</a:t>
            </a:fld>
            <a:endParaRPr lang="en-US" dirty="0"/>
          </a:p>
        </p:txBody>
      </p:sp>
    </p:spTree>
    <p:extLst>
      <p:ext uri="{BB962C8B-B14F-4D97-AF65-F5344CB8AC3E}">
        <p14:creationId xmlns:p14="http://schemas.microsoft.com/office/powerpoint/2010/main" val="29763817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5"/>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3" y="274645"/>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C89961-F68B-4013-B6DA-EC3A8656D81D}"/>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02D58CC5-79DE-49F4-B478-EA76C7EE4EA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38E1775-3BF7-4D9E-9B4E-00D7DD385EAD}"/>
              </a:ext>
            </a:extLst>
          </p:cNvPr>
          <p:cNvSpPr>
            <a:spLocks noGrp="1"/>
          </p:cNvSpPr>
          <p:nvPr>
            <p:ph type="sldNum" sz="quarter" idx="12"/>
          </p:nvPr>
        </p:nvSpPr>
        <p:spPr/>
        <p:txBody>
          <a:bodyPr/>
          <a:lstStyle>
            <a:lvl1pPr>
              <a:defRPr/>
            </a:lvl1pPr>
          </a:lstStyle>
          <a:p>
            <a:pPr>
              <a:defRPr/>
            </a:pPr>
            <a:fld id="{E94A8B45-A0AD-4AF7-87CB-CE126FEC138D}" type="slidenum">
              <a:rPr lang="en-US"/>
              <a:pPr>
                <a:defRPr/>
              </a:pPr>
              <a:t>‹#›</a:t>
            </a:fld>
            <a:endParaRPr lang="en-US" dirty="0"/>
          </a:p>
        </p:txBody>
      </p:sp>
    </p:spTree>
    <p:extLst>
      <p:ext uri="{BB962C8B-B14F-4D97-AF65-F5344CB8AC3E}">
        <p14:creationId xmlns:p14="http://schemas.microsoft.com/office/powerpoint/2010/main" val="6518273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pic>
        <p:nvPicPr>
          <p:cNvPr id="5" name="Picture 6" descr="Rules_Single_B.png">
            <a:extLst>
              <a:ext uri="{FF2B5EF4-FFF2-40B4-BE49-F238E27FC236}">
                <a16:creationId xmlns:a16="http://schemas.microsoft.com/office/drawing/2014/main" id="{A92C0CD0-7D73-4249-9573-624ADC6D05C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l="-4002" r="10007"/>
          <a:stretch>
            <a:fillRect/>
          </a:stretch>
        </p:blipFill>
        <p:spPr bwMode="auto">
          <a:xfrm>
            <a:off x="287337" y="947738"/>
            <a:ext cx="11449051" cy="4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7">
            <a:extLst>
              <a:ext uri="{FF2B5EF4-FFF2-40B4-BE49-F238E27FC236}">
                <a16:creationId xmlns:a16="http://schemas.microsoft.com/office/drawing/2014/main" id="{0F506285-E0C3-4F0C-B2F6-997E81A4740B}"/>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l="4669" t="13753" r="6580" b="12460"/>
          <a:stretch>
            <a:fillRect/>
          </a:stretch>
        </p:blipFill>
        <p:spPr bwMode="auto">
          <a:xfrm>
            <a:off x="106363" y="222252"/>
            <a:ext cx="838200" cy="69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8" descr="Rules_Single_A.png">
            <a:extLst>
              <a:ext uri="{FF2B5EF4-FFF2-40B4-BE49-F238E27FC236}">
                <a16:creationId xmlns:a16="http://schemas.microsoft.com/office/drawing/2014/main" id="{6F464E85-DF7F-4D64-BD5F-157EFDB5BE8C}"/>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l="25529" r="-57141"/>
          <a:stretch>
            <a:fillRect/>
          </a:stretch>
        </p:blipFill>
        <p:spPr bwMode="auto">
          <a:xfrm>
            <a:off x="2130426" y="6488115"/>
            <a:ext cx="15232063" cy="9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9">
            <a:extLst>
              <a:ext uri="{FF2B5EF4-FFF2-40B4-BE49-F238E27FC236}">
                <a16:creationId xmlns:a16="http://schemas.microsoft.com/office/drawing/2014/main" id="{5FDC7452-E18A-4341-8A03-3BB10D7E09B3}"/>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63500" y="6324602"/>
            <a:ext cx="1919288"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p:txBody>
          <a:bodyPr/>
          <a:lstStyle>
            <a:lvl1pPr marL="128588" indent="-128588">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1016001" y="406261"/>
            <a:ext cx="10701867" cy="296235"/>
          </a:xfrm>
        </p:spPr>
        <p:txBody>
          <a:bodyPr/>
          <a:lstStyle/>
          <a:p>
            <a:r>
              <a:rPr lang="en-US" dirty="0"/>
              <a:t>Click to edit Master title style</a:t>
            </a:r>
          </a:p>
        </p:txBody>
      </p:sp>
      <p:sp>
        <p:nvSpPr>
          <p:cNvPr id="9" name="Footer Placeholder 1">
            <a:extLst>
              <a:ext uri="{FF2B5EF4-FFF2-40B4-BE49-F238E27FC236}">
                <a16:creationId xmlns:a16="http://schemas.microsoft.com/office/drawing/2014/main" id="{623B16FB-4A48-42A5-80A5-9B88D89136E6}"/>
              </a:ext>
            </a:extLst>
          </p:cNvPr>
          <p:cNvSpPr>
            <a:spLocks noGrp="1"/>
          </p:cNvSpPr>
          <p:nvPr>
            <p:ph type="ftr" sz="quarter" idx="10"/>
          </p:nvPr>
        </p:nvSpPr>
        <p:spPr>
          <a:xfrm>
            <a:off x="2130425" y="6578602"/>
            <a:ext cx="9042400" cy="244475"/>
          </a:xfrm>
        </p:spPr>
        <p:txBody>
          <a:bodyPr/>
          <a:lstStyle>
            <a:lvl1pPr>
              <a:defRPr sz="450" dirty="0"/>
            </a:lvl1pPr>
          </a:lstStyle>
          <a:p>
            <a:pPr>
              <a:defRPr/>
            </a:pPr>
            <a:r>
              <a:rPr lang="en-US"/>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759455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pic>
        <p:nvPicPr>
          <p:cNvPr id="5" name="Picture 6" descr="Rules_Single_B.png">
            <a:extLst>
              <a:ext uri="{FF2B5EF4-FFF2-40B4-BE49-F238E27FC236}">
                <a16:creationId xmlns:a16="http://schemas.microsoft.com/office/drawing/2014/main" id="{1B8ACA00-F693-4BAA-9E1F-EB79EAE493D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l="-4002" r="10007"/>
          <a:stretch>
            <a:fillRect/>
          </a:stretch>
        </p:blipFill>
        <p:spPr bwMode="auto">
          <a:xfrm>
            <a:off x="287337" y="947738"/>
            <a:ext cx="11449051" cy="4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7">
            <a:extLst>
              <a:ext uri="{FF2B5EF4-FFF2-40B4-BE49-F238E27FC236}">
                <a16:creationId xmlns:a16="http://schemas.microsoft.com/office/drawing/2014/main" id="{0BE397C4-2248-4CDB-A16E-4A876948173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l="4669" t="13753" r="6580" b="12460"/>
          <a:stretch>
            <a:fillRect/>
          </a:stretch>
        </p:blipFill>
        <p:spPr bwMode="auto">
          <a:xfrm>
            <a:off x="106363" y="222252"/>
            <a:ext cx="838200" cy="69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8" descr="Rules_Single_A.png">
            <a:extLst>
              <a:ext uri="{FF2B5EF4-FFF2-40B4-BE49-F238E27FC236}">
                <a16:creationId xmlns:a16="http://schemas.microsoft.com/office/drawing/2014/main" id="{FE0B669C-B166-4283-B386-A6FE7BD99237}"/>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l="25529" r="-57141"/>
          <a:stretch>
            <a:fillRect/>
          </a:stretch>
        </p:blipFill>
        <p:spPr bwMode="auto">
          <a:xfrm>
            <a:off x="2130426" y="6488115"/>
            <a:ext cx="15232063" cy="9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9">
            <a:extLst>
              <a:ext uri="{FF2B5EF4-FFF2-40B4-BE49-F238E27FC236}">
                <a16:creationId xmlns:a16="http://schemas.microsoft.com/office/drawing/2014/main" id="{65F19648-AC40-4451-BDA4-DAD3A737068D}"/>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63500" y="6324602"/>
            <a:ext cx="1919288"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p:txBody>
          <a:bodyPr/>
          <a:lstStyle>
            <a:lvl1pPr marL="128588" indent="-128588">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1016001" y="406261"/>
            <a:ext cx="10701867" cy="296235"/>
          </a:xfrm>
        </p:spPr>
        <p:txBody>
          <a:bodyPr/>
          <a:lstStyle/>
          <a:p>
            <a:r>
              <a:rPr lang="en-US" dirty="0"/>
              <a:t>Click to edit Master title style</a:t>
            </a:r>
          </a:p>
        </p:txBody>
      </p:sp>
      <p:sp>
        <p:nvSpPr>
          <p:cNvPr id="9" name="Footer Placeholder 1">
            <a:extLst>
              <a:ext uri="{FF2B5EF4-FFF2-40B4-BE49-F238E27FC236}">
                <a16:creationId xmlns:a16="http://schemas.microsoft.com/office/drawing/2014/main" id="{A17DF60F-0747-43C9-B304-F96D895B0D68}"/>
              </a:ext>
            </a:extLst>
          </p:cNvPr>
          <p:cNvSpPr>
            <a:spLocks noGrp="1"/>
          </p:cNvSpPr>
          <p:nvPr>
            <p:ph type="ftr" sz="quarter" idx="10"/>
          </p:nvPr>
        </p:nvSpPr>
        <p:spPr>
          <a:xfrm>
            <a:off x="2130425" y="6578602"/>
            <a:ext cx="9042400" cy="244475"/>
          </a:xfrm>
        </p:spPr>
        <p:txBody>
          <a:bodyPr/>
          <a:lstStyle>
            <a:lvl1pPr>
              <a:defRPr sz="450" dirty="0"/>
            </a:lvl1pPr>
          </a:lstStyle>
          <a:p>
            <a:pPr>
              <a:defRPr/>
            </a:pPr>
            <a:r>
              <a:rPr lang="en-US"/>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627950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pic>
        <p:nvPicPr>
          <p:cNvPr id="5" name="Picture 6" descr="Rules_Single_B.png">
            <a:extLst>
              <a:ext uri="{FF2B5EF4-FFF2-40B4-BE49-F238E27FC236}">
                <a16:creationId xmlns:a16="http://schemas.microsoft.com/office/drawing/2014/main" id="{598B4E09-639B-4E99-A933-D13FC43B7317}"/>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l="-4002" r="10007"/>
          <a:stretch>
            <a:fillRect/>
          </a:stretch>
        </p:blipFill>
        <p:spPr bwMode="auto">
          <a:xfrm>
            <a:off x="287337" y="947738"/>
            <a:ext cx="11449051" cy="4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7">
            <a:extLst>
              <a:ext uri="{FF2B5EF4-FFF2-40B4-BE49-F238E27FC236}">
                <a16:creationId xmlns:a16="http://schemas.microsoft.com/office/drawing/2014/main" id="{BAFA921C-C9AF-45EB-AFC2-1B58A5D834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l="4669" t="13753" r="6580" b="12460"/>
          <a:stretch>
            <a:fillRect/>
          </a:stretch>
        </p:blipFill>
        <p:spPr bwMode="auto">
          <a:xfrm>
            <a:off x="106363" y="222252"/>
            <a:ext cx="838200" cy="69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8" descr="Rules_Single_A.png">
            <a:extLst>
              <a:ext uri="{FF2B5EF4-FFF2-40B4-BE49-F238E27FC236}">
                <a16:creationId xmlns:a16="http://schemas.microsoft.com/office/drawing/2014/main" id="{13D57C7A-8609-4887-97FC-FAD29554A7EF}"/>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l="25529" r="-57141"/>
          <a:stretch>
            <a:fillRect/>
          </a:stretch>
        </p:blipFill>
        <p:spPr bwMode="auto">
          <a:xfrm>
            <a:off x="2130426" y="6488115"/>
            <a:ext cx="15232063" cy="9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9">
            <a:extLst>
              <a:ext uri="{FF2B5EF4-FFF2-40B4-BE49-F238E27FC236}">
                <a16:creationId xmlns:a16="http://schemas.microsoft.com/office/drawing/2014/main" id="{7668F011-846F-4F85-847D-F40B1F5B6EAE}"/>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63500" y="6324602"/>
            <a:ext cx="1919288"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p:txBody>
          <a:bodyPr/>
          <a:lstStyle>
            <a:lvl1pPr marL="128588" indent="-128588">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1016001" y="406261"/>
            <a:ext cx="10701867" cy="296235"/>
          </a:xfrm>
        </p:spPr>
        <p:txBody>
          <a:bodyPr/>
          <a:lstStyle/>
          <a:p>
            <a:r>
              <a:rPr lang="en-US" dirty="0"/>
              <a:t>Click to edit Master title style</a:t>
            </a:r>
          </a:p>
        </p:txBody>
      </p:sp>
      <p:sp>
        <p:nvSpPr>
          <p:cNvPr id="9" name="Footer Placeholder 1">
            <a:extLst>
              <a:ext uri="{FF2B5EF4-FFF2-40B4-BE49-F238E27FC236}">
                <a16:creationId xmlns:a16="http://schemas.microsoft.com/office/drawing/2014/main" id="{83F59A42-D9DA-4F59-97A6-328BEF35601A}"/>
              </a:ext>
            </a:extLst>
          </p:cNvPr>
          <p:cNvSpPr>
            <a:spLocks noGrp="1"/>
          </p:cNvSpPr>
          <p:nvPr>
            <p:ph type="ftr" sz="quarter" idx="10"/>
          </p:nvPr>
        </p:nvSpPr>
        <p:spPr>
          <a:xfrm>
            <a:off x="2130425" y="6578602"/>
            <a:ext cx="9042400" cy="244475"/>
          </a:xfrm>
        </p:spPr>
        <p:txBody>
          <a:bodyPr/>
          <a:lstStyle>
            <a:lvl1pPr>
              <a:defRPr sz="450" dirty="0"/>
            </a:lvl1pPr>
          </a:lstStyle>
          <a:p>
            <a:pPr>
              <a:defRPr/>
            </a:pPr>
            <a:r>
              <a:rPr lang="en-US"/>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9490172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pic>
        <p:nvPicPr>
          <p:cNvPr id="5" name="Picture 6" descr="Rules_Single_B.png">
            <a:extLst>
              <a:ext uri="{FF2B5EF4-FFF2-40B4-BE49-F238E27FC236}">
                <a16:creationId xmlns:a16="http://schemas.microsoft.com/office/drawing/2014/main" id="{531C347C-CCF6-4FDF-BC72-7F89073D2FE8}"/>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l="-4002" r="10007"/>
          <a:stretch>
            <a:fillRect/>
          </a:stretch>
        </p:blipFill>
        <p:spPr bwMode="auto">
          <a:xfrm>
            <a:off x="287337" y="947738"/>
            <a:ext cx="11449051" cy="4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7">
            <a:extLst>
              <a:ext uri="{FF2B5EF4-FFF2-40B4-BE49-F238E27FC236}">
                <a16:creationId xmlns:a16="http://schemas.microsoft.com/office/drawing/2014/main" id="{430008C1-6ED5-4338-9FE8-8BBBBC51DD5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l="4669" t="13753" r="6580" b="12460"/>
          <a:stretch>
            <a:fillRect/>
          </a:stretch>
        </p:blipFill>
        <p:spPr bwMode="auto">
          <a:xfrm>
            <a:off x="106363" y="222252"/>
            <a:ext cx="838200" cy="69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8" descr="Rules_Single_A.png">
            <a:extLst>
              <a:ext uri="{FF2B5EF4-FFF2-40B4-BE49-F238E27FC236}">
                <a16:creationId xmlns:a16="http://schemas.microsoft.com/office/drawing/2014/main" id="{1D78CE67-46EE-4C5F-81D5-EC02FEE6BB07}"/>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l="25529" r="-57141"/>
          <a:stretch>
            <a:fillRect/>
          </a:stretch>
        </p:blipFill>
        <p:spPr bwMode="auto">
          <a:xfrm>
            <a:off x="2130426" y="6488115"/>
            <a:ext cx="15232063" cy="9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9">
            <a:extLst>
              <a:ext uri="{FF2B5EF4-FFF2-40B4-BE49-F238E27FC236}">
                <a16:creationId xmlns:a16="http://schemas.microsoft.com/office/drawing/2014/main" id="{AAAAE4D4-8ADA-46E6-BC70-91817D99FCD9}"/>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63500" y="6324602"/>
            <a:ext cx="1919288"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p:txBody>
          <a:bodyPr/>
          <a:lstStyle>
            <a:lvl1pPr marL="128588" indent="-128588">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1016001" y="406261"/>
            <a:ext cx="10701867" cy="296235"/>
          </a:xfrm>
        </p:spPr>
        <p:txBody>
          <a:bodyPr/>
          <a:lstStyle/>
          <a:p>
            <a:r>
              <a:rPr lang="en-US" dirty="0"/>
              <a:t>Click to edit Master title style</a:t>
            </a:r>
          </a:p>
        </p:txBody>
      </p:sp>
      <p:sp>
        <p:nvSpPr>
          <p:cNvPr id="9" name="Footer Placeholder 1">
            <a:extLst>
              <a:ext uri="{FF2B5EF4-FFF2-40B4-BE49-F238E27FC236}">
                <a16:creationId xmlns:a16="http://schemas.microsoft.com/office/drawing/2014/main" id="{8BD5DF73-91BD-43AF-BAF7-FA0C33B51319}"/>
              </a:ext>
            </a:extLst>
          </p:cNvPr>
          <p:cNvSpPr>
            <a:spLocks noGrp="1"/>
          </p:cNvSpPr>
          <p:nvPr>
            <p:ph type="ftr" sz="quarter" idx="10"/>
          </p:nvPr>
        </p:nvSpPr>
        <p:spPr>
          <a:xfrm>
            <a:off x="2130425" y="6578602"/>
            <a:ext cx="9042400" cy="244475"/>
          </a:xfrm>
        </p:spPr>
        <p:txBody>
          <a:bodyPr/>
          <a:lstStyle>
            <a:lvl1pPr>
              <a:defRPr sz="450" dirty="0"/>
            </a:lvl1pPr>
          </a:lstStyle>
          <a:p>
            <a:pPr>
              <a:defRPr/>
            </a:pPr>
            <a:r>
              <a:rPr lang="en-US"/>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0877455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5" name="Picture 6" descr="Article_PPT_Template-1.jpg">
            <a:extLst>
              <a:ext uri="{FF2B5EF4-FFF2-40B4-BE49-F238E27FC236}">
                <a16:creationId xmlns:a16="http://schemas.microsoft.com/office/drawing/2014/main" id="{0C06EA53-E427-441B-89EC-4ECE2B8B28AA}"/>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ubtitle 2"/>
          <p:cNvSpPr>
            <a:spLocks noGrp="1"/>
          </p:cNvSpPr>
          <p:nvPr>
            <p:ph type="subTitle" idx="1"/>
          </p:nvPr>
        </p:nvSpPr>
        <p:spPr>
          <a:xfrm>
            <a:off x="7251219" y="3422664"/>
            <a:ext cx="4945756" cy="1982154"/>
          </a:xfrm>
        </p:spPr>
        <p:txBody>
          <a:bodyPr>
            <a:noAutofit/>
          </a:bodyPr>
          <a:lstStyle>
            <a:lvl1pPr marL="0" indent="0" algn="l">
              <a:buNone/>
              <a:defRPr sz="3000" b="1">
                <a:solidFill>
                  <a:srgbClr val="536E75"/>
                </a:solidFill>
                <a:latin typeface="Arial"/>
                <a:cs typeface="Aria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p>
        </p:txBody>
      </p:sp>
      <p:sp>
        <p:nvSpPr>
          <p:cNvPr id="24" name="Text Placeholder 23"/>
          <p:cNvSpPr>
            <a:spLocks noGrp="1"/>
          </p:cNvSpPr>
          <p:nvPr>
            <p:ph type="body" sz="quarter" idx="12"/>
          </p:nvPr>
        </p:nvSpPr>
        <p:spPr>
          <a:xfrm>
            <a:off x="7251222" y="1465263"/>
            <a:ext cx="4940780" cy="1708160"/>
          </a:xfrm>
        </p:spPr>
        <p:txBody>
          <a:bodyPr>
            <a:noAutofit/>
          </a:bodyPr>
          <a:lstStyle>
            <a:lvl1pPr marL="0" indent="0">
              <a:buNone/>
              <a:defRPr sz="2625" b="1" baseline="0">
                <a:solidFill>
                  <a:srgbClr val="34B14B"/>
                </a:solidFill>
                <a:latin typeface="Arial"/>
                <a:cs typeface="Arial"/>
              </a:defRPr>
            </a:lvl1pPr>
          </a:lstStyle>
          <a:p>
            <a:pPr lvl="0"/>
            <a:r>
              <a:rPr lang="en-US" dirty="0"/>
              <a:t>Click to edit Master text styles</a:t>
            </a:r>
          </a:p>
        </p:txBody>
      </p:sp>
      <p:sp>
        <p:nvSpPr>
          <p:cNvPr id="2" name="Title 1"/>
          <p:cNvSpPr>
            <a:spLocks noGrp="1"/>
          </p:cNvSpPr>
          <p:nvPr>
            <p:ph type="title"/>
          </p:nvPr>
        </p:nvSpPr>
        <p:spPr>
          <a:xfrm>
            <a:off x="5998142" y="248195"/>
            <a:ext cx="6193860" cy="1143000"/>
          </a:xfrm>
        </p:spPr>
        <p:txBody>
          <a:bodyPr>
            <a:normAutofit/>
          </a:bodyPr>
          <a:lstStyle>
            <a:lvl1pPr>
              <a:defRPr lang="en-US" sz="2625" b="1" kern="1200" baseline="0" dirty="0">
                <a:solidFill>
                  <a:srgbClr val="34B14B"/>
                </a:solidFill>
                <a:latin typeface="Arial"/>
                <a:ea typeface="+mn-ea"/>
                <a:cs typeface="Arial"/>
              </a:defRPr>
            </a:lvl1pPr>
          </a:lstStyle>
          <a:p>
            <a:pPr lvl="0"/>
            <a:r>
              <a:rPr lang="en-US" dirty="0"/>
              <a:t>Click to edit Master title style</a:t>
            </a:r>
          </a:p>
        </p:txBody>
      </p:sp>
    </p:spTree>
    <p:extLst>
      <p:ext uri="{BB962C8B-B14F-4D97-AF65-F5344CB8AC3E}">
        <p14:creationId xmlns:p14="http://schemas.microsoft.com/office/powerpoint/2010/main" val="15446333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
  <p:cSld name="2_Title Slide">
    <p:spTree>
      <p:nvGrpSpPr>
        <p:cNvPr id="1" name=""/>
        <p:cNvGrpSpPr/>
        <p:nvPr/>
      </p:nvGrpSpPr>
      <p:grpSpPr>
        <a:xfrm>
          <a:off x="0" y="0"/>
          <a:ext cx="0" cy="0"/>
          <a:chOff x="0" y="0"/>
          <a:chExt cx="0" cy="0"/>
        </a:xfrm>
      </p:grpSpPr>
      <p:sp>
        <p:nvSpPr>
          <p:cNvPr id="4" name="Right Triangle 3"/>
          <p:cNvSpPr/>
          <p:nvPr/>
        </p:nvSpPr>
        <p:spPr>
          <a:xfrm>
            <a:off x="0" y="4664075"/>
            <a:ext cx="12200467"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sz="1800" dirty="0">
              <a:latin typeface="Cambria" panose="02040503050406030204" pitchFamily="18" charset="0"/>
            </a:endParaRPr>
          </a:p>
        </p:txBody>
      </p:sp>
      <p:grpSp>
        <p:nvGrpSpPr>
          <p:cNvPr id="5" name="Group 18"/>
          <p:cNvGrpSpPr>
            <a:grpSpLocks/>
          </p:cNvGrpSpPr>
          <p:nvPr/>
        </p:nvGrpSpPr>
        <p:grpSpPr bwMode="auto">
          <a:xfrm>
            <a:off x="-4233" y="4953000"/>
            <a:ext cx="12196233"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sz="1800" dirty="0">
                <a:latin typeface="Cambria" panose="02040503050406030204" pitchFamily="18" charset="0"/>
                <a:cs typeface="Calibri" panose="020F0502020204030204" pitchFamily="34" charset="0"/>
              </a:endParaRPr>
            </a:p>
          </p:txBody>
        </p:sp>
        <p:sp>
          <p:nvSpPr>
            <p:cNvPr id="7" name="Freeform 20"/>
            <p:cNvSpPr>
              <a:spLocks/>
            </p:cNvSpPr>
            <p:nvPr/>
          </p:nvSpPr>
          <p:spPr bwMode="auto">
            <a:xfrm>
              <a:off x="35926" y="5135025"/>
              <a:ext cx="9108074" cy="838869"/>
            </a:xfrm>
            <a:custGeom>
              <a:avLst/>
              <a:gdLst>
                <a:gd name="T0" fmla="*/ 0 w 5760"/>
                <a:gd name="T1" fmla="*/ 0 h 528"/>
                <a:gd name="T2" fmla="*/ 2147483647 w 5760"/>
                <a:gd name="T3" fmla="*/ 0 h 528"/>
                <a:gd name="T4" fmla="*/ 2147483647 w 5760"/>
                <a:gd name="T5" fmla="*/ 1332767423 h 528"/>
                <a:gd name="T6" fmla="*/ 120019431 w 5760"/>
                <a:gd name="T7" fmla="*/ 0 h 528"/>
                <a:gd name="T8" fmla="*/ 0 60000 65536"/>
                <a:gd name="T9" fmla="*/ 0 60000 65536"/>
                <a:gd name="T10" fmla="*/ 0 60000 65536"/>
                <a:gd name="T11" fmla="*/ 0 60000 65536"/>
                <a:gd name="T12" fmla="*/ 0 w 5760"/>
                <a:gd name="T13" fmla="*/ 0 h 528"/>
                <a:gd name="T14" fmla="*/ 5760 w 5760"/>
                <a:gd name="T15" fmla="*/ 528 h 528"/>
              </a:gdLst>
              <a:ahLst/>
              <a:cxnLst>
                <a:cxn ang="T8">
                  <a:pos x="T0" y="T1"/>
                </a:cxn>
                <a:cxn ang="T9">
                  <a:pos x="T2" y="T3"/>
                </a:cxn>
                <a:cxn ang="T10">
                  <a:pos x="T4" y="T5"/>
                </a:cxn>
                <a:cxn ang="T11">
                  <a:pos x="T6" y="T7"/>
                </a:cxn>
              </a:cxnLst>
              <a:rect l="T12" t="T13" r="T14" b="T15"/>
              <a:pathLst>
                <a:path w="5760" h="528">
                  <a:moveTo>
                    <a:pt x="0" y="0"/>
                  </a:moveTo>
                  <a:lnTo>
                    <a:pt x="5760" y="0"/>
                  </a:lnTo>
                  <a:lnTo>
                    <a:pt x="5760" y="528"/>
                  </a:lnTo>
                  <a:lnTo>
                    <a:pt x="48" y="0"/>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sz="1800" dirty="0">
                <a:latin typeface="Calibri" panose="020F0502020204030204" pitchFamily="34" charset="0"/>
                <a:cs typeface="Calibri" panose="020F0502020204030204" pitchFamily="34" charset="0"/>
              </a:endParaRPr>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sz="1800" dirty="0">
                <a:latin typeface="Cambria" panose="02040503050406030204" pitchFamily="18" charset="0"/>
              </a:endParaRPr>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914400" y="1752602"/>
            <a:ext cx="10363200" cy="1829761"/>
          </a:xfrm>
        </p:spPr>
        <p:txBody>
          <a:bodyPr anchor="b"/>
          <a:lstStyle>
            <a:lvl1pPr algn="ctr">
              <a:defRPr sz="4800" b="1">
                <a:solidFill>
                  <a:schemeClr val="tx2"/>
                </a:solidFill>
                <a:effectLst>
                  <a:outerShdw blurRad="31750" dist="25400" dir="5400000" algn="tl" rotWithShape="0">
                    <a:srgbClr val="000000">
                      <a:alpha val="25000"/>
                    </a:srgbClr>
                  </a:outerShdw>
                </a:effectLst>
              </a:defRPr>
            </a:lvl1pPr>
            <a:extLst/>
          </a:lstStyle>
          <a:p>
            <a:r>
              <a:rPr lang="en-US"/>
              <a:t>Click to edit Master title style</a:t>
            </a:r>
            <a:endParaRPr lang="en-US" dirty="0"/>
          </a:p>
        </p:txBody>
      </p:sp>
      <p:sp>
        <p:nvSpPr>
          <p:cNvPr id="17" name="Subtitle 16"/>
          <p:cNvSpPr>
            <a:spLocks noGrp="1"/>
          </p:cNvSpPr>
          <p:nvPr>
            <p:ph type="subTitle" idx="1"/>
          </p:nvPr>
        </p:nvSpPr>
        <p:spPr>
          <a:xfrm>
            <a:off x="914400" y="3611607"/>
            <a:ext cx="10363200" cy="1199704"/>
          </a:xfrm>
        </p:spPr>
        <p:txBody>
          <a:bodyPr lIns="45720" rIns="45720"/>
          <a:lstStyle>
            <a:lvl1pPr marL="0" marR="64008" indent="0" algn="ct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endParaRPr lang="en-US" dirty="0"/>
          </a:p>
        </p:txBody>
      </p:sp>
    </p:spTree>
    <p:extLst>
      <p:ext uri="{BB962C8B-B14F-4D97-AF65-F5344CB8AC3E}">
        <p14:creationId xmlns:p14="http://schemas.microsoft.com/office/powerpoint/2010/main" val="11954803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ight Triangle 3">
            <a:extLst>
              <a:ext uri="{FF2B5EF4-FFF2-40B4-BE49-F238E27FC236}">
                <a16:creationId xmlns:a16="http://schemas.microsoft.com/office/drawing/2014/main" id="{3AA12314-E311-4605-AF59-C6EF06A7BBAA}"/>
              </a:ext>
            </a:extLst>
          </p:cNvPr>
          <p:cNvSpPr/>
          <p:nvPr/>
        </p:nvSpPr>
        <p:spPr>
          <a:xfrm>
            <a:off x="0" y="4664075"/>
            <a:ext cx="12199938"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latin typeface="Cambria" panose="02040503050406030204" pitchFamily="18" charset="0"/>
            </a:endParaRPr>
          </a:p>
        </p:txBody>
      </p:sp>
      <p:grpSp>
        <p:nvGrpSpPr>
          <p:cNvPr id="5" name="Group 18">
            <a:extLst>
              <a:ext uri="{FF2B5EF4-FFF2-40B4-BE49-F238E27FC236}">
                <a16:creationId xmlns:a16="http://schemas.microsoft.com/office/drawing/2014/main" id="{991A9657-7650-44C1-9850-8F0DE935AA41}"/>
              </a:ext>
            </a:extLst>
          </p:cNvPr>
          <p:cNvGrpSpPr>
            <a:grpSpLocks/>
          </p:cNvGrpSpPr>
          <p:nvPr/>
        </p:nvGrpSpPr>
        <p:grpSpPr bwMode="auto">
          <a:xfrm>
            <a:off x="-4763" y="4953000"/>
            <a:ext cx="12196763" cy="1911350"/>
            <a:chOff x="-3765" y="4832896"/>
            <a:chExt cx="9147765" cy="2032192"/>
          </a:xfrm>
        </p:grpSpPr>
        <p:sp>
          <p:nvSpPr>
            <p:cNvPr id="6" name="Freeform 5">
              <a:extLst>
                <a:ext uri="{FF2B5EF4-FFF2-40B4-BE49-F238E27FC236}">
                  <a16:creationId xmlns:a16="http://schemas.microsoft.com/office/drawing/2014/main" id="{3E2E3E78-9A36-4E83-A2F4-69BE7AACB28E}"/>
                </a:ext>
              </a:extLst>
            </p:cNvPr>
            <p:cNvSpPr>
              <a:spLocks/>
            </p:cNvSpPr>
            <p:nvPr/>
          </p:nvSpPr>
          <p:spPr bwMode="auto">
            <a:xfrm>
              <a:off x="1686959" y="4832896"/>
              <a:ext cx="7457041"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eaLnBrk="1" fontAlgn="auto" hangingPunct="1">
                <a:spcBef>
                  <a:spcPts val="0"/>
                </a:spcBef>
                <a:spcAft>
                  <a:spcPts val="0"/>
                </a:spcAft>
                <a:defRPr/>
              </a:pPr>
              <a:endParaRPr lang="en-US" dirty="0">
                <a:latin typeface="Cambria" panose="02040503050406030204" pitchFamily="18" charset="0"/>
                <a:cs typeface="Calibri" panose="020F0502020204030204" pitchFamily="34" charset="0"/>
              </a:endParaRPr>
            </a:p>
          </p:txBody>
        </p:sp>
        <p:sp>
          <p:nvSpPr>
            <p:cNvPr id="7" name="Freeform 20">
              <a:extLst>
                <a:ext uri="{FF2B5EF4-FFF2-40B4-BE49-F238E27FC236}">
                  <a16:creationId xmlns:a16="http://schemas.microsoft.com/office/drawing/2014/main" id="{F2AA69B2-7C65-48A8-9F5D-91C127D686DD}"/>
                </a:ext>
              </a:extLst>
            </p:cNvPr>
            <p:cNvSpPr>
              <a:spLocks/>
            </p:cNvSpPr>
            <p:nvPr/>
          </p:nvSpPr>
          <p:spPr bwMode="auto">
            <a:xfrm>
              <a:off x="35926" y="5135025"/>
              <a:ext cx="9108074" cy="838869"/>
            </a:xfrm>
            <a:custGeom>
              <a:avLst/>
              <a:gdLst>
                <a:gd name="T0" fmla="*/ 0 w 5760"/>
                <a:gd name="T1" fmla="*/ 0 h 528"/>
                <a:gd name="T2" fmla="*/ 2147483646 w 5760"/>
                <a:gd name="T3" fmla="*/ 0 h 528"/>
                <a:gd name="T4" fmla="*/ 2147483646 w 5760"/>
                <a:gd name="T5" fmla="*/ 2147483646 h 528"/>
                <a:gd name="T6" fmla="*/ 2147483646 w 5760"/>
                <a:gd name="T7" fmla="*/ 0 h 528"/>
                <a:gd name="T8" fmla="*/ 0 60000 65536"/>
                <a:gd name="T9" fmla="*/ 0 60000 65536"/>
                <a:gd name="T10" fmla="*/ 0 60000 65536"/>
                <a:gd name="T11" fmla="*/ 0 60000 65536"/>
                <a:gd name="T12" fmla="*/ 0 w 5760"/>
                <a:gd name="T13" fmla="*/ 0 h 528"/>
                <a:gd name="T14" fmla="*/ 5760 w 5760"/>
                <a:gd name="T15" fmla="*/ 528 h 528"/>
              </a:gdLst>
              <a:ahLst/>
              <a:cxnLst>
                <a:cxn ang="T8">
                  <a:pos x="T0" y="T1"/>
                </a:cxn>
                <a:cxn ang="T9">
                  <a:pos x="T2" y="T3"/>
                </a:cxn>
                <a:cxn ang="T10">
                  <a:pos x="T4" y="T5"/>
                </a:cxn>
                <a:cxn ang="T11">
                  <a:pos x="T6" y="T7"/>
                </a:cxn>
              </a:cxnLst>
              <a:rect l="T12" t="T13" r="T14" b="T15"/>
              <a:pathLst>
                <a:path w="5760" h="528">
                  <a:moveTo>
                    <a:pt x="0" y="0"/>
                  </a:moveTo>
                  <a:lnTo>
                    <a:pt x="5760" y="0"/>
                  </a:lnTo>
                  <a:lnTo>
                    <a:pt x="5760" y="528"/>
                  </a:lnTo>
                  <a:lnTo>
                    <a:pt x="48" y="0"/>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a:p>
          </p:txBody>
        </p:sp>
        <p:sp>
          <p:nvSpPr>
            <p:cNvPr id="8" name="Freeform 7">
              <a:extLst>
                <a:ext uri="{FF2B5EF4-FFF2-40B4-BE49-F238E27FC236}">
                  <a16:creationId xmlns:a16="http://schemas.microsoft.com/office/drawing/2014/main" id="{238B9EB9-6BBA-40DA-8CE7-0EA1F48CADDF}"/>
                </a:ext>
              </a:extLst>
            </p:cNvPr>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latin typeface="Cambria" panose="02040503050406030204" pitchFamily="18" charset="0"/>
              </a:endParaRPr>
            </a:p>
          </p:txBody>
        </p:sp>
        <p:cxnSp>
          <p:nvCxnSpPr>
            <p:cNvPr id="10" name="Straight Connector 9">
              <a:extLst>
                <a:ext uri="{FF2B5EF4-FFF2-40B4-BE49-F238E27FC236}">
                  <a16:creationId xmlns:a16="http://schemas.microsoft.com/office/drawing/2014/main" id="{AE5AFFBB-8E75-4067-B7B0-28868DE6F073}"/>
                </a:ext>
              </a:extLst>
            </p:cNvPr>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914400" y="1752604"/>
            <a:ext cx="10363200" cy="1829761"/>
          </a:xfrm>
        </p:spPr>
        <p:txBody>
          <a:bodyPr anchor="b"/>
          <a:lstStyle>
            <a:lvl1pPr algn="ctr">
              <a:defRPr sz="4800" b="1">
                <a:solidFill>
                  <a:schemeClr val="tx2"/>
                </a:solidFill>
                <a:effectLst>
                  <a:outerShdw blurRad="31750" dist="25400" dir="5400000" algn="tl" rotWithShape="0">
                    <a:srgbClr val="000000">
                      <a:alpha val="25000"/>
                    </a:srgbClr>
                  </a:outerShdw>
                </a:effectLst>
              </a:defRPr>
            </a:lvl1pPr>
            <a:extLst/>
          </a:lstStyle>
          <a:p>
            <a:r>
              <a:rPr lang="en-US"/>
              <a:t>Click to edit Master title style</a:t>
            </a:r>
            <a:endParaRPr lang="en-US" dirty="0"/>
          </a:p>
        </p:txBody>
      </p:sp>
      <p:sp>
        <p:nvSpPr>
          <p:cNvPr id="17" name="Subtitle 16"/>
          <p:cNvSpPr>
            <a:spLocks noGrp="1"/>
          </p:cNvSpPr>
          <p:nvPr>
            <p:ph type="subTitle" idx="1"/>
          </p:nvPr>
        </p:nvSpPr>
        <p:spPr>
          <a:xfrm>
            <a:off x="914400" y="3611607"/>
            <a:ext cx="10363200" cy="1199704"/>
          </a:xfrm>
        </p:spPr>
        <p:txBody>
          <a:bodyPr lIns="45720" rIns="45720"/>
          <a:lstStyle>
            <a:lvl1pPr marL="0" marR="64006" indent="0" algn="ctr">
              <a:buNone/>
              <a:defRPr>
                <a:solidFill>
                  <a:schemeClr val="tx2"/>
                </a:solidFill>
              </a:defRPr>
            </a:lvl1pPr>
            <a:lvl2pPr marL="457183" indent="0" algn="ctr">
              <a:buNone/>
            </a:lvl2pPr>
            <a:lvl3pPr marL="914365" indent="0" algn="ctr">
              <a:buNone/>
            </a:lvl3pPr>
            <a:lvl4pPr marL="1371547" indent="0" algn="ctr">
              <a:buNone/>
            </a:lvl4pPr>
            <a:lvl5pPr marL="1828729" indent="0" algn="ctr">
              <a:buNone/>
            </a:lvl5pPr>
            <a:lvl6pPr marL="2285912" indent="0" algn="ctr">
              <a:buNone/>
            </a:lvl6pPr>
            <a:lvl7pPr marL="2743094" indent="0" algn="ctr">
              <a:buNone/>
            </a:lvl7pPr>
            <a:lvl8pPr marL="3200276" indent="0" algn="ctr">
              <a:buNone/>
            </a:lvl8pPr>
            <a:lvl9pPr marL="3657459" indent="0" algn="ctr">
              <a:buNone/>
            </a:lvl9pPr>
            <a:extLst/>
          </a:lstStyle>
          <a:p>
            <a:r>
              <a:rPr lang="en-US"/>
              <a:t>Click to edit Master subtitle style</a:t>
            </a:r>
            <a:endParaRPr lang="en-US" dirty="0"/>
          </a:p>
        </p:txBody>
      </p:sp>
      <p:sp>
        <p:nvSpPr>
          <p:cNvPr id="11" name="Date Placeholder 29">
            <a:extLst>
              <a:ext uri="{FF2B5EF4-FFF2-40B4-BE49-F238E27FC236}">
                <a16:creationId xmlns:a16="http://schemas.microsoft.com/office/drawing/2014/main" id="{7B07302E-705C-4D7E-A3BB-C76D3E290194}"/>
              </a:ext>
            </a:extLst>
          </p:cNvPr>
          <p:cNvSpPr>
            <a:spLocks noGrp="1"/>
          </p:cNvSpPr>
          <p:nvPr>
            <p:ph type="dt" sz="half" idx="10"/>
          </p:nvPr>
        </p:nvSpPr>
        <p:spPr/>
        <p:txBody>
          <a:bodyPr/>
          <a:lstStyle>
            <a:lvl1pPr>
              <a:defRPr>
                <a:solidFill>
                  <a:srgbClr val="FFFFFF"/>
                </a:solidFill>
              </a:defRPr>
            </a:lvl1pPr>
            <a:extLst/>
          </a:lstStyle>
          <a:p>
            <a:pPr>
              <a:defRPr/>
            </a:pPr>
            <a:fld id="{E5C4CEF0-08E6-4683-A4BD-8215DAC6C3AC}" type="datetime1">
              <a:rPr lang="en-US"/>
              <a:pPr>
                <a:defRPr/>
              </a:pPr>
              <a:t>9/3/2024</a:t>
            </a:fld>
            <a:endParaRPr lang="en-US"/>
          </a:p>
        </p:txBody>
      </p:sp>
      <p:sp>
        <p:nvSpPr>
          <p:cNvPr id="12" name="Slide Number Placeholder 26">
            <a:extLst>
              <a:ext uri="{FF2B5EF4-FFF2-40B4-BE49-F238E27FC236}">
                <a16:creationId xmlns:a16="http://schemas.microsoft.com/office/drawing/2014/main" id="{527A7F30-F126-49C7-B936-A6611CAA7830}"/>
              </a:ext>
            </a:extLst>
          </p:cNvPr>
          <p:cNvSpPr>
            <a:spLocks noGrp="1"/>
          </p:cNvSpPr>
          <p:nvPr>
            <p:ph type="sldNum" sz="quarter" idx="11"/>
          </p:nvPr>
        </p:nvSpPr>
        <p:spPr/>
        <p:txBody>
          <a:bodyPr/>
          <a:lstStyle>
            <a:lvl1pPr>
              <a:defRPr>
                <a:solidFill>
                  <a:srgbClr val="FFFFFF"/>
                </a:solidFill>
              </a:defRPr>
            </a:lvl1pPr>
          </a:lstStyle>
          <a:p>
            <a:pPr>
              <a:defRPr/>
            </a:pPr>
            <a:fld id="{045FFB49-4B39-4F0D-A221-2DFAA8EB09DC}" type="slidenum">
              <a:rPr lang="en-US"/>
              <a:pPr>
                <a:defRPr/>
              </a:pPr>
              <a:t>‹#›</a:t>
            </a:fld>
            <a:endParaRPr lang="en-US"/>
          </a:p>
        </p:txBody>
      </p:sp>
      <p:sp>
        <p:nvSpPr>
          <p:cNvPr id="13" name="Footer Placeholder 18">
            <a:extLst>
              <a:ext uri="{FF2B5EF4-FFF2-40B4-BE49-F238E27FC236}">
                <a16:creationId xmlns:a16="http://schemas.microsoft.com/office/drawing/2014/main" id="{9B229C93-D895-42C5-93F9-EDB15456E845}"/>
              </a:ext>
            </a:extLst>
          </p:cNvPr>
          <p:cNvSpPr>
            <a:spLocks noGrp="1"/>
          </p:cNvSpPr>
          <p:nvPr>
            <p:ph type="ftr" sz="quarter" idx="12"/>
          </p:nvPr>
        </p:nvSpPr>
        <p:spPr>
          <a:xfrm>
            <a:off x="3657600" y="6408738"/>
            <a:ext cx="5316538" cy="365125"/>
          </a:xfrm>
        </p:spPr>
        <p:txBody>
          <a:bodyPr/>
          <a:lstStyle>
            <a:lvl1pPr>
              <a:defRPr>
                <a:solidFill>
                  <a:schemeClr val="accent1">
                    <a:tint val="20000"/>
                  </a:schemeClr>
                </a:solidFill>
              </a:defRPr>
            </a:lvl1pPr>
            <a:extLst/>
          </a:lstStyle>
          <a:p>
            <a:pPr>
              <a:defRPr/>
            </a:pPr>
            <a:r>
              <a:rPr lang="en-US"/>
              <a:t>© Copyright 1992-2018 by Pearson Education, Inc. All Rights Reserved.</a:t>
            </a:r>
          </a:p>
        </p:txBody>
      </p:sp>
    </p:spTree>
    <p:extLst>
      <p:ext uri="{BB962C8B-B14F-4D97-AF65-F5344CB8AC3E}">
        <p14:creationId xmlns:p14="http://schemas.microsoft.com/office/powerpoint/2010/main" val="198688134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2pPr>
              <a:buFont typeface="Wingdings" pitchFamily="2" charset="2"/>
              <a:buChar char="§"/>
              <a:defRPr/>
            </a:lvl2pPr>
            <a:extLs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6"/>
          <p:cNvSpPr>
            <a:spLocks noGrp="1"/>
          </p:cNvSpPr>
          <p:nvPr>
            <p:ph type="title"/>
          </p:nvPr>
        </p:nvSpPr>
        <p:spPr/>
        <p:txBody>
          <a:bodyPr rtlCol="0"/>
          <a:lstStyle>
            <a:lvl1pPr algn="ctr">
              <a:defRPr>
                <a:solidFill>
                  <a:srgbClr val="0070C0"/>
                </a:solidFill>
              </a:defRPr>
            </a:lvl1pPr>
          </a:lstStyle>
          <a:p>
            <a:r>
              <a:rPr lang="en-US"/>
              <a:t>Click to edit Master title style</a:t>
            </a:r>
          </a:p>
        </p:txBody>
      </p:sp>
      <p:sp>
        <p:nvSpPr>
          <p:cNvPr id="4" name="Date Placeholder 3">
            <a:extLst>
              <a:ext uri="{FF2B5EF4-FFF2-40B4-BE49-F238E27FC236}">
                <a16:creationId xmlns:a16="http://schemas.microsoft.com/office/drawing/2014/main" id="{FA57ED42-11B2-4723-8FE7-B88E220DC6ED}"/>
              </a:ext>
            </a:extLst>
          </p:cNvPr>
          <p:cNvSpPr>
            <a:spLocks noGrp="1"/>
          </p:cNvSpPr>
          <p:nvPr>
            <p:ph type="dt" sz="half" idx="10"/>
          </p:nvPr>
        </p:nvSpPr>
        <p:spPr/>
        <p:txBody>
          <a:bodyPr/>
          <a:lstStyle>
            <a:lvl1pPr>
              <a:defRPr/>
            </a:lvl1pPr>
            <a:extLst/>
          </a:lstStyle>
          <a:p>
            <a:pPr>
              <a:defRPr/>
            </a:pPr>
            <a:fld id="{F135D64F-C347-4FF1-A805-6B0A146FB6E1}" type="datetime1">
              <a:rPr lang="en-US"/>
              <a:pPr>
                <a:defRPr/>
              </a:pPr>
              <a:t>9/3/2024</a:t>
            </a:fld>
            <a:endParaRPr lang="en-US"/>
          </a:p>
        </p:txBody>
      </p:sp>
      <p:sp>
        <p:nvSpPr>
          <p:cNvPr id="5" name="Footer Placeholder 4">
            <a:extLst>
              <a:ext uri="{FF2B5EF4-FFF2-40B4-BE49-F238E27FC236}">
                <a16:creationId xmlns:a16="http://schemas.microsoft.com/office/drawing/2014/main" id="{C66055F9-D333-43ED-B675-71300E965856}"/>
              </a:ext>
            </a:extLst>
          </p:cNvPr>
          <p:cNvSpPr>
            <a:spLocks noGrp="1"/>
          </p:cNvSpPr>
          <p:nvPr>
            <p:ph type="ftr" sz="quarter" idx="11"/>
          </p:nvPr>
        </p:nvSpPr>
        <p:spPr>
          <a:xfrm>
            <a:off x="5486400" y="6408738"/>
            <a:ext cx="3487738" cy="365125"/>
          </a:xfrm>
        </p:spPr>
        <p:txBody>
          <a:bodyPr/>
          <a:lstStyle>
            <a:lvl1pPr>
              <a:defRPr/>
            </a:lvl1pPr>
            <a:extLst/>
          </a:lstStyle>
          <a:p>
            <a:pPr>
              <a:defRPr/>
            </a:pPr>
            <a:r>
              <a:rPr lang="en-US"/>
              <a:t>© Copyright 1992-2018 by Pearson Education, Inc. All Rights Reserved.</a:t>
            </a:r>
          </a:p>
        </p:txBody>
      </p:sp>
      <p:sp>
        <p:nvSpPr>
          <p:cNvPr id="6" name="Slide Number Placeholder 5">
            <a:extLst>
              <a:ext uri="{FF2B5EF4-FFF2-40B4-BE49-F238E27FC236}">
                <a16:creationId xmlns:a16="http://schemas.microsoft.com/office/drawing/2014/main" id="{EF388B06-EC36-4E9A-A935-7513ACBB1D3F}"/>
              </a:ext>
            </a:extLst>
          </p:cNvPr>
          <p:cNvSpPr>
            <a:spLocks noGrp="1"/>
          </p:cNvSpPr>
          <p:nvPr>
            <p:ph type="sldNum" sz="quarter" idx="12"/>
          </p:nvPr>
        </p:nvSpPr>
        <p:spPr/>
        <p:txBody>
          <a:bodyPr/>
          <a:lstStyle>
            <a:lvl1pPr>
              <a:defRPr/>
            </a:lvl1pPr>
          </a:lstStyle>
          <a:p>
            <a:pPr>
              <a:defRPr/>
            </a:pPr>
            <a:fld id="{38B09D9A-522D-4AEC-BE33-0BEAF57FADFE}" type="slidenum">
              <a:rPr lang="en-US"/>
              <a:pPr>
                <a:defRPr/>
              </a:pPr>
              <a:t>‹#›</a:t>
            </a:fld>
            <a:endParaRPr lang="en-US"/>
          </a:p>
        </p:txBody>
      </p:sp>
    </p:spTree>
    <p:extLst>
      <p:ext uri="{BB962C8B-B14F-4D97-AF65-F5344CB8AC3E}">
        <p14:creationId xmlns:p14="http://schemas.microsoft.com/office/powerpoint/2010/main" val="304421553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4" name="Chevron 3">
            <a:extLst>
              <a:ext uri="{FF2B5EF4-FFF2-40B4-BE49-F238E27FC236}">
                <a16:creationId xmlns:a16="http://schemas.microsoft.com/office/drawing/2014/main" id="{F8F587DE-9C99-4259-8DDE-0A2036316346}"/>
              </a:ext>
            </a:extLst>
          </p:cNvPr>
          <p:cNvSpPr/>
          <p:nvPr/>
        </p:nvSpPr>
        <p:spPr>
          <a:xfrm>
            <a:off x="4849813" y="3005138"/>
            <a:ext cx="242887"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dirty="0">
              <a:latin typeface="Cambria" panose="02040503050406030204" pitchFamily="18" charset="0"/>
            </a:endParaRPr>
          </a:p>
        </p:txBody>
      </p:sp>
      <p:sp>
        <p:nvSpPr>
          <p:cNvPr id="5" name="Chevron 4">
            <a:extLst>
              <a:ext uri="{FF2B5EF4-FFF2-40B4-BE49-F238E27FC236}">
                <a16:creationId xmlns:a16="http://schemas.microsoft.com/office/drawing/2014/main" id="{D86642BB-8E77-4272-BE47-9E910AED7F10}"/>
              </a:ext>
            </a:extLst>
          </p:cNvPr>
          <p:cNvSpPr/>
          <p:nvPr/>
        </p:nvSpPr>
        <p:spPr>
          <a:xfrm>
            <a:off x="4598988" y="3005138"/>
            <a:ext cx="2460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dirty="0">
              <a:latin typeface="Cambria" panose="02040503050406030204" pitchFamily="18" charset="0"/>
            </a:endParaRPr>
          </a:p>
        </p:txBody>
      </p:sp>
      <p:sp>
        <p:nvSpPr>
          <p:cNvPr id="2" name="Title 1"/>
          <p:cNvSpPr>
            <a:spLocks noGrp="1"/>
          </p:cNvSpPr>
          <p:nvPr>
            <p:ph type="title"/>
          </p:nvPr>
        </p:nvSpPr>
        <p:spPr>
          <a:xfrm>
            <a:off x="963166" y="1059712"/>
            <a:ext cx="103632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a:t>Click to edit Master title style</a:t>
            </a:r>
          </a:p>
        </p:txBody>
      </p:sp>
      <p:sp>
        <p:nvSpPr>
          <p:cNvPr id="3" name="Text Placeholder 2"/>
          <p:cNvSpPr>
            <a:spLocks noGrp="1"/>
          </p:cNvSpPr>
          <p:nvPr>
            <p:ph type="body" idx="1"/>
          </p:nvPr>
        </p:nvSpPr>
        <p:spPr>
          <a:xfrm>
            <a:off x="5230284" y="2931712"/>
            <a:ext cx="6096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Edit Master text styles</a:t>
            </a:r>
          </a:p>
        </p:txBody>
      </p:sp>
      <p:sp>
        <p:nvSpPr>
          <p:cNvPr id="6" name="Date Placeholder 3">
            <a:extLst>
              <a:ext uri="{FF2B5EF4-FFF2-40B4-BE49-F238E27FC236}">
                <a16:creationId xmlns:a16="http://schemas.microsoft.com/office/drawing/2014/main" id="{C3F9E906-B371-4690-8CD5-ECE1AA03CDCA}"/>
              </a:ext>
            </a:extLst>
          </p:cNvPr>
          <p:cNvSpPr>
            <a:spLocks noGrp="1"/>
          </p:cNvSpPr>
          <p:nvPr>
            <p:ph type="dt" sz="half" idx="10"/>
          </p:nvPr>
        </p:nvSpPr>
        <p:spPr/>
        <p:txBody>
          <a:bodyPr/>
          <a:lstStyle>
            <a:lvl1pPr>
              <a:defRPr/>
            </a:lvl1pPr>
            <a:extLst/>
          </a:lstStyle>
          <a:p>
            <a:pPr>
              <a:defRPr/>
            </a:pPr>
            <a:fld id="{99ED986C-1D56-41A0-94FE-55E61011F208}" type="datetime1">
              <a:rPr lang="en-US"/>
              <a:pPr>
                <a:defRPr/>
              </a:pPr>
              <a:t>9/3/2024</a:t>
            </a:fld>
            <a:endParaRPr lang="en-US"/>
          </a:p>
        </p:txBody>
      </p:sp>
      <p:sp>
        <p:nvSpPr>
          <p:cNvPr id="7" name="Footer Placeholder 4">
            <a:extLst>
              <a:ext uri="{FF2B5EF4-FFF2-40B4-BE49-F238E27FC236}">
                <a16:creationId xmlns:a16="http://schemas.microsoft.com/office/drawing/2014/main" id="{0D39B171-B7D8-4F62-8AF8-B1C4C35A7D6E}"/>
              </a:ext>
            </a:extLst>
          </p:cNvPr>
          <p:cNvSpPr>
            <a:spLocks noGrp="1"/>
          </p:cNvSpPr>
          <p:nvPr>
            <p:ph type="ftr" sz="quarter" idx="11"/>
          </p:nvPr>
        </p:nvSpPr>
        <p:spPr/>
        <p:txBody>
          <a:bodyPr/>
          <a:lstStyle>
            <a:lvl1pPr>
              <a:defRPr/>
            </a:lvl1pPr>
            <a:extLst/>
          </a:lstStyle>
          <a:p>
            <a:pPr>
              <a:defRPr/>
            </a:pPr>
            <a:r>
              <a:rPr lang="en-US"/>
              <a:t>© Copyright 1992-2018 by Pearson Education, Inc. All Rights Reserved.</a:t>
            </a:r>
          </a:p>
        </p:txBody>
      </p:sp>
      <p:sp>
        <p:nvSpPr>
          <p:cNvPr id="8" name="Slide Number Placeholder 5">
            <a:extLst>
              <a:ext uri="{FF2B5EF4-FFF2-40B4-BE49-F238E27FC236}">
                <a16:creationId xmlns:a16="http://schemas.microsoft.com/office/drawing/2014/main" id="{403DCDB8-F358-4B88-99EC-3644823D11CB}"/>
              </a:ext>
            </a:extLst>
          </p:cNvPr>
          <p:cNvSpPr>
            <a:spLocks noGrp="1"/>
          </p:cNvSpPr>
          <p:nvPr>
            <p:ph type="sldNum" sz="quarter" idx="12"/>
          </p:nvPr>
        </p:nvSpPr>
        <p:spPr/>
        <p:txBody>
          <a:bodyPr/>
          <a:lstStyle>
            <a:lvl1pPr>
              <a:defRPr/>
            </a:lvl1pPr>
          </a:lstStyle>
          <a:p>
            <a:pPr>
              <a:defRPr/>
            </a:pPr>
            <a:fld id="{79D59DFA-3FB9-4C39-BCA1-DFD4D954C58F}" type="slidenum">
              <a:rPr lang="en-US"/>
              <a:pPr>
                <a:defRPr/>
              </a:pPr>
              <a:t>‹#›</a:t>
            </a:fld>
            <a:endParaRPr lang="en-US"/>
          </a:p>
        </p:txBody>
      </p:sp>
    </p:spTree>
    <p:extLst>
      <p:ext uri="{BB962C8B-B14F-4D97-AF65-F5344CB8AC3E}">
        <p14:creationId xmlns:p14="http://schemas.microsoft.com/office/powerpoint/2010/main" val="461529124"/>
      </p:ext>
    </p:extLst>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81331"/>
            <a:ext cx="5384800" cy="4525963"/>
          </a:xfrm>
        </p:spPr>
        <p:txBody>
          <a:bodyPr/>
          <a:lstStyle>
            <a:lvl1pPr>
              <a:defRPr sz="2800"/>
            </a:lvl1pPr>
            <a:lvl2pPr>
              <a:defRPr sz="2400"/>
            </a:lvl2pPr>
            <a:lvl3pPr>
              <a:defRPr sz="2000"/>
            </a:lvl3pPr>
            <a:lvl4pPr>
              <a:defRPr sz="1800"/>
            </a:lvl4pPr>
            <a:lvl5pPr>
              <a:defRPr sz="1800"/>
            </a:lvl5pPr>
            <a:extLs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81331"/>
            <a:ext cx="5384800" cy="4525963"/>
          </a:xfrm>
        </p:spPr>
        <p:txBody>
          <a:bodyPr/>
          <a:lstStyle>
            <a:lvl1pPr>
              <a:defRPr sz="2800"/>
            </a:lvl1pPr>
            <a:lvl2pPr>
              <a:defRPr sz="2400"/>
            </a:lvl2pPr>
            <a:lvl3pPr>
              <a:defRPr sz="2000"/>
            </a:lvl3pPr>
            <a:lvl4pPr>
              <a:defRPr sz="1800"/>
            </a:lvl4pPr>
            <a:lvl5pPr>
              <a:defRPr sz="1800"/>
            </a:lvl5pPr>
            <a:extLs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rtlCol="0"/>
          <a:lstStyle/>
          <a:p>
            <a:r>
              <a:rPr lang="en-US"/>
              <a:t>Click to edit Master title style</a:t>
            </a:r>
          </a:p>
        </p:txBody>
      </p:sp>
      <p:sp>
        <p:nvSpPr>
          <p:cNvPr id="5" name="Date Placeholder 4">
            <a:extLst>
              <a:ext uri="{FF2B5EF4-FFF2-40B4-BE49-F238E27FC236}">
                <a16:creationId xmlns:a16="http://schemas.microsoft.com/office/drawing/2014/main" id="{BC3C9BCF-9527-4C35-9FD2-C4C8F5DCF181}"/>
              </a:ext>
            </a:extLst>
          </p:cNvPr>
          <p:cNvSpPr>
            <a:spLocks noGrp="1"/>
          </p:cNvSpPr>
          <p:nvPr>
            <p:ph type="dt" sz="half" idx="10"/>
          </p:nvPr>
        </p:nvSpPr>
        <p:spPr/>
        <p:txBody>
          <a:bodyPr/>
          <a:lstStyle>
            <a:lvl1pPr>
              <a:defRPr/>
            </a:lvl1pPr>
            <a:extLst/>
          </a:lstStyle>
          <a:p>
            <a:pPr>
              <a:defRPr/>
            </a:pPr>
            <a:fld id="{903DD26A-91CB-4EE0-9DE2-149086B3ABC8}" type="datetime1">
              <a:rPr lang="en-US"/>
              <a:pPr>
                <a:defRPr/>
              </a:pPr>
              <a:t>9/3/2024</a:t>
            </a:fld>
            <a:endParaRPr lang="en-US"/>
          </a:p>
        </p:txBody>
      </p:sp>
      <p:sp>
        <p:nvSpPr>
          <p:cNvPr id="6" name="Footer Placeholder 5">
            <a:extLst>
              <a:ext uri="{FF2B5EF4-FFF2-40B4-BE49-F238E27FC236}">
                <a16:creationId xmlns:a16="http://schemas.microsoft.com/office/drawing/2014/main" id="{7C898486-319A-40A3-B146-DFD7ABBEA926}"/>
              </a:ext>
            </a:extLst>
          </p:cNvPr>
          <p:cNvSpPr>
            <a:spLocks noGrp="1"/>
          </p:cNvSpPr>
          <p:nvPr>
            <p:ph type="ftr" sz="quarter" idx="11"/>
          </p:nvPr>
        </p:nvSpPr>
        <p:spPr/>
        <p:txBody>
          <a:bodyPr/>
          <a:lstStyle>
            <a:lvl1pPr>
              <a:defRPr/>
            </a:lvl1pPr>
            <a:extLst/>
          </a:lstStyle>
          <a:p>
            <a:pPr>
              <a:defRPr/>
            </a:pPr>
            <a:r>
              <a:rPr lang="en-US"/>
              <a:t>© Copyright 1992-2018 by Pearson Education, Inc. All Rights Reserved.</a:t>
            </a:r>
          </a:p>
        </p:txBody>
      </p:sp>
      <p:sp>
        <p:nvSpPr>
          <p:cNvPr id="7" name="Slide Number Placeholder 6">
            <a:extLst>
              <a:ext uri="{FF2B5EF4-FFF2-40B4-BE49-F238E27FC236}">
                <a16:creationId xmlns:a16="http://schemas.microsoft.com/office/drawing/2014/main" id="{6E03DBA2-FB46-468E-BFF5-A76EC67C9AC1}"/>
              </a:ext>
            </a:extLst>
          </p:cNvPr>
          <p:cNvSpPr>
            <a:spLocks noGrp="1"/>
          </p:cNvSpPr>
          <p:nvPr>
            <p:ph type="sldNum" sz="quarter" idx="12"/>
          </p:nvPr>
        </p:nvSpPr>
        <p:spPr/>
        <p:txBody>
          <a:bodyPr/>
          <a:lstStyle>
            <a:lvl1pPr>
              <a:defRPr/>
            </a:lvl1pPr>
          </a:lstStyle>
          <a:p>
            <a:pPr>
              <a:defRPr/>
            </a:pPr>
            <a:fld id="{3DB1EA02-4141-4130-B48E-B9B087A3FDEA}" type="slidenum">
              <a:rPr lang="en-US"/>
              <a:pPr>
                <a:defRPr/>
              </a:pPr>
              <a:t>‹#›</a:t>
            </a:fld>
            <a:endParaRPr lang="en-US"/>
          </a:p>
        </p:txBody>
      </p:sp>
    </p:spTree>
    <p:extLst>
      <p:ext uri="{BB962C8B-B14F-4D97-AF65-F5344CB8AC3E}">
        <p14:creationId xmlns:p14="http://schemas.microsoft.com/office/powerpoint/2010/main" val="4019510450"/>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lstStyle>
            <a:lvl1pPr>
              <a:defRPr/>
            </a:lvl1pPr>
            <a:extLst/>
          </a:lstStyle>
          <a:p>
            <a:r>
              <a:rPr lang="en-US"/>
              <a:t>Click to edit Master title style</a:t>
            </a:r>
          </a:p>
        </p:txBody>
      </p:sp>
      <p:sp>
        <p:nvSpPr>
          <p:cNvPr id="3" name="Text Placeholder 2"/>
          <p:cNvSpPr>
            <a:spLocks noGrp="1"/>
          </p:cNvSpPr>
          <p:nvPr>
            <p:ph type="body" idx="1"/>
          </p:nvPr>
        </p:nvSpPr>
        <p:spPr>
          <a:xfrm>
            <a:off x="609603"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Edit Master text styles</a:t>
            </a:r>
          </a:p>
        </p:txBody>
      </p:sp>
      <p:sp>
        <p:nvSpPr>
          <p:cNvPr id="4" name="Text Placeholder 3"/>
          <p:cNvSpPr>
            <a:spLocks noGrp="1"/>
          </p:cNvSpPr>
          <p:nvPr>
            <p:ph type="body" sz="half" idx="3"/>
          </p:nvPr>
        </p:nvSpPr>
        <p:spPr>
          <a:xfrm>
            <a:off x="6193373"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Edit Master text styles</a:t>
            </a:r>
          </a:p>
        </p:txBody>
      </p:sp>
      <p:sp>
        <p:nvSpPr>
          <p:cNvPr id="5" name="Content Placeholder 4"/>
          <p:cNvSpPr>
            <a:spLocks noGrp="1"/>
          </p:cNvSpPr>
          <p:nvPr>
            <p:ph sz="quarter" idx="2"/>
          </p:nvPr>
        </p:nvSpPr>
        <p:spPr>
          <a:xfrm>
            <a:off x="609603" y="1444297"/>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0" y="1444297"/>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7DCE45B-8450-4EDA-B82E-A399C2EEA483}"/>
              </a:ext>
            </a:extLst>
          </p:cNvPr>
          <p:cNvSpPr>
            <a:spLocks noGrp="1"/>
          </p:cNvSpPr>
          <p:nvPr>
            <p:ph type="dt" sz="half" idx="10"/>
          </p:nvPr>
        </p:nvSpPr>
        <p:spPr/>
        <p:txBody>
          <a:bodyPr/>
          <a:lstStyle>
            <a:lvl1pPr>
              <a:defRPr/>
            </a:lvl1pPr>
            <a:extLst/>
          </a:lstStyle>
          <a:p>
            <a:pPr>
              <a:defRPr/>
            </a:pPr>
            <a:fld id="{F0638BEC-0412-4150-9622-63EC595031CB}" type="datetime1">
              <a:rPr lang="en-US"/>
              <a:pPr>
                <a:defRPr/>
              </a:pPr>
              <a:t>9/3/2024</a:t>
            </a:fld>
            <a:endParaRPr lang="en-US"/>
          </a:p>
        </p:txBody>
      </p:sp>
      <p:sp>
        <p:nvSpPr>
          <p:cNvPr id="8" name="Footer Placeholder 7">
            <a:extLst>
              <a:ext uri="{FF2B5EF4-FFF2-40B4-BE49-F238E27FC236}">
                <a16:creationId xmlns:a16="http://schemas.microsoft.com/office/drawing/2014/main" id="{ED258476-E62D-41EA-941D-1587A6638CB4}"/>
              </a:ext>
            </a:extLst>
          </p:cNvPr>
          <p:cNvSpPr>
            <a:spLocks noGrp="1"/>
          </p:cNvSpPr>
          <p:nvPr>
            <p:ph type="ftr" sz="quarter" idx="11"/>
          </p:nvPr>
        </p:nvSpPr>
        <p:spPr/>
        <p:txBody>
          <a:bodyPr/>
          <a:lstStyle>
            <a:lvl1pPr>
              <a:defRPr/>
            </a:lvl1pPr>
            <a:extLst/>
          </a:lstStyle>
          <a:p>
            <a:pPr>
              <a:defRPr/>
            </a:pPr>
            <a:r>
              <a:rPr lang="en-US"/>
              <a:t>© Copyright 1992-2018 by Pearson Education, Inc. All Rights Reserved.</a:t>
            </a:r>
          </a:p>
        </p:txBody>
      </p:sp>
      <p:sp>
        <p:nvSpPr>
          <p:cNvPr id="9" name="Slide Number Placeholder 8">
            <a:extLst>
              <a:ext uri="{FF2B5EF4-FFF2-40B4-BE49-F238E27FC236}">
                <a16:creationId xmlns:a16="http://schemas.microsoft.com/office/drawing/2014/main" id="{5EC0533E-ADB9-4402-BE99-517DC0457E4C}"/>
              </a:ext>
            </a:extLst>
          </p:cNvPr>
          <p:cNvSpPr>
            <a:spLocks noGrp="1"/>
          </p:cNvSpPr>
          <p:nvPr>
            <p:ph type="sldNum" sz="quarter" idx="12"/>
          </p:nvPr>
        </p:nvSpPr>
        <p:spPr/>
        <p:txBody>
          <a:bodyPr/>
          <a:lstStyle>
            <a:lvl1pPr>
              <a:defRPr/>
            </a:lvl1pPr>
          </a:lstStyle>
          <a:p>
            <a:pPr>
              <a:defRPr/>
            </a:pPr>
            <a:fld id="{A1E00F03-34DF-4D9B-BDAC-67BE3B2407A8}" type="slidenum">
              <a:rPr lang="en-US"/>
              <a:pPr>
                <a:defRPr/>
              </a:pPr>
              <a:t>‹#›</a:t>
            </a:fld>
            <a:endParaRPr lang="en-US"/>
          </a:p>
        </p:txBody>
      </p:sp>
    </p:spTree>
    <p:extLst>
      <p:ext uri="{BB962C8B-B14F-4D97-AF65-F5344CB8AC3E}">
        <p14:creationId xmlns:p14="http://schemas.microsoft.com/office/powerpoint/2010/main" val="4112457003"/>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t>Click to edit Master title style</a:t>
            </a:r>
          </a:p>
        </p:txBody>
      </p:sp>
      <p:sp>
        <p:nvSpPr>
          <p:cNvPr id="3" name="Date Placeholder 2">
            <a:extLst>
              <a:ext uri="{FF2B5EF4-FFF2-40B4-BE49-F238E27FC236}">
                <a16:creationId xmlns:a16="http://schemas.microsoft.com/office/drawing/2014/main" id="{ED415243-FD01-4C61-9E37-74B178DDD947}"/>
              </a:ext>
            </a:extLst>
          </p:cNvPr>
          <p:cNvSpPr>
            <a:spLocks noGrp="1"/>
          </p:cNvSpPr>
          <p:nvPr>
            <p:ph type="dt" sz="half" idx="10"/>
          </p:nvPr>
        </p:nvSpPr>
        <p:spPr/>
        <p:txBody>
          <a:bodyPr/>
          <a:lstStyle>
            <a:lvl1pPr>
              <a:defRPr/>
            </a:lvl1pPr>
            <a:extLst/>
          </a:lstStyle>
          <a:p>
            <a:pPr>
              <a:defRPr/>
            </a:pPr>
            <a:fld id="{A39E536C-6226-46A8-A926-799E6244C8CF}" type="datetime1">
              <a:rPr lang="en-US"/>
              <a:pPr>
                <a:defRPr/>
              </a:pPr>
              <a:t>9/3/2024</a:t>
            </a:fld>
            <a:endParaRPr lang="en-US"/>
          </a:p>
        </p:txBody>
      </p:sp>
      <p:sp>
        <p:nvSpPr>
          <p:cNvPr id="4" name="Footer Placeholder 3">
            <a:extLst>
              <a:ext uri="{FF2B5EF4-FFF2-40B4-BE49-F238E27FC236}">
                <a16:creationId xmlns:a16="http://schemas.microsoft.com/office/drawing/2014/main" id="{FB66C6C5-25C6-497D-B0E2-69E1074552EF}"/>
              </a:ext>
            </a:extLst>
          </p:cNvPr>
          <p:cNvSpPr>
            <a:spLocks noGrp="1"/>
          </p:cNvSpPr>
          <p:nvPr>
            <p:ph type="ftr" sz="quarter" idx="11"/>
          </p:nvPr>
        </p:nvSpPr>
        <p:spPr/>
        <p:txBody>
          <a:bodyPr/>
          <a:lstStyle>
            <a:lvl1pPr>
              <a:defRPr/>
            </a:lvl1pPr>
            <a:extLst/>
          </a:lstStyle>
          <a:p>
            <a:pPr>
              <a:defRPr/>
            </a:pPr>
            <a:r>
              <a:rPr lang="en-US"/>
              <a:t>© Copyright 1992-2018 by Pearson Education, Inc. All Rights Reserved.</a:t>
            </a:r>
          </a:p>
        </p:txBody>
      </p:sp>
      <p:sp>
        <p:nvSpPr>
          <p:cNvPr id="5" name="Slide Number Placeholder 4">
            <a:extLst>
              <a:ext uri="{FF2B5EF4-FFF2-40B4-BE49-F238E27FC236}">
                <a16:creationId xmlns:a16="http://schemas.microsoft.com/office/drawing/2014/main" id="{026ED8E9-4E12-4DA4-AF42-5E9E6C1C0680}"/>
              </a:ext>
            </a:extLst>
          </p:cNvPr>
          <p:cNvSpPr>
            <a:spLocks noGrp="1"/>
          </p:cNvSpPr>
          <p:nvPr>
            <p:ph type="sldNum" sz="quarter" idx="12"/>
          </p:nvPr>
        </p:nvSpPr>
        <p:spPr/>
        <p:txBody>
          <a:bodyPr/>
          <a:lstStyle>
            <a:lvl1pPr>
              <a:defRPr/>
            </a:lvl1pPr>
          </a:lstStyle>
          <a:p>
            <a:pPr>
              <a:defRPr/>
            </a:pPr>
            <a:fld id="{0E52CEDC-06B0-451C-940B-D0A4C95956C2}" type="slidenum">
              <a:rPr lang="en-US"/>
              <a:pPr>
                <a:defRPr/>
              </a:pPr>
              <a:t>‹#›</a:t>
            </a:fld>
            <a:endParaRPr lang="en-US"/>
          </a:p>
        </p:txBody>
      </p:sp>
    </p:spTree>
    <p:extLst>
      <p:ext uri="{BB962C8B-B14F-4D97-AF65-F5344CB8AC3E}">
        <p14:creationId xmlns:p14="http://schemas.microsoft.com/office/powerpoint/2010/main" val="2236887468"/>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a:extLst>
              <a:ext uri="{FF2B5EF4-FFF2-40B4-BE49-F238E27FC236}">
                <a16:creationId xmlns:a16="http://schemas.microsoft.com/office/drawing/2014/main" id="{BA64F0BE-9A6D-4AD8-8A34-37AAF60EE32E}"/>
              </a:ext>
            </a:extLst>
          </p:cNvPr>
          <p:cNvSpPr>
            <a:spLocks noGrp="1"/>
          </p:cNvSpPr>
          <p:nvPr>
            <p:ph type="dt" sz="half" idx="10"/>
          </p:nvPr>
        </p:nvSpPr>
        <p:spPr/>
        <p:txBody>
          <a:bodyPr/>
          <a:lstStyle>
            <a:lvl1pPr>
              <a:defRPr/>
            </a:lvl1pPr>
          </a:lstStyle>
          <a:p>
            <a:pPr>
              <a:defRPr/>
            </a:pPr>
            <a:fld id="{84F437E5-25C2-4539-8F4B-CA067F141646}" type="datetime1">
              <a:rPr lang="en-US"/>
              <a:pPr>
                <a:defRPr/>
              </a:pPr>
              <a:t>9/3/2024</a:t>
            </a:fld>
            <a:endParaRPr lang="en-US"/>
          </a:p>
        </p:txBody>
      </p:sp>
      <p:sp>
        <p:nvSpPr>
          <p:cNvPr id="3" name="Footer Placeholder 21">
            <a:extLst>
              <a:ext uri="{FF2B5EF4-FFF2-40B4-BE49-F238E27FC236}">
                <a16:creationId xmlns:a16="http://schemas.microsoft.com/office/drawing/2014/main" id="{D30CCDF8-A8FA-4118-8FBA-F442AED88F57}"/>
              </a:ext>
            </a:extLst>
          </p:cNvPr>
          <p:cNvSpPr>
            <a:spLocks noGrp="1"/>
          </p:cNvSpPr>
          <p:nvPr>
            <p:ph type="ftr" sz="quarter" idx="11"/>
          </p:nvPr>
        </p:nvSpPr>
        <p:spPr/>
        <p:txBody>
          <a:bodyPr/>
          <a:lstStyle>
            <a:lvl1pPr>
              <a:defRPr/>
            </a:lvl1pPr>
          </a:lstStyle>
          <a:p>
            <a:pPr>
              <a:defRPr/>
            </a:pPr>
            <a:r>
              <a:rPr lang="en-US"/>
              <a:t>© Copyright 1992-2018 by Pearson Education, Inc. All Rights Reserved.</a:t>
            </a:r>
          </a:p>
        </p:txBody>
      </p:sp>
      <p:sp>
        <p:nvSpPr>
          <p:cNvPr id="4" name="Slide Number Placeholder 17">
            <a:extLst>
              <a:ext uri="{FF2B5EF4-FFF2-40B4-BE49-F238E27FC236}">
                <a16:creationId xmlns:a16="http://schemas.microsoft.com/office/drawing/2014/main" id="{6077CEAE-9110-4B47-8EBC-D0901D9E6E12}"/>
              </a:ext>
            </a:extLst>
          </p:cNvPr>
          <p:cNvSpPr>
            <a:spLocks noGrp="1"/>
          </p:cNvSpPr>
          <p:nvPr>
            <p:ph type="sldNum" sz="quarter" idx="12"/>
          </p:nvPr>
        </p:nvSpPr>
        <p:spPr/>
        <p:txBody>
          <a:bodyPr/>
          <a:lstStyle>
            <a:lvl1pPr>
              <a:defRPr/>
            </a:lvl1pPr>
          </a:lstStyle>
          <a:p>
            <a:pPr>
              <a:defRPr/>
            </a:pPr>
            <a:fld id="{C6063C96-3D72-4354-904D-81BA3802035E}" type="slidenum">
              <a:rPr lang="en-US"/>
              <a:pPr>
                <a:defRPr/>
              </a:pPr>
              <a:t>‹#›</a:t>
            </a:fld>
            <a:endParaRPr lang="en-US"/>
          </a:p>
        </p:txBody>
      </p:sp>
    </p:spTree>
    <p:extLst>
      <p:ext uri="{BB962C8B-B14F-4D97-AF65-F5344CB8AC3E}">
        <p14:creationId xmlns:p14="http://schemas.microsoft.com/office/powerpoint/2010/main" val="69135645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19202" y="4876800"/>
            <a:ext cx="9975701" cy="457200"/>
          </a:xfrm>
        </p:spPr>
        <p:txBody>
          <a:bodyPr anchor="t">
            <a:noAutofit/>
            <a:sp3d prstMaterial="softEdge">
              <a:bevelT w="0" h="0"/>
            </a:sp3d>
          </a:bodyPr>
          <a:lstStyle>
            <a:lvl1pPr algn="r">
              <a:buNone/>
              <a:defRPr sz="2500" b="0">
                <a:solidFill>
                  <a:schemeClr val="accent1"/>
                </a:solidFill>
                <a:effectLst/>
              </a:defRPr>
            </a:lvl1pPr>
            <a:extLst/>
          </a:lstStyle>
          <a:p>
            <a:r>
              <a:rPr lang="en-US"/>
              <a:t>Click to edit Master title style</a:t>
            </a:r>
          </a:p>
        </p:txBody>
      </p:sp>
      <p:sp>
        <p:nvSpPr>
          <p:cNvPr id="3" name="Text Placeholder 2"/>
          <p:cNvSpPr>
            <a:spLocks noGrp="1"/>
          </p:cNvSpPr>
          <p:nvPr>
            <p:ph type="body" idx="2"/>
          </p:nvPr>
        </p:nvSpPr>
        <p:spPr>
          <a:xfrm>
            <a:off x="5892802" y="5355102"/>
            <a:ext cx="5299456"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a:t>Edit Master text styles</a:t>
            </a:r>
          </a:p>
        </p:txBody>
      </p:sp>
      <p:sp>
        <p:nvSpPr>
          <p:cNvPr id="4" name="Content Placeholder 3"/>
          <p:cNvSpPr>
            <a:spLocks noGrp="1"/>
          </p:cNvSpPr>
          <p:nvPr>
            <p:ph sz="half" idx="1"/>
          </p:nvPr>
        </p:nvSpPr>
        <p:spPr>
          <a:xfrm>
            <a:off x="1219202" y="274320"/>
            <a:ext cx="9973056" cy="4572000"/>
          </a:xfrm>
        </p:spPr>
        <p:txBody>
          <a:bodyPr/>
          <a:lstStyle>
            <a:lvl1pPr>
              <a:defRPr sz="3200"/>
            </a:lvl1pPr>
            <a:lvl2pPr>
              <a:defRPr sz="2800"/>
            </a:lvl2pPr>
            <a:lvl3pPr>
              <a:defRPr sz="2400"/>
            </a:lvl3pPr>
            <a:lvl4pPr>
              <a:defRPr sz="2000"/>
            </a:lvl4pPr>
            <a:lvl5pPr>
              <a:defRPr sz="2000"/>
            </a:lvl5pPr>
            <a:extLs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0B42621-5755-4ACB-B141-E91EB6AEE12D}"/>
              </a:ext>
            </a:extLst>
          </p:cNvPr>
          <p:cNvSpPr>
            <a:spLocks noGrp="1"/>
          </p:cNvSpPr>
          <p:nvPr>
            <p:ph type="dt" sz="half" idx="10"/>
          </p:nvPr>
        </p:nvSpPr>
        <p:spPr/>
        <p:txBody>
          <a:bodyPr/>
          <a:lstStyle>
            <a:lvl1pPr>
              <a:defRPr/>
            </a:lvl1pPr>
            <a:extLst/>
          </a:lstStyle>
          <a:p>
            <a:pPr>
              <a:defRPr/>
            </a:pPr>
            <a:fld id="{F72C495D-BB50-4B9F-AE41-F2B3EAF61EF1}" type="datetime1">
              <a:rPr lang="en-US"/>
              <a:pPr>
                <a:defRPr/>
              </a:pPr>
              <a:t>9/3/2024</a:t>
            </a:fld>
            <a:endParaRPr lang="en-US"/>
          </a:p>
        </p:txBody>
      </p:sp>
      <p:sp>
        <p:nvSpPr>
          <p:cNvPr id="6" name="Footer Placeholder 5">
            <a:extLst>
              <a:ext uri="{FF2B5EF4-FFF2-40B4-BE49-F238E27FC236}">
                <a16:creationId xmlns:a16="http://schemas.microsoft.com/office/drawing/2014/main" id="{A07F08B6-BB88-4BD6-A088-BE64D7D2A65F}"/>
              </a:ext>
            </a:extLst>
          </p:cNvPr>
          <p:cNvSpPr>
            <a:spLocks noGrp="1"/>
          </p:cNvSpPr>
          <p:nvPr>
            <p:ph type="ftr" sz="quarter" idx="11"/>
          </p:nvPr>
        </p:nvSpPr>
        <p:spPr/>
        <p:txBody>
          <a:bodyPr/>
          <a:lstStyle>
            <a:lvl1pPr>
              <a:defRPr/>
            </a:lvl1pPr>
            <a:extLst/>
          </a:lstStyle>
          <a:p>
            <a:pPr>
              <a:defRPr/>
            </a:pPr>
            <a:r>
              <a:rPr lang="en-US"/>
              <a:t>© Copyright 1992-2018 by Pearson Education, Inc. All Rights Reserved.</a:t>
            </a:r>
          </a:p>
        </p:txBody>
      </p:sp>
      <p:sp>
        <p:nvSpPr>
          <p:cNvPr id="7" name="Slide Number Placeholder 6">
            <a:extLst>
              <a:ext uri="{FF2B5EF4-FFF2-40B4-BE49-F238E27FC236}">
                <a16:creationId xmlns:a16="http://schemas.microsoft.com/office/drawing/2014/main" id="{2498BEE9-94E6-4543-8ED2-3CBA3D7CA79D}"/>
              </a:ext>
            </a:extLst>
          </p:cNvPr>
          <p:cNvSpPr>
            <a:spLocks noGrp="1"/>
          </p:cNvSpPr>
          <p:nvPr>
            <p:ph type="sldNum" sz="quarter" idx="12"/>
          </p:nvPr>
        </p:nvSpPr>
        <p:spPr/>
        <p:txBody>
          <a:bodyPr/>
          <a:lstStyle>
            <a:lvl1pPr>
              <a:defRPr/>
            </a:lvl1pPr>
          </a:lstStyle>
          <a:p>
            <a:pPr>
              <a:defRPr/>
            </a:pPr>
            <a:fld id="{BDE36F8F-C71C-4077-AE5A-C8AE483A92D7}" type="slidenum">
              <a:rPr lang="en-US"/>
              <a:pPr>
                <a:defRPr/>
              </a:pPr>
              <a:t>‹#›</a:t>
            </a:fld>
            <a:endParaRPr lang="en-US"/>
          </a:p>
        </p:txBody>
      </p:sp>
    </p:spTree>
    <p:extLst>
      <p:ext uri="{BB962C8B-B14F-4D97-AF65-F5344CB8AC3E}">
        <p14:creationId xmlns:p14="http://schemas.microsoft.com/office/powerpoint/2010/main" val="4288821401"/>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C9C71B2-31AA-4441-B590-AF5314C0E459}"/>
              </a:ext>
            </a:extLst>
          </p:cNvPr>
          <p:cNvSpPr>
            <a:spLocks/>
          </p:cNvSpPr>
          <p:nvPr/>
        </p:nvSpPr>
        <p:spPr bwMode="auto">
          <a:xfrm>
            <a:off x="666750" y="5945188"/>
            <a:ext cx="6586538"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eaLnBrk="1" fontAlgn="auto" hangingPunct="1">
              <a:spcBef>
                <a:spcPts val="0"/>
              </a:spcBef>
              <a:spcAft>
                <a:spcPts val="0"/>
              </a:spcAft>
              <a:defRPr/>
            </a:pPr>
            <a:endParaRPr lang="en-US" dirty="0">
              <a:latin typeface="Cambria" panose="02040503050406030204" pitchFamily="18" charset="0"/>
              <a:cs typeface="Calibri" panose="020F0502020204030204" pitchFamily="34" charset="0"/>
            </a:endParaRPr>
          </a:p>
        </p:txBody>
      </p:sp>
      <p:sp>
        <p:nvSpPr>
          <p:cNvPr id="6" name="Freeform 18">
            <a:extLst>
              <a:ext uri="{FF2B5EF4-FFF2-40B4-BE49-F238E27FC236}">
                <a16:creationId xmlns:a16="http://schemas.microsoft.com/office/drawing/2014/main" id="{C571CCBE-C790-479E-886A-24A82BB62A8F}"/>
              </a:ext>
            </a:extLst>
          </p:cNvPr>
          <p:cNvSpPr>
            <a:spLocks/>
          </p:cNvSpPr>
          <p:nvPr/>
        </p:nvSpPr>
        <p:spPr bwMode="auto">
          <a:xfrm>
            <a:off x="647700" y="5938838"/>
            <a:ext cx="4921250" cy="933450"/>
          </a:xfrm>
          <a:custGeom>
            <a:avLst/>
            <a:gdLst>
              <a:gd name="T0" fmla="*/ 0 w 5591"/>
              <a:gd name="T1" fmla="*/ 0 h 588"/>
              <a:gd name="T2" fmla="*/ 2147483646 w 5591"/>
              <a:gd name="T3" fmla="*/ 0 h 588"/>
              <a:gd name="T4" fmla="*/ 2147483646 w 5591"/>
              <a:gd name="T5" fmla="*/ 2147483646 h 588"/>
              <a:gd name="T6" fmla="*/ 2147483646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a:p>
        </p:txBody>
      </p:sp>
      <p:sp>
        <p:nvSpPr>
          <p:cNvPr id="7" name="Right Triangle 6">
            <a:extLst>
              <a:ext uri="{FF2B5EF4-FFF2-40B4-BE49-F238E27FC236}">
                <a16:creationId xmlns:a16="http://schemas.microsoft.com/office/drawing/2014/main" id="{84ED6896-CA15-44AE-A385-EF28E0DC6AB3}"/>
              </a:ext>
            </a:extLst>
          </p:cNvPr>
          <p:cNvSpPr>
            <a:spLocks/>
          </p:cNvSpPr>
          <p:nvPr/>
        </p:nvSpPr>
        <p:spPr bwMode="auto">
          <a:xfrm>
            <a:off x="-8055" y="5791253"/>
            <a:ext cx="4536420" cy="1080868"/>
          </a:xfrm>
          <a:prstGeom prst="rtTriangle">
            <a:avLst/>
          </a:prstGeom>
          <a:blipFill>
            <a:blip r:embed="rId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latin typeface="Cambria" panose="02040503050406030204" pitchFamily="18" charset="0"/>
            </a:endParaRPr>
          </a:p>
        </p:txBody>
      </p:sp>
      <p:cxnSp>
        <p:nvCxnSpPr>
          <p:cNvPr id="8" name="Straight Connector 7">
            <a:extLst>
              <a:ext uri="{FF2B5EF4-FFF2-40B4-BE49-F238E27FC236}">
                <a16:creationId xmlns:a16="http://schemas.microsoft.com/office/drawing/2014/main" id="{1A6CA8A0-98FC-4B8B-A588-486EF17E7F8F}"/>
              </a:ext>
            </a:extLst>
          </p:cNvPr>
          <p:cNvCxnSpPr/>
          <p:nvPr/>
        </p:nvCxnSpPr>
        <p:spPr>
          <a:xfrm>
            <a:off x="-12315" y="5787740"/>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a:extLst>
              <a:ext uri="{FF2B5EF4-FFF2-40B4-BE49-F238E27FC236}">
                <a16:creationId xmlns:a16="http://schemas.microsoft.com/office/drawing/2014/main" id="{AF05FC62-0388-44DC-AAB2-A52DF73DF229}"/>
              </a:ext>
            </a:extLst>
          </p:cNvPr>
          <p:cNvSpPr/>
          <p:nvPr/>
        </p:nvSpPr>
        <p:spPr>
          <a:xfrm>
            <a:off x="11552238" y="4987925"/>
            <a:ext cx="244475"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dirty="0">
              <a:latin typeface="Cambria" panose="02040503050406030204" pitchFamily="18" charset="0"/>
            </a:endParaRPr>
          </a:p>
        </p:txBody>
      </p:sp>
      <p:sp>
        <p:nvSpPr>
          <p:cNvPr id="10" name="Chevron 9">
            <a:extLst>
              <a:ext uri="{FF2B5EF4-FFF2-40B4-BE49-F238E27FC236}">
                <a16:creationId xmlns:a16="http://schemas.microsoft.com/office/drawing/2014/main" id="{8F9DCE2A-31F5-4065-96B5-1483DE1577AF}"/>
              </a:ext>
            </a:extLst>
          </p:cNvPr>
          <p:cNvSpPr/>
          <p:nvPr/>
        </p:nvSpPr>
        <p:spPr>
          <a:xfrm>
            <a:off x="11303000" y="4987925"/>
            <a:ext cx="242888"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dirty="0">
              <a:latin typeface="Cambria" panose="02040503050406030204" pitchFamily="18" charset="0"/>
            </a:endParaRPr>
          </a:p>
        </p:txBody>
      </p:sp>
      <p:sp>
        <p:nvSpPr>
          <p:cNvPr id="4" name="Text Placeholder 3"/>
          <p:cNvSpPr>
            <a:spLocks noGrp="1"/>
          </p:cNvSpPr>
          <p:nvPr>
            <p:ph type="body" sz="half" idx="2"/>
          </p:nvPr>
        </p:nvSpPr>
        <p:spPr>
          <a:xfrm>
            <a:off x="1521643" y="5443402"/>
            <a:ext cx="9550400" cy="648232"/>
          </a:xfrm>
          <a:noFill/>
        </p:spPr>
        <p:txBody>
          <a:bodyPr tIns="0"/>
          <a:lstStyle>
            <a:lvl1pPr marL="0" marR="18287" indent="0" algn="r">
              <a:buNone/>
              <a:defRPr sz="1400"/>
            </a:lvl1pPr>
            <a:lvl2pPr>
              <a:defRPr sz="1200"/>
            </a:lvl2pPr>
            <a:lvl3pPr>
              <a:defRPr sz="1000"/>
            </a:lvl3pPr>
            <a:lvl4pPr>
              <a:defRPr sz="900"/>
            </a:lvl4pPr>
            <a:lvl5pPr>
              <a:defRPr sz="900"/>
            </a:lvl5pPr>
            <a:extLst/>
          </a:lstStyle>
          <a:p>
            <a:pPr lvl="0"/>
            <a:r>
              <a:rPr lang="en-US"/>
              <a:t>Edit Master text styles</a:t>
            </a:r>
          </a:p>
        </p:txBody>
      </p:sp>
      <p:sp>
        <p:nvSpPr>
          <p:cNvPr id="3" name="Picture Placeholder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a:t>Click icon to add picture</a:t>
            </a:r>
            <a:endParaRPr lang="en-US" noProof="0" dirty="0"/>
          </a:p>
        </p:txBody>
      </p:sp>
      <p:sp>
        <p:nvSpPr>
          <p:cNvPr id="2" name="Title 1"/>
          <p:cNvSpPr>
            <a:spLocks noGrp="1"/>
          </p:cNvSpPr>
          <p:nvPr>
            <p:ph type="title"/>
          </p:nvPr>
        </p:nvSpPr>
        <p:spPr>
          <a:xfrm>
            <a:off x="304800"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a:t>Click to edit Master title style</a:t>
            </a:r>
          </a:p>
        </p:txBody>
      </p:sp>
      <p:sp>
        <p:nvSpPr>
          <p:cNvPr id="11" name="Date Placeholder 4">
            <a:extLst>
              <a:ext uri="{FF2B5EF4-FFF2-40B4-BE49-F238E27FC236}">
                <a16:creationId xmlns:a16="http://schemas.microsoft.com/office/drawing/2014/main" id="{7D84E8E0-CD5A-4C34-B12E-AAE43604F72C}"/>
              </a:ext>
            </a:extLst>
          </p:cNvPr>
          <p:cNvSpPr>
            <a:spLocks noGrp="1"/>
          </p:cNvSpPr>
          <p:nvPr>
            <p:ph type="dt" sz="half" idx="10"/>
          </p:nvPr>
        </p:nvSpPr>
        <p:spPr/>
        <p:txBody>
          <a:bodyPr/>
          <a:lstStyle>
            <a:lvl1pPr>
              <a:defRPr>
                <a:solidFill>
                  <a:schemeClr val="tx1"/>
                </a:solidFill>
              </a:defRPr>
            </a:lvl1pPr>
            <a:extLst/>
          </a:lstStyle>
          <a:p>
            <a:pPr>
              <a:defRPr/>
            </a:pPr>
            <a:fld id="{6270966B-C5F9-46A2-AC1B-BFE6F76D45AD}" type="datetime1">
              <a:rPr lang="en-US"/>
              <a:pPr>
                <a:defRPr/>
              </a:pPr>
              <a:t>9/3/2024</a:t>
            </a:fld>
            <a:endParaRPr lang="en-US"/>
          </a:p>
        </p:txBody>
      </p:sp>
      <p:sp>
        <p:nvSpPr>
          <p:cNvPr id="12" name="Footer Placeholder 5">
            <a:extLst>
              <a:ext uri="{FF2B5EF4-FFF2-40B4-BE49-F238E27FC236}">
                <a16:creationId xmlns:a16="http://schemas.microsoft.com/office/drawing/2014/main" id="{9E26C0D2-9C7E-4F31-BC46-62517224A8B2}"/>
              </a:ext>
            </a:extLst>
          </p:cNvPr>
          <p:cNvSpPr>
            <a:spLocks noGrp="1"/>
          </p:cNvSpPr>
          <p:nvPr>
            <p:ph type="ftr" sz="quarter" idx="11"/>
          </p:nvPr>
        </p:nvSpPr>
        <p:spPr>
          <a:xfrm>
            <a:off x="5840413" y="6408738"/>
            <a:ext cx="3133725" cy="365125"/>
          </a:xfrm>
        </p:spPr>
        <p:txBody>
          <a:bodyPr/>
          <a:lstStyle>
            <a:lvl1pPr>
              <a:defRPr>
                <a:solidFill>
                  <a:schemeClr val="tx1"/>
                </a:solidFill>
              </a:defRPr>
            </a:lvl1pPr>
            <a:extLst/>
          </a:lstStyle>
          <a:p>
            <a:pPr>
              <a:defRPr/>
            </a:pPr>
            <a:r>
              <a:rPr lang="en-US"/>
              <a:t>© Copyright 1992-2018 by Pearson Education, Inc. All Rights Reserved.</a:t>
            </a:r>
          </a:p>
        </p:txBody>
      </p:sp>
      <p:sp>
        <p:nvSpPr>
          <p:cNvPr id="13" name="Slide Number Placeholder 6">
            <a:extLst>
              <a:ext uri="{FF2B5EF4-FFF2-40B4-BE49-F238E27FC236}">
                <a16:creationId xmlns:a16="http://schemas.microsoft.com/office/drawing/2014/main" id="{31F886A0-9DAB-41F5-B70D-864D0749A59C}"/>
              </a:ext>
            </a:extLst>
          </p:cNvPr>
          <p:cNvSpPr>
            <a:spLocks noGrp="1"/>
          </p:cNvSpPr>
          <p:nvPr>
            <p:ph type="sldNum" sz="quarter" idx="12"/>
          </p:nvPr>
        </p:nvSpPr>
        <p:spPr/>
        <p:txBody>
          <a:bodyPr/>
          <a:lstStyle>
            <a:lvl1pPr>
              <a:defRPr/>
            </a:lvl1pPr>
          </a:lstStyle>
          <a:p>
            <a:pPr>
              <a:defRPr/>
            </a:pPr>
            <a:fld id="{6E5DDF67-90EE-43F1-8D65-662FBC8492B0}" type="slidenum">
              <a:rPr lang="en-US"/>
              <a:pPr>
                <a:defRPr/>
              </a:pPr>
              <a:t>‹#›</a:t>
            </a:fld>
            <a:endParaRPr lang="en-US"/>
          </a:p>
        </p:txBody>
      </p:sp>
    </p:spTree>
    <p:extLst>
      <p:ext uri="{BB962C8B-B14F-4D97-AF65-F5344CB8AC3E}">
        <p14:creationId xmlns:p14="http://schemas.microsoft.com/office/powerpoint/2010/main" val="1515272923"/>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609600" y="1481332"/>
            <a:ext cx="10972800" cy="438607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a16="http://schemas.microsoft.com/office/drawing/2014/main" id="{1183CE56-AEFC-4FA8-AF7E-A030EF368403}"/>
              </a:ext>
            </a:extLst>
          </p:cNvPr>
          <p:cNvSpPr>
            <a:spLocks noGrp="1"/>
          </p:cNvSpPr>
          <p:nvPr>
            <p:ph type="dt" sz="half" idx="10"/>
          </p:nvPr>
        </p:nvSpPr>
        <p:spPr/>
        <p:txBody>
          <a:bodyPr/>
          <a:lstStyle>
            <a:lvl1pPr>
              <a:defRPr/>
            </a:lvl1pPr>
          </a:lstStyle>
          <a:p>
            <a:pPr>
              <a:defRPr/>
            </a:pPr>
            <a:fld id="{D59CF541-1AC8-4E69-A6A1-14CA24135996}" type="datetime1">
              <a:rPr lang="en-US"/>
              <a:pPr>
                <a:defRPr/>
              </a:pPr>
              <a:t>9/3/2024</a:t>
            </a:fld>
            <a:endParaRPr lang="en-US"/>
          </a:p>
        </p:txBody>
      </p:sp>
      <p:sp>
        <p:nvSpPr>
          <p:cNvPr id="5" name="Footer Placeholder 21">
            <a:extLst>
              <a:ext uri="{FF2B5EF4-FFF2-40B4-BE49-F238E27FC236}">
                <a16:creationId xmlns:a16="http://schemas.microsoft.com/office/drawing/2014/main" id="{E8777260-F4DA-496A-A701-D62A3288294A}"/>
              </a:ext>
            </a:extLst>
          </p:cNvPr>
          <p:cNvSpPr>
            <a:spLocks noGrp="1"/>
          </p:cNvSpPr>
          <p:nvPr>
            <p:ph type="ftr" sz="quarter" idx="11"/>
          </p:nvPr>
        </p:nvSpPr>
        <p:spPr/>
        <p:txBody>
          <a:bodyPr/>
          <a:lstStyle>
            <a:lvl1pPr>
              <a:defRPr/>
            </a:lvl1pPr>
          </a:lstStyle>
          <a:p>
            <a:pPr>
              <a:defRPr/>
            </a:pPr>
            <a:r>
              <a:rPr lang="en-US"/>
              <a:t>© Copyright 1992-2018 by Pearson Education, Inc. All Rights Reserved.</a:t>
            </a:r>
          </a:p>
        </p:txBody>
      </p:sp>
      <p:sp>
        <p:nvSpPr>
          <p:cNvPr id="6" name="Slide Number Placeholder 17">
            <a:extLst>
              <a:ext uri="{FF2B5EF4-FFF2-40B4-BE49-F238E27FC236}">
                <a16:creationId xmlns:a16="http://schemas.microsoft.com/office/drawing/2014/main" id="{A10071BB-4CDE-46F3-BEE8-4387B07D122A}"/>
              </a:ext>
            </a:extLst>
          </p:cNvPr>
          <p:cNvSpPr>
            <a:spLocks noGrp="1"/>
          </p:cNvSpPr>
          <p:nvPr>
            <p:ph type="sldNum" sz="quarter" idx="12"/>
          </p:nvPr>
        </p:nvSpPr>
        <p:spPr/>
        <p:txBody>
          <a:bodyPr/>
          <a:lstStyle>
            <a:lvl1pPr>
              <a:defRPr/>
            </a:lvl1pPr>
          </a:lstStyle>
          <a:p>
            <a:pPr>
              <a:defRPr/>
            </a:pPr>
            <a:fld id="{5F80A260-6A7E-49BC-B226-460436A9D602}" type="slidenum">
              <a:rPr lang="en-US"/>
              <a:pPr>
                <a:defRPr/>
              </a:pPr>
              <a:t>‹#›</a:t>
            </a:fld>
            <a:endParaRPr lang="en-US"/>
          </a:p>
        </p:txBody>
      </p:sp>
    </p:spTree>
    <p:extLst>
      <p:ext uri="{BB962C8B-B14F-4D97-AF65-F5344CB8AC3E}">
        <p14:creationId xmlns:p14="http://schemas.microsoft.com/office/powerpoint/2010/main" val="60900062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5352" y="274642"/>
            <a:ext cx="2369961" cy="5592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432800" cy="559276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a16="http://schemas.microsoft.com/office/drawing/2014/main" id="{5257F3A4-534D-467E-801C-42B5F96DA1CD}"/>
              </a:ext>
            </a:extLst>
          </p:cNvPr>
          <p:cNvSpPr>
            <a:spLocks noGrp="1"/>
          </p:cNvSpPr>
          <p:nvPr>
            <p:ph type="dt" sz="half" idx="10"/>
          </p:nvPr>
        </p:nvSpPr>
        <p:spPr/>
        <p:txBody>
          <a:bodyPr/>
          <a:lstStyle>
            <a:lvl1pPr>
              <a:defRPr/>
            </a:lvl1pPr>
          </a:lstStyle>
          <a:p>
            <a:pPr>
              <a:defRPr/>
            </a:pPr>
            <a:fld id="{06C245B7-BAAE-43FD-9837-C50B33E65278}" type="datetime1">
              <a:rPr lang="en-US"/>
              <a:pPr>
                <a:defRPr/>
              </a:pPr>
              <a:t>9/3/2024</a:t>
            </a:fld>
            <a:endParaRPr lang="en-US"/>
          </a:p>
        </p:txBody>
      </p:sp>
      <p:sp>
        <p:nvSpPr>
          <p:cNvPr id="5" name="Footer Placeholder 21">
            <a:extLst>
              <a:ext uri="{FF2B5EF4-FFF2-40B4-BE49-F238E27FC236}">
                <a16:creationId xmlns:a16="http://schemas.microsoft.com/office/drawing/2014/main" id="{BE730187-8583-49E0-A8D7-A5338F9A23E6}"/>
              </a:ext>
            </a:extLst>
          </p:cNvPr>
          <p:cNvSpPr>
            <a:spLocks noGrp="1"/>
          </p:cNvSpPr>
          <p:nvPr>
            <p:ph type="ftr" sz="quarter" idx="11"/>
          </p:nvPr>
        </p:nvSpPr>
        <p:spPr/>
        <p:txBody>
          <a:bodyPr/>
          <a:lstStyle>
            <a:lvl1pPr>
              <a:defRPr/>
            </a:lvl1pPr>
          </a:lstStyle>
          <a:p>
            <a:pPr>
              <a:defRPr/>
            </a:pPr>
            <a:r>
              <a:rPr lang="en-US"/>
              <a:t>© Copyright 1992-2018 by Pearson Education, Inc. All Rights Reserved.</a:t>
            </a:r>
          </a:p>
        </p:txBody>
      </p:sp>
      <p:sp>
        <p:nvSpPr>
          <p:cNvPr id="6" name="Slide Number Placeholder 17">
            <a:extLst>
              <a:ext uri="{FF2B5EF4-FFF2-40B4-BE49-F238E27FC236}">
                <a16:creationId xmlns:a16="http://schemas.microsoft.com/office/drawing/2014/main" id="{CB9821F6-E4E6-4A33-ADCA-120EC4BE3287}"/>
              </a:ext>
            </a:extLst>
          </p:cNvPr>
          <p:cNvSpPr>
            <a:spLocks noGrp="1"/>
          </p:cNvSpPr>
          <p:nvPr>
            <p:ph type="sldNum" sz="quarter" idx="12"/>
          </p:nvPr>
        </p:nvSpPr>
        <p:spPr/>
        <p:txBody>
          <a:bodyPr/>
          <a:lstStyle>
            <a:lvl1pPr>
              <a:defRPr/>
            </a:lvl1pPr>
          </a:lstStyle>
          <a:p>
            <a:pPr>
              <a:defRPr/>
            </a:pPr>
            <a:fld id="{99FC599F-7645-4110-9F52-E95DBBA45DFD}" type="slidenum">
              <a:rPr lang="en-US"/>
              <a:pPr>
                <a:defRPr/>
              </a:pPr>
              <a:t>‹#›</a:t>
            </a:fld>
            <a:endParaRPr lang="en-US"/>
          </a:p>
        </p:txBody>
      </p:sp>
    </p:spTree>
    <p:extLst>
      <p:ext uri="{BB962C8B-B14F-4D97-AF65-F5344CB8AC3E}">
        <p14:creationId xmlns:p14="http://schemas.microsoft.com/office/powerpoint/2010/main" val="300141699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21">
            <a:extLst>
              <a:ext uri="{FF2B5EF4-FFF2-40B4-BE49-F238E27FC236}">
                <a16:creationId xmlns:a16="http://schemas.microsoft.com/office/drawing/2014/main" id="{C8C07D70-3445-4480-8892-C4B9EE3C1A95}"/>
              </a:ext>
            </a:extLst>
          </p:cNvPr>
          <p:cNvSpPr>
            <a:spLocks noGrp="1"/>
          </p:cNvSpPr>
          <p:nvPr>
            <p:ph type="ftr" sz="quarter" idx="10"/>
          </p:nvPr>
        </p:nvSpPr>
        <p:spPr>
          <a:xfrm>
            <a:off x="4487863" y="6408738"/>
            <a:ext cx="7045325" cy="365125"/>
          </a:xfrm>
        </p:spPr>
        <p:txBody>
          <a:bodyPr/>
          <a:lstStyle>
            <a:lvl1pPr>
              <a:defRPr/>
            </a:lvl1pPr>
          </a:lstStyle>
          <a:p>
            <a:pPr>
              <a:defRPr/>
            </a:pPr>
            <a:r>
              <a:rPr lang="en-US"/>
              <a:t>© Copyright 1992-2018 by Pearson Education, Inc. All Rights Reserved.</a:t>
            </a:r>
          </a:p>
        </p:txBody>
      </p:sp>
      <p:sp>
        <p:nvSpPr>
          <p:cNvPr id="5" name="Slide Number Placeholder 17">
            <a:extLst>
              <a:ext uri="{FF2B5EF4-FFF2-40B4-BE49-F238E27FC236}">
                <a16:creationId xmlns:a16="http://schemas.microsoft.com/office/drawing/2014/main" id="{544B146A-BCA2-4E99-AA71-339D384CF393}"/>
              </a:ext>
            </a:extLst>
          </p:cNvPr>
          <p:cNvSpPr>
            <a:spLocks noGrp="1"/>
          </p:cNvSpPr>
          <p:nvPr>
            <p:ph type="sldNum" sz="quarter" idx="11"/>
          </p:nvPr>
        </p:nvSpPr>
        <p:spPr/>
        <p:txBody>
          <a:bodyPr/>
          <a:lstStyle>
            <a:lvl1pPr>
              <a:defRPr/>
            </a:lvl1pPr>
          </a:lstStyle>
          <a:p>
            <a:pPr>
              <a:defRPr/>
            </a:pPr>
            <a:fld id="{51C5775D-EA71-48D6-B7A1-2427D2CEF0ED}" type="slidenum">
              <a:rPr lang="en-US"/>
              <a:pPr>
                <a:defRPr/>
              </a:pPr>
              <a:t>‹#›</a:t>
            </a:fld>
            <a:endParaRPr lang="en-US"/>
          </a:p>
        </p:txBody>
      </p:sp>
    </p:spTree>
    <p:extLst>
      <p:ext uri="{BB962C8B-B14F-4D97-AF65-F5344CB8AC3E}">
        <p14:creationId xmlns:p14="http://schemas.microsoft.com/office/powerpoint/2010/main" val="1173788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19" Type="http://schemas.openxmlformats.org/officeDocument/2006/relationships/theme" Target="../theme/theme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theme" Target="../theme/theme3.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Placeholder 8"/>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endParaRPr lang="en-US" dirty="0"/>
          </a:p>
        </p:txBody>
      </p:sp>
      <p:sp>
        <p:nvSpPr>
          <p:cNvPr id="1033" name="Text Placeholder 29"/>
          <p:cNvSpPr>
            <a:spLocks noGrp="1"/>
          </p:cNvSpPr>
          <p:nvPr>
            <p:ph type="body" idx="1"/>
          </p:nvPr>
        </p:nvSpPr>
        <p:spPr bwMode="auto">
          <a:xfrm>
            <a:off x="609600" y="1481138"/>
            <a:ext cx="109728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 name="Date Placeholder 9"/>
          <p:cNvSpPr>
            <a:spLocks noGrp="1"/>
          </p:cNvSpPr>
          <p:nvPr>
            <p:ph type="dt" sz="half" idx="2"/>
          </p:nvPr>
        </p:nvSpPr>
        <p:spPr>
          <a:xfrm>
            <a:off x="8970433" y="6408739"/>
            <a:ext cx="2559051" cy="365125"/>
          </a:xfrm>
          <a:prstGeom prst="rect">
            <a:avLst/>
          </a:prstGeom>
        </p:spPr>
        <p:txBody>
          <a:bodyPr vert="horz" anchor="b"/>
          <a:lstStyle>
            <a:lvl1pPr algn="l" eaLnBrk="1" fontAlgn="auto" latinLnBrk="0" hangingPunct="1">
              <a:spcBef>
                <a:spcPts val="0"/>
              </a:spcBef>
              <a:spcAft>
                <a:spcPts val="0"/>
              </a:spcAft>
              <a:defRPr kumimoji="0" sz="1000" smtClean="0">
                <a:solidFill>
                  <a:schemeClr val="tx1"/>
                </a:solidFill>
                <a:latin typeface="Cambria" panose="02040503050406030204" pitchFamily="18" charset="0"/>
                <a:cs typeface="+mn-cs"/>
              </a:defRPr>
            </a:lvl1pPr>
            <a:extLst/>
          </a:lstStyle>
          <a:p>
            <a:endParaRPr lang="en-US"/>
          </a:p>
        </p:txBody>
      </p:sp>
      <p:sp>
        <p:nvSpPr>
          <p:cNvPr id="22" name="Footer Placeholder 21"/>
          <p:cNvSpPr>
            <a:spLocks noGrp="1"/>
          </p:cNvSpPr>
          <p:nvPr>
            <p:ph type="ftr" sz="quarter" idx="3"/>
          </p:nvPr>
        </p:nvSpPr>
        <p:spPr>
          <a:xfrm>
            <a:off x="609600" y="6408739"/>
            <a:ext cx="8365067" cy="365125"/>
          </a:xfrm>
          <a:prstGeom prst="rect">
            <a:avLst/>
          </a:prstGeom>
        </p:spPr>
        <p:txBody>
          <a:bodyPr vert="horz" anchor="b"/>
          <a:lstStyle>
            <a:lvl1pPr algn="l" eaLnBrk="1" fontAlgn="auto" latinLnBrk="0" hangingPunct="1">
              <a:spcBef>
                <a:spcPts val="0"/>
              </a:spcBef>
              <a:spcAft>
                <a:spcPts val="0"/>
              </a:spcAft>
              <a:defRPr kumimoji="0" sz="1000">
                <a:solidFill>
                  <a:schemeClr val="tx1"/>
                </a:solidFill>
                <a:latin typeface="Cambria" panose="02040503050406030204" pitchFamily="18" charset="0"/>
                <a:cs typeface="+mn-cs"/>
              </a:defRPr>
            </a:lvl1pPr>
            <a:extLst/>
          </a:lstStyle>
          <a:p>
            <a:r>
              <a:rPr lang="en-US"/>
              <a:t>© Copyright 1992-2018 by Pearson Education, Inc. All Rights Reserved.</a:t>
            </a:r>
          </a:p>
        </p:txBody>
      </p:sp>
      <p:sp>
        <p:nvSpPr>
          <p:cNvPr id="18" name="Slide Number Placeholder 17"/>
          <p:cNvSpPr>
            <a:spLocks noGrp="1"/>
          </p:cNvSpPr>
          <p:nvPr>
            <p:ph type="sldNum" sz="quarter" idx="4"/>
          </p:nvPr>
        </p:nvSpPr>
        <p:spPr>
          <a:xfrm>
            <a:off x="11529484" y="6408739"/>
            <a:ext cx="488949" cy="365125"/>
          </a:xfrm>
          <a:prstGeom prst="rect">
            <a:avLst/>
          </a:prstGeom>
        </p:spPr>
        <p:txBody>
          <a:bodyPr vert="horz" wrap="square" lIns="91440" tIns="45720" rIns="91440" bIns="45720" numCol="1" anchor="b" anchorCtr="0" compatLnSpc="1">
            <a:prstTxWarp prst="textNoShape">
              <a:avLst/>
            </a:prstTxWarp>
          </a:bodyPr>
          <a:lstStyle>
            <a:lvl1pPr algn="r">
              <a:defRPr sz="1000">
                <a:latin typeface="Cambria" panose="02040503050406030204" pitchFamily="18" charset="0"/>
                <a:cs typeface="Calibri" panose="020F0502020204030204" pitchFamily="34" charset="0"/>
              </a:defRPr>
            </a:lvl1pPr>
          </a:lstStyle>
          <a:p>
            <a:fld id="{D59BD3FA-AD6E-4905-B083-F4862664E37B}" type="slidenum">
              <a:rPr lang="en-US" smtClean="0"/>
              <a:pPr/>
              <a:t>‹#›</a:t>
            </a:fld>
            <a:endParaRPr lang="en-US" dirty="0"/>
          </a:p>
        </p:txBody>
      </p:sp>
    </p:spTree>
    <p:extLst>
      <p:ext uri="{BB962C8B-B14F-4D97-AF65-F5344CB8AC3E}">
        <p14:creationId xmlns:p14="http://schemas.microsoft.com/office/powerpoint/2010/main" val="382156218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sldNum="0" hdr="0" dt="0"/>
  <p:txStyles>
    <p:title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Cambria" panose="02040503050406030204" pitchFamily="18" charset="0"/>
          <a:ea typeface="+mj-ea"/>
          <a:cs typeface="+mj-cs"/>
        </a:defRPr>
      </a:lvl1pPr>
      <a:lvl2pPr algn="l" rtl="0" eaLnBrk="1" fontAlgn="base" hangingPunct="1">
        <a:spcBef>
          <a:spcPct val="0"/>
        </a:spcBef>
        <a:spcAft>
          <a:spcPct val="0"/>
        </a:spcAft>
        <a:defRPr sz="4100" b="1">
          <a:solidFill>
            <a:schemeClr val="tx2"/>
          </a:solidFill>
          <a:latin typeface="Lucida Sans Unicode" pitchFamily="34" charset="0"/>
        </a:defRPr>
      </a:lvl2pPr>
      <a:lvl3pPr algn="l" rtl="0" eaLnBrk="1" fontAlgn="base" hangingPunct="1">
        <a:spcBef>
          <a:spcPct val="0"/>
        </a:spcBef>
        <a:spcAft>
          <a:spcPct val="0"/>
        </a:spcAft>
        <a:defRPr sz="4100" b="1">
          <a:solidFill>
            <a:schemeClr val="tx2"/>
          </a:solidFill>
          <a:latin typeface="Lucida Sans Unicode" pitchFamily="34" charset="0"/>
        </a:defRPr>
      </a:lvl3pPr>
      <a:lvl4pPr algn="l" rtl="0" eaLnBrk="1" fontAlgn="base" hangingPunct="1">
        <a:spcBef>
          <a:spcPct val="0"/>
        </a:spcBef>
        <a:spcAft>
          <a:spcPct val="0"/>
        </a:spcAft>
        <a:defRPr sz="4100" b="1">
          <a:solidFill>
            <a:schemeClr val="tx2"/>
          </a:solidFill>
          <a:latin typeface="Lucida Sans Unicode" pitchFamily="34" charset="0"/>
        </a:defRPr>
      </a:lvl4pPr>
      <a:lvl5pPr algn="l" rtl="0" eaLnBrk="1" fontAlgn="base" hangingPunct="1">
        <a:spcBef>
          <a:spcPct val="0"/>
        </a:spcBef>
        <a:spcAft>
          <a:spcPct val="0"/>
        </a:spcAft>
        <a:defRPr sz="4100" b="1">
          <a:solidFill>
            <a:schemeClr val="tx2"/>
          </a:solidFill>
          <a:latin typeface="Lucida Sans Unicode" pitchFamily="34"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p:titleStyle>
    <p:bodyStyle>
      <a:lvl1pPr marL="365125" indent="-255588" algn="l" rtl="0" eaLnBrk="1" fontAlgn="base" hangingPunct="1">
        <a:spcBef>
          <a:spcPts val="1200"/>
        </a:spcBef>
        <a:spcAft>
          <a:spcPct val="0"/>
        </a:spcAft>
        <a:buClr>
          <a:schemeClr val="accent1"/>
        </a:buClr>
        <a:buSzPct val="68000"/>
        <a:buFont typeface="Wingdings 3" panose="05040102010807070707" pitchFamily="18" charset="2"/>
        <a:buChar char=""/>
        <a:defRPr sz="2800" kern="1200">
          <a:solidFill>
            <a:schemeClr val="tx1"/>
          </a:solidFill>
          <a:latin typeface="Calibri" panose="020F0502020204030204" pitchFamily="34" charset="0"/>
          <a:ea typeface="+mn-ea"/>
          <a:cs typeface="Calibri" panose="020F0502020204030204" pitchFamily="34" charset="0"/>
        </a:defRPr>
      </a:lvl1pPr>
      <a:lvl2pPr marL="620713" indent="-228600" algn="l" rtl="0" eaLnBrk="1" fontAlgn="base" hangingPunct="1">
        <a:spcBef>
          <a:spcPts val="1200"/>
        </a:spcBef>
        <a:spcAft>
          <a:spcPct val="0"/>
        </a:spcAft>
        <a:buClr>
          <a:schemeClr val="accent1"/>
        </a:buClr>
        <a:buFont typeface="Verdana" panose="020B0604030504040204" pitchFamily="34" charset="0"/>
        <a:buChar char="◦"/>
        <a:defRPr sz="2800" kern="1200">
          <a:solidFill>
            <a:schemeClr val="tx1"/>
          </a:solidFill>
          <a:latin typeface="Calibri" panose="020F0502020204030204" pitchFamily="34" charset="0"/>
          <a:ea typeface="+mn-ea"/>
          <a:cs typeface="Calibri" panose="020F0502020204030204" pitchFamily="34" charset="0"/>
        </a:defRPr>
      </a:lvl2pPr>
      <a:lvl3pPr marL="858838" indent="-228600" algn="l" rtl="0" eaLnBrk="1" fontAlgn="base" hangingPunct="1">
        <a:spcBef>
          <a:spcPts val="1200"/>
        </a:spcBef>
        <a:spcAft>
          <a:spcPct val="0"/>
        </a:spcAft>
        <a:buClr>
          <a:schemeClr val="accent2"/>
        </a:buClr>
        <a:buSzPct val="100000"/>
        <a:buFont typeface="Wingdings 2" panose="05020102010507070707" pitchFamily="18" charset="2"/>
        <a:buChar char=""/>
        <a:defRPr sz="2800" kern="1200">
          <a:solidFill>
            <a:schemeClr val="tx1"/>
          </a:solidFill>
          <a:latin typeface="Calibri" panose="020F0502020204030204" pitchFamily="34" charset="0"/>
          <a:ea typeface="+mn-ea"/>
          <a:cs typeface="Calibri" panose="020F0502020204030204" pitchFamily="34" charset="0"/>
        </a:defRPr>
      </a:lvl3pPr>
      <a:lvl4pPr marL="1143000" indent="-228600" algn="l" rtl="0" eaLnBrk="1" fontAlgn="base" hangingPunct="1">
        <a:spcBef>
          <a:spcPts val="1200"/>
        </a:spcBef>
        <a:spcAft>
          <a:spcPct val="0"/>
        </a:spcAft>
        <a:buClr>
          <a:schemeClr val="accent2"/>
        </a:buClr>
        <a:defRPr sz="2800" kern="1200">
          <a:solidFill>
            <a:schemeClr val="tx1"/>
          </a:solidFill>
          <a:latin typeface="Calibri" panose="020F0502020204030204" pitchFamily="34" charset="0"/>
          <a:ea typeface="+mn-ea"/>
          <a:cs typeface="Calibri" panose="020F0502020204030204" pitchFamily="34" charset="0"/>
        </a:defRPr>
      </a:lvl4pPr>
      <a:lvl5pPr marL="1143000" indent="-228600" algn="l" rtl="0" eaLnBrk="1" fontAlgn="base" hangingPunct="1">
        <a:spcBef>
          <a:spcPts val="1200"/>
        </a:spcBef>
        <a:spcAft>
          <a:spcPct val="0"/>
        </a:spcAft>
        <a:buClr>
          <a:schemeClr val="accent2"/>
        </a:buClr>
        <a:defRPr sz="2800" kern="1200">
          <a:solidFill>
            <a:schemeClr val="tx1"/>
          </a:solidFill>
          <a:latin typeface="Calibri" panose="020F0502020204030204" pitchFamily="34" charset="0"/>
          <a:ea typeface="+mn-ea"/>
          <a:cs typeface="Calibri" panose="020F0502020204030204" pitchFamily="34" charset="0"/>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64686779-0478-4536-BD49-0F35BBF760B4}"/>
              </a:ext>
            </a:extLst>
          </p:cNvPr>
          <p:cNvSpPr>
            <a:spLocks noGrp="1" noChangeArrowheads="1"/>
          </p:cNvSpPr>
          <p:nvPr>
            <p:ph type="title"/>
          </p:nvPr>
        </p:nvSpPr>
        <p:spPr bwMode="auto">
          <a:xfrm>
            <a:off x="0" y="0"/>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a:extLst>
              <a:ext uri="{FF2B5EF4-FFF2-40B4-BE49-F238E27FC236}">
                <a16:creationId xmlns:a16="http://schemas.microsoft.com/office/drawing/2014/main" id="{23437594-32B9-4AE6-A7F4-4E954159E2C3}"/>
              </a:ext>
            </a:extLst>
          </p:cNvPr>
          <p:cNvSpPr>
            <a:spLocks noGrp="1" noChangeArrowheads="1"/>
          </p:cNvSpPr>
          <p:nvPr>
            <p:ph type="body" idx="1"/>
          </p:nvPr>
        </p:nvSpPr>
        <p:spPr bwMode="auto">
          <a:xfrm>
            <a:off x="609600" y="1600202"/>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20AFD0D3-953B-4642-A48D-EEC1BFA05B98}"/>
              </a:ext>
            </a:extLst>
          </p:cNvPr>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a:defRPr sz="900" dirty="0">
                <a:solidFill>
                  <a:schemeClr val="tx1">
                    <a:tint val="75000"/>
                  </a:schemeClr>
                </a:solidFill>
              </a:defRPr>
            </a:lvl1pPr>
          </a:lstStyle>
          <a:p>
            <a:pPr>
              <a:defRPr/>
            </a:pPr>
            <a:endParaRPr lang="en-US"/>
          </a:p>
        </p:txBody>
      </p:sp>
      <p:sp>
        <p:nvSpPr>
          <p:cNvPr id="5" name="Footer Placeholder 4">
            <a:extLst>
              <a:ext uri="{FF2B5EF4-FFF2-40B4-BE49-F238E27FC236}">
                <a16:creationId xmlns:a16="http://schemas.microsoft.com/office/drawing/2014/main" id="{2220090A-5A01-40A4-AEC8-207D907D1528}"/>
              </a:ext>
            </a:extLst>
          </p:cNvPr>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a:defRPr sz="900" dirty="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5AC3AD68-8BFC-40FF-BACA-317524073BE0}"/>
              </a:ext>
            </a:extLst>
          </p:cNvPr>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a:defRPr sz="900" smtClean="0">
                <a:solidFill>
                  <a:schemeClr val="tx1">
                    <a:tint val="75000"/>
                  </a:schemeClr>
                </a:solidFill>
              </a:defRPr>
            </a:lvl1pPr>
          </a:lstStyle>
          <a:p>
            <a:pPr>
              <a:defRPr/>
            </a:pPr>
            <a:fld id="{72B3D524-C3CE-4E67-8850-FCB288E3024B}" type="slidenum">
              <a:rPr lang="en-US"/>
              <a:pPr>
                <a:defRPr/>
              </a:pPr>
              <a:t>‹#›</a:t>
            </a:fld>
            <a:endParaRPr lang="en-US" dirty="0"/>
          </a:p>
        </p:txBody>
      </p:sp>
    </p:spTree>
    <p:extLst>
      <p:ext uri="{BB962C8B-B14F-4D97-AF65-F5344CB8AC3E}">
        <p14:creationId xmlns:p14="http://schemas.microsoft.com/office/powerpoint/2010/main" val="3922061305"/>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 id="2147483703" r:id="rId18"/>
  </p:sldLayoutIdLst>
  <p:hf sldNum="0" hdr="0" ftr="0" dt="0"/>
  <p:txStyles>
    <p:titleStyle>
      <a:lvl1pPr algn="ctr" defTabSz="342900" rtl="0" fontAlgn="base">
        <a:spcBef>
          <a:spcPct val="0"/>
        </a:spcBef>
        <a:spcAft>
          <a:spcPct val="0"/>
        </a:spcAft>
        <a:defRPr sz="3300" kern="1200">
          <a:solidFill>
            <a:schemeClr val="tx1"/>
          </a:solidFill>
          <a:latin typeface="+mj-lt"/>
          <a:ea typeface="+mj-ea"/>
          <a:cs typeface="+mj-cs"/>
        </a:defRPr>
      </a:lvl1pPr>
      <a:lvl2pPr algn="ctr" defTabSz="342900" rtl="0" fontAlgn="base">
        <a:spcBef>
          <a:spcPct val="0"/>
        </a:spcBef>
        <a:spcAft>
          <a:spcPct val="0"/>
        </a:spcAft>
        <a:defRPr sz="3300">
          <a:solidFill>
            <a:schemeClr val="tx1"/>
          </a:solidFill>
          <a:latin typeface="Calibri" panose="020F0502020204030204" pitchFamily="34" charset="0"/>
        </a:defRPr>
      </a:lvl2pPr>
      <a:lvl3pPr algn="ctr" defTabSz="342900" rtl="0" fontAlgn="base">
        <a:spcBef>
          <a:spcPct val="0"/>
        </a:spcBef>
        <a:spcAft>
          <a:spcPct val="0"/>
        </a:spcAft>
        <a:defRPr sz="3300">
          <a:solidFill>
            <a:schemeClr val="tx1"/>
          </a:solidFill>
          <a:latin typeface="Calibri" panose="020F0502020204030204" pitchFamily="34" charset="0"/>
        </a:defRPr>
      </a:lvl3pPr>
      <a:lvl4pPr algn="ctr" defTabSz="342900" rtl="0" fontAlgn="base">
        <a:spcBef>
          <a:spcPct val="0"/>
        </a:spcBef>
        <a:spcAft>
          <a:spcPct val="0"/>
        </a:spcAft>
        <a:defRPr sz="3300">
          <a:solidFill>
            <a:schemeClr val="tx1"/>
          </a:solidFill>
          <a:latin typeface="Calibri" panose="020F0502020204030204" pitchFamily="34" charset="0"/>
        </a:defRPr>
      </a:lvl4pPr>
      <a:lvl5pPr algn="ctr" defTabSz="342900" rtl="0" fontAlgn="base">
        <a:spcBef>
          <a:spcPct val="0"/>
        </a:spcBef>
        <a:spcAft>
          <a:spcPct val="0"/>
        </a:spcAft>
        <a:defRPr sz="3300">
          <a:solidFill>
            <a:schemeClr val="tx1"/>
          </a:solidFill>
          <a:latin typeface="Calibri" panose="020F0502020204030204" pitchFamily="34" charset="0"/>
        </a:defRPr>
      </a:lvl5pPr>
      <a:lvl6pPr marL="342900" algn="ctr" defTabSz="342900" rtl="0" fontAlgn="base">
        <a:spcBef>
          <a:spcPct val="0"/>
        </a:spcBef>
        <a:spcAft>
          <a:spcPct val="0"/>
        </a:spcAft>
        <a:defRPr sz="3300">
          <a:solidFill>
            <a:schemeClr val="tx1"/>
          </a:solidFill>
          <a:latin typeface="Calibri" panose="020F0502020204030204" pitchFamily="34" charset="0"/>
        </a:defRPr>
      </a:lvl6pPr>
      <a:lvl7pPr marL="685800" algn="ctr" defTabSz="342900" rtl="0" fontAlgn="base">
        <a:spcBef>
          <a:spcPct val="0"/>
        </a:spcBef>
        <a:spcAft>
          <a:spcPct val="0"/>
        </a:spcAft>
        <a:defRPr sz="3300">
          <a:solidFill>
            <a:schemeClr val="tx1"/>
          </a:solidFill>
          <a:latin typeface="Calibri" panose="020F0502020204030204" pitchFamily="34" charset="0"/>
        </a:defRPr>
      </a:lvl7pPr>
      <a:lvl8pPr marL="1028700" algn="ctr" defTabSz="342900" rtl="0" fontAlgn="base">
        <a:spcBef>
          <a:spcPct val="0"/>
        </a:spcBef>
        <a:spcAft>
          <a:spcPct val="0"/>
        </a:spcAft>
        <a:defRPr sz="3300">
          <a:solidFill>
            <a:schemeClr val="tx1"/>
          </a:solidFill>
          <a:latin typeface="Calibri" panose="020F0502020204030204" pitchFamily="34" charset="0"/>
        </a:defRPr>
      </a:lvl8pPr>
      <a:lvl9pPr marL="1371600" algn="ctr" defTabSz="342900" rtl="0" fontAlgn="base">
        <a:spcBef>
          <a:spcPct val="0"/>
        </a:spcBef>
        <a:spcAft>
          <a:spcPct val="0"/>
        </a:spcAft>
        <a:defRPr sz="3300">
          <a:solidFill>
            <a:schemeClr val="tx1"/>
          </a:solidFill>
          <a:latin typeface="Calibri" panose="020F0502020204030204" pitchFamily="34" charset="0"/>
        </a:defRPr>
      </a:lvl9pPr>
    </p:titleStyle>
    <p:bodyStyle>
      <a:lvl1pPr marL="257175" indent="-257175" algn="l" defTabSz="342900" rtl="0" fontAlgn="base">
        <a:spcBef>
          <a:spcPct val="20000"/>
        </a:spcBef>
        <a:spcAft>
          <a:spcPct val="0"/>
        </a:spcAft>
        <a:buClr>
          <a:srgbClr val="3C5AA8"/>
        </a:buClr>
        <a:buFont typeface="Arial" panose="020B0604020202020204" pitchFamily="34" charset="0"/>
        <a:buChar char="•"/>
        <a:defRPr sz="2400" kern="1200">
          <a:solidFill>
            <a:schemeClr val="tx1"/>
          </a:solidFill>
          <a:latin typeface="+mn-lt"/>
          <a:ea typeface="+mn-ea"/>
          <a:cs typeface="+mn-cs"/>
        </a:defRPr>
      </a:lvl1pPr>
      <a:lvl2pPr marL="557213" indent="-214313" algn="l" defTabSz="342900" rtl="0" fontAlgn="base">
        <a:spcBef>
          <a:spcPct val="20000"/>
        </a:spcBef>
        <a:spcAft>
          <a:spcPct val="0"/>
        </a:spcAft>
        <a:buClr>
          <a:srgbClr val="3C5AA8"/>
        </a:buClr>
        <a:buFont typeface="Arial" panose="020B0604020202020204" pitchFamily="34" charset="0"/>
        <a:buChar char="–"/>
        <a:defRPr sz="2100" kern="1200">
          <a:solidFill>
            <a:schemeClr val="tx1"/>
          </a:solidFill>
          <a:latin typeface="+mn-lt"/>
          <a:ea typeface="+mn-ea"/>
          <a:cs typeface="+mn-cs"/>
        </a:defRPr>
      </a:lvl2pPr>
      <a:lvl3pPr marL="857250" indent="-171450" algn="l" defTabSz="342900" rtl="0" fontAlgn="base">
        <a:spcBef>
          <a:spcPct val="20000"/>
        </a:spcBef>
        <a:spcAft>
          <a:spcPct val="0"/>
        </a:spcAft>
        <a:buClr>
          <a:srgbClr val="3C5AA8"/>
        </a:buClr>
        <a:buFont typeface="Arial" panose="020B0604020202020204" pitchFamily="34" charset="0"/>
        <a:buChar char="•"/>
        <a:defRPr sz="1800" kern="1200">
          <a:solidFill>
            <a:schemeClr val="tx1"/>
          </a:solidFill>
          <a:latin typeface="+mn-lt"/>
          <a:ea typeface="+mn-ea"/>
          <a:cs typeface="+mn-cs"/>
        </a:defRPr>
      </a:lvl3pPr>
      <a:lvl4pPr marL="1200150" indent="-171450" algn="l" defTabSz="342900" rtl="0" fontAlgn="base">
        <a:spcBef>
          <a:spcPct val="20000"/>
        </a:spcBef>
        <a:spcAft>
          <a:spcPct val="0"/>
        </a:spcAft>
        <a:buClr>
          <a:srgbClr val="3C5AA8"/>
        </a:buClr>
        <a:buFont typeface="Arial" panose="020B0604020202020204" pitchFamily="34" charset="0"/>
        <a:buChar char="–"/>
        <a:defRPr sz="1500" kern="1200">
          <a:solidFill>
            <a:schemeClr val="tx1"/>
          </a:solidFill>
          <a:latin typeface="+mn-lt"/>
          <a:ea typeface="+mn-ea"/>
          <a:cs typeface="+mn-cs"/>
        </a:defRPr>
      </a:lvl4pPr>
      <a:lvl5pPr marL="1543050" indent="-171450" algn="l" defTabSz="342900" rtl="0" fontAlgn="base">
        <a:spcBef>
          <a:spcPct val="20000"/>
        </a:spcBef>
        <a:spcAft>
          <a:spcPct val="0"/>
        </a:spcAft>
        <a:buClr>
          <a:srgbClr val="3C5AA8"/>
        </a:buClr>
        <a:buFont typeface="Arial" panose="020B0604020202020204" pitchFamily="34" charset="0"/>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Placeholder 8">
            <a:extLst>
              <a:ext uri="{FF2B5EF4-FFF2-40B4-BE49-F238E27FC236}">
                <a16:creationId xmlns:a16="http://schemas.microsoft.com/office/drawing/2014/main" id="{A7B33325-FB42-4ED3-8CE9-AD4D23999FB3}"/>
              </a:ext>
            </a:extLst>
          </p:cNvPr>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endParaRPr lang="en-US" dirty="0"/>
          </a:p>
        </p:txBody>
      </p:sp>
      <p:sp>
        <p:nvSpPr>
          <p:cNvPr id="1027" name="Text Placeholder 29">
            <a:extLst>
              <a:ext uri="{FF2B5EF4-FFF2-40B4-BE49-F238E27FC236}">
                <a16:creationId xmlns:a16="http://schemas.microsoft.com/office/drawing/2014/main" id="{75315284-B00A-4C4B-9B1F-E2A267CDA5E2}"/>
              </a:ext>
            </a:extLst>
          </p:cNvPr>
          <p:cNvSpPr>
            <a:spLocks noGrp="1"/>
          </p:cNvSpPr>
          <p:nvPr>
            <p:ph type="body" idx="1"/>
          </p:nvPr>
        </p:nvSpPr>
        <p:spPr bwMode="auto">
          <a:xfrm>
            <a:off x="609600" y="1481138"/>
            <a:ext cx="109728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 name="Date Placeholder 9">
            <a:extLst>
              <a:ext uri="{FF2B5EF4-FFF2-40B4-BE49-F238E27FC236}">
                <a16:creationId xmlns:a16="http://schemas.microsoft.com/office/drawing/2014/main" id="{186F1D01-84ED-4DCB-B032-E0B28F2516F6}"/>
              </a:ext>
            </a:extLst>
          </p:cNvPr>
          <p:cNvSpPr>
            <a:spLocks noGrp="1"/>
          </p:cNvSpPr>
          <p:nvPr>
            <p:ph type="dt" sz="half" idx="2"/>
          </p:nvPr>
        </p:nvSpPr>
        <p:spPr>
          <a:xfrm>
            <a:off x="8970963" y="6408738"/>
            <a:ext cx="2559050" cy="365125"/>
          </a:xfrm>
          <a:prstGeom prst="rect">
            <a:avLst/>
          </a:prstGeom>
        </p:spPr>
        <p:txBody>
          <a:bodyPr vert="horz" anchor="b"/>
          <a:lstStyle>
            <a:lvl1pPr algn="l" eaLnBrk="1" fontAlgn="auto" latinLnBrk="0" hangingPunct="1">
              <a:spcBef>
                <a:spcPts val="0"/>
              </a:spcBef>
              <a:spcAft>
                <a:spcPts val="0"/>
              </a:spcAft>
              <a:defRPr kumimoji="0" sz="1000">
                <a:solidFill>
                  <a:schemeClr val="tx1"/>
                </a:solidFill>
                <a:latin typeface="Cambria" panose="02040503050406030204" pitchFamily="18" charset="0"/>
                <a:cs typeface="+mn-cs"/>
              </a:defRPr>
            </a:lvl1pPr>
            <a:extLst/>
          </a:lstStyle>
          <a:p>
            <a:pPr>
              <a:defRPr/>
            </a:pPr>
            <a:fld id="{82095CC3-2994-4386-A970-F6C79043634E}" type="datetime1">
              <a:rPr lang="en-US"/>
              <a:pPr>
                <a:defRPr/>
              </a:pPr>
              <a:t>9/3/2024</a:t>
            </a:fld>
            <a:endParaRPr lang="en-US"/>
          </a:p>
        </p:txBody>
      </p:sp>
      <p:sp>
        <p:nvSpPr>
          <p:cNvPr id="22" name="Footer Placeholder 21">
            <a:extLst>
              <a:ext uri="{FF2B5EF4-FFF2-40B4-BE49-F238E27FC236}">
                <a16:creationId xmlns:a16="http://schemas.microsoft.com/office/drawing/2014/main" id="{3B45C6E9-6D27-4BF4-B585-370DD45F76DB}"/>
              </a:ext>
            </a:extLst>
          </p:cNvPr>
          <p:cNvSpPr>
            <a:spLocks noGrp="1"/>
          </p:cNvSpPr>
          <p:nvPr>
            <p:ph type="ftr" sz="quarter" idx="3"/>
          </p:nvPr>
        </p:nvSpPr>
        <p:spPr>
          <a:xfrm>
            <a:off x="609600" y="6408738"/>
            <a:ext cx="8364538" cy="365125"/>
          </a:xfrm>
          <a:prstGeom prst="rect">
            <a:avLst/>
          </a:prstGeom>
        </p:spPr>
        <p:txBody>
          <a:bodyPr vert="horz" anchor="b"/>
          <a:lstStyle>
            <a:lvl1pPr algn="l" eaLnBrk="1" fontAlgn="auto" latinLnBrk="0" hangingPunct="1">
              <a:spcBef>
                <a:spcPts val="0"/>
              </a:spcBef>
              <a:spcAft>
                <a:spcPts val="0"/>
              </a:spcAft>
              <a:defRPr kumimoji="0" sz="1000">
                <a:solidFill>
                  <a:schemeClr val="tx1"/>
                </a:solidFill>
                <a:latin typeface="Cambria" panose="02040503050406030204" pitchFamily="18" charset="0"/>
                <a:cs typeface="+mn-cs"/>
              </a:defRPr>
            </a:lvl1pPr>
            <a:extLst/>
          </a:lstStyle>
          <a:p>
            <a:pPr>
              <a:defRPr/>
            </a:pPr>
            <a:r>
              <a:rPr lang="en-US"/>
              <a:t>© Copyright 1992-2018 by Pearson Education, Inc. All Rights Reserved.</a:t>
            </a:r>
          </a:p>
        </p:txBody>
      </p:sp>
      <p:sp>
        <p:nvSpPr>
          <p:cNvPr id="18" name="Slide Number Placeholder 17">
            <a:extLst>
              <a:ext uri="{FF2B5EF4-FFF2-40B4-BE49-F238E27FC236}">
                <a16:creationId xmlns:a16="http://schemas.microsoft.com/office/drawing/2014/main" id="{D99575CB-8092-43A4-A711-E327D2159001}"/>
              </a:ext>
            </a:extLst>
          </p:cNvPr>
          <p:cNvSpPr>
            <a:spLocks noGrp="1"/>
          </p:cNvSpPr>
          <p:nvPr>
            <p:ph type="sldNum" sz="quarter" idx="4"/>
          </p:nvPr>
        </p:nvSpPr>
        <p:spPr>
          <a:xfrm>
            <a:off x="11530013" y="6408738"/>
            <a:ext cx="488950" cy="365125"/>
          </a:xfrm>
          <a:prstGeom prst="rect">
            <a:avLst/>
          </a:prstGeom>
        </p:spPr>
        <p:txBody>
          <a:bodyPr vert="horz" wrap="square" lIns="91440" tIns="45720" rIns="91440" bIns="45720" numCol="1" anchor="b" anchorCtr="0" compatLnSpc="1">
            <a:prstTxWarp prst="textNoShape">
              <a:avLst/>
            </a:prstTxWarp>
          </a:bodyPr>
          <a:lstStyle>
            <a:lvl1pPr algn="r" eaLnBrk="1" hangingPunct="1">
              <a:defRPr sz="1000">
                <a:latin typeface="Cambria" panose="02040503050406030204" pitchFamily="18" charset="0"/>
                <a:cs typeface="Calibri" panose="020F0502020204030204" pitchFamily="34" charset="0"/>
              </a:defRPr>
            </a:lvl1pPr>
          </a:lstStyle>
          <a:p>
            <a:pPr>
              <a:defRPr/>
            </a:pPr>
            <a:fld id="{5729904D-C361-48B0-9E32-450F5B3174CC}" type="slidenum">
              <a:rPr lang="en-US"/>
              <a:pPr>
                <a:defRPr/>
              </a:pPr>
              <a:t>‹#›</a:t>
            </a:fld>
            <a:endParaRPr lang="en-US"/>
          </a:p>
        </p:txBody>
      </p:sp>
    </p:spTree>
    <p:extLst>
      <p:ext uri="{BB962C8B-B14F-4D97-AF65-F5344CB8AC3E}">
        <p14:creationId xmlns:p14="http://schemas.microsoft.com/office/powerpoint/2010/main" val="3971540784"/>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Lst>
  <p:hf sldNum="0" hdr="0" dt="0"/>
  <p:txStyles>
    <p:titleStyle>
      <a:lvl1pPr algn="l" rtl="0" eaLnBrk="0" fontAlgn="base" hangingPunct="0">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Cambria" panose="02040503050406030204" pitchFamily="18" charset="0"/>
          <a:ea typeface="+mj-ea"/>
          <a:cs typeface="+mj-cs"/>
        </a:defRPr>
      </a:lvl1pPr>
      <a:lvl2pPr algn="l" rtl="0" eaLnBrk="0" fontAlgn="base" hangingPunct="0">
        <a:spcBef>
          <a:spcPct val="0"/>
        </a:spcBef>
        <a:spcAft>
          <a:spcPct val="0"/>
        </a:spcAft>
        <a:defRPr sz="4100" b="1">
          <a:solidFill>
            <a:schemeClr val="tx2"/>
          </a:solidFill>
          <a:latin typeface="Cambria" panose="02040503050406030204" pitchFamily="18" charset="0"/>
        </a:defRPr>
      </a:lvl2pPr>
      <a:lvl3pPr algn="l" rtl="0" eaLnBrk="0" fontAlgn="base" hangingPunct="0">
        <a:spcBef>
          <a:spcPct val="0"/>
        </a:spcBef>
        <a:spcAft>
          <a:spcPct val="0"/>
        </a:spcAft>
        <a:defRPr sz="4100" b="1">
          <a:solidFill>
            <a:schemeClr val="tx2"/>
          </a:solidFill>
          <a:latin typeface="Cambria" panose="02040503050406030204" pitchFamily="18" charset="0"/>
        </a:defRPr>
      </a:lvl3pPr>
      <a:lvl4pPr algn="l" rtl="0" eaLnBrk="0" fontAlgn="base" hangingPunct="0">
        <a:spcBef>
          <a:spcPct val="0"/>
        </a:spcBef>
        <a:spcAft>
          <a:spcPct val="0"/>
        </a:spcAft>
        <a:defRPr sz="4100" b="1">
          <a:solidFill>
            <a:schemeClr val="tx2"/>
          </a:solidFill>
          <a:latin typeface="Cambria" panose="02040503050406030204" pitchFamily="18" charset="0"/>
        </a:defRPr>
      </a:lvl4pPr>
      <a:lvl5pPr algn="l" rtl="0" eaLnBrk="0" fontAlgn="base" hangingPunct="0">
        <a:spcBef>
          <a:spcPct val="0"/>
        </a:spcBef>
        <a:spcAft>
          <a:spcPct val="0"/>
        </a:spcAft>
        <a:defRPr sz="4100" b="1">
          <a:solidFill>
            <a:schemeClr val="tx2"/>
          </a:solidFill>
          <a:latin typeface="Cambria" panose="02040503050406030204" pitchFamily="18" charset="0"/>
        </a:defRPr>
      </a:lvl5pPr>
      <a:lvl6pPr marL="457183" algn="l" rtl="0" eaLnBrk="1" fontAlgn="base" hangingPunct="1">
        <a:spcBef>
          <a:spcPct val="0"/>
        </a:spcBef>
        <a:spcAft>
          <a:spcPct val="0"/>
        </a:spcAft>
        <a:defRPr sz="4100" b="1">
          <a:solidFill>
            <a:schemeClr val="tx2"/>
          </a:solidFill>
          <a:latin typeface="Lucida Sans Unicode" pitchFamily="34" charset="0"/>
        </a:defRPr>
      </a:lvl6pPr>
      <a:lvl7pPr marL="914365" algn="l" rtl="0" eaLnBrk="1" fontAlgn="base" hangingPunct="1">
        <a:spcBef>
          <a:spcPct val="0"/>
        </a:spcBef>
        <a:spcAft>
          <a:spcPct val="0"/>
        </a:spcAft>
        <a:defRPr sz="4100" b="1">
          <a:solidFill>
            <a:schemeClr val="tx2"/>
          </a:solidFill>
          <a:latin typeface="Lucida Sans Unicode" pitchFamily="34" charset="0"/>
        </a:defRPr>
      </a:lvl7pPr>
      <a:lvl8pPr marL="1371547" algn="l" rtl="0" eaLnBrk="1" fontAlgn="base" hangingPunct="1">
        <a:spcBef>
          <a:spcPct val="0"/>
        </a:spcBef>
        <a:spcAft>
          <a:spcPct val="0"/>
        </a:spcAft>
        <a:defRPr sz="4100" b="1">
          <a:solidFill>
            <a:schemeClr val="tx2"/>
          </a:solidFill>
          <a:latin typeface="Lucida Sans Unicode" pitchFamily="34" charset="0"/>
        </a:defRPr>
      </a:lvl8pPr>
      <a:lvl9pPr marL="1828729" algn="l" rtl="0" eaLnBrk="1" fontAlgn="base" hangingPunct="1">
        <a:spcBef>
          <a:spcPct val="0"/>
        </a:spcBef>
        <a:spcAft>
          <a:spcPct val="0"/>
        </a:spcAft>
        <a:defRPr sz="4100" b="1">
          <a:solidFill>
            <a:schemeClr val="tx2"/>
          </a:solidFill>
          <a:latin typeface="Lucida Sans Unicode" pitchFamily="34" charset="0"/>
        </a:defRPr>
      </a:lvl9pPr>
      <a:extLst/>
    </p:titleStyle>
    <p:bodyStyle>
      <a:lvl1pPr marL="363538" indent="-254000" algn="l" rtl="0" eaLnBrk="0" fontAlgn="base" hangingPunct="0">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Cambria" panose="02040503050406030204" pitchFamily="18" charset="0"/>
          <a:ea typeface="+mn-ea"/>
          <a:cs typeface="+mn-cs"/>
        </a:defRPr>
      </a:lvl1pPr>
      <a:lvl2pPr marL="619125" indent="-227013" algn="l" rtl="0" eaLnBrk="0" fontAlgn="base" hangingPunct="0">
        <a:spcBef>
          <a:spcPts val="325"/>
        </a:spcBef>
        <a:spcAft>
          <a:spcPct val="0"/>
        </a:spcAft>
        <a:buClr>
          <a:schemeClr val="accent1"/>
        </a:buClr>
        <a:buFont typeface="Verdana" panose="020B0604030504040204" pitchFamily="34" charset="0"/>
        <a:buChar char="◦"/>
        <a:defRPr sz="2300" kern="1200">
          <a:solidFill>
            <a:schemeClr val="tx1"/>
          </a:solidFill>
          <a:latin typeface="Cambria" panose="02040503050406030204" pitchFamily="18" charset="0"/>
          <a:ea typeface="+mn-ea"/>
          <a:cs typeface="+mn-cs"/>
        </a:defRPr>
      </a:lvl2pPr>
      <a:lvl3pPr marL="857250" indent="-227013" algn="l" rtl="0" eaLnBrk="0" fontAlgn="base" hangingPunct="0">
        <a:spcBef>
          <a:spcPts val="350"/>
        </a:spcBef>
        <a:spcAft>
          <a:spcPct val="0"/>
        </a:spcAft>
        <a:buClr>
          <a:schemeClr val="accent2"/>
        </a:buClr>
        <a:buSzPct val="100000"/>
        <a:buFont typeface="Wingdings 2" panose="05020102010507070707" pitchFamily="18" charset="2"/>
        <a:buChar char=""/>
        <a:defRPr sz="2100" kern="1200">
          <a:solidFill>
            <a:schemeClr val="tx1"/>
          </a:solidFill>
          <a:latin typeface="Cambria" panose="02040503050406030204" pitchFamily="18" charset="0"/>
          <a:ea typeface="+mn-ea"/>
          <a:cs typeface="+mn-cs"/>
        </a:defRPr>
      </a:lvl3pPr>
      <a:lvl4pPr marL="1141413" indent="-227013" algn="l" rtl="0" eaLnBrk="0" fontAlgn="base" hangingPunct="0">
        <a:spcBef>
          <a:spcPts val="350"/>
        </a:spcBef>
        <a:spcAft>
          <a:spcPct val="0"/>
        </a:spcAft>
        <a:buClr>
          <a:schemeClr val="accent2"/>
        </a:buClr>
        <a:defRPr sz="1900" kern="1200">
          <a:solidFill>
            <a:schemeClr val="tx1"/>
          </a:solidFill>
          <a:latin typeface="Cambria" panose="02040503050406030204" pitchFamily="18" charset="0"/>
          <a:ea typeface="+mn-ea"/>
          <a:cs typeface="+mn-cs"/>
        </a:defRPr>
      </a:lvl4pPr>
      <a:lvl5pPr marL="1141413" indent="-227013" algn="l" rtl="0" eaLnBrk="0" fontAlgn="base" hangingPunct="0">
        <a:spcBef>
          <a:spcPts val="350"/>
        </a:spcBef>
        <a:spcAft>
          <a:spcPct val="0"/>
        </a:spcAft>
        <a:buClr>
          <a:schemeClr val="accent2"/>
        </a:buClr>
        <a:defRPr sz="1900" kern="1200">
          <a:solidFill>
            <a:schemeClr val="tx1"/>
          </a:solidFill>
          <a:latin typeface="Cambria" panose="02040503050406030204" pitchFamily="18" charset="0"/>
          <a:ea typeface="+mn-ea"/>
          <a:cs typeface="+mn-cs"/>
        </a:defRPr>
      </a:lvl5pPr>
      <a:lvl6pPr marL="1600138" indent="-228591"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729" indent="-228591"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321" indent="-228591"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5912" indent="-228591"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183" algn="l" rtl="0" eaLnBrk="1" latinLnBrk="0" hangingPunct="1">
        <a:defRPr kumimoji="0" kern="1200">
          <a:solidFill>
            <a:schemeClr val="tx1"/>
          </a:solidFill>
          <a:latin typeface="+mn-lt"/>
          <a:ea typeface="+mn-ea"/>
          <a:cs typeface="+mn-cs"/>
        </a:defRPr>
      </a:lvl2pPr>
      <a:lvl3pPr marL="914365" algn="l" rtl="0" eaLnBrk="1" latinLnBrk="0" hangingPunct="1">
        <a:defRPr kumimoji="0" kern="1200">
          <a:solidFill>
            <a:schemeClr val="tx1"/>
          </a:solidFill>
          <a:latin typeface="+mn-lt"/>
          <a:ea typeface="+mn-ea"/>
          <a:cs typeface="+mn-cs"/>
        </a:defRPr>
      </a:lvl3pPr>
      <a:lvl4pPr marL="1371547" algn="l" rtl="0" eaLnBrk="1" latinLnBrk="0" hangingPunct="1">
        <a:defRPr kumimoji="0" kern="1200">
          <a:solidFill>
            <a:schemeClr val="tx1"/>
          </a:solidFill>
          <a:latin typeface="+mn-lt"/>
          <a:ea typeface="+mn-ea"/>
          <a:cs typeface="+mn-cs"/>
        </a:defRPr>
      </a:lvl4pPr>
      <a:lvl5pPr marL="1828729" algn="l" rtl="0" eaLnBrk="1" latinLnBrk="0" hangingPunct="1">
        <a:defRPr kumimoji="0" kern="1200">
          <a:solidFill>
            <a:schemeClr val="tx1"/>
          </a:solidFill>
          <a:latin typeface="+mn-lt"/>
          <a:ea typeface="+mn-ea"/>
          <a:cs typeface="+mn-cs"/>
        </a:defRPr>
      </a:lvl5pPr>
      <a:lvl6pPr marL="2285912" algn="l" rtl="0" eaLnBrk="1" latinLnBrk="0" hangingPunct="1">
        <a:defRPr kumimoji="0" kern="1200">
          <a:solidFill>
            <a:schemeClr val="tx1"/>
          </a:solidFill>
          <a:latin typeface="+mn-lt"/>
          <a:ea typeface="+mn-ea"/>
          <a:cs typeface="+mn-cs"/>
        </a:defRPr>
      </a:lvl6pPr>
      <a:lvl7pPr marL="2743094" algn="l" rtl="0" eaLnBrk="1" latinLnBrk="0" hangingPunct="1">
        <a:defRPr kumimoji="0" kern="1200">
          <a:solidFill>
            <a:schemeClr val="tx1"/>
          </a:solidFill>
          <a:latin typeface="+mn-lt"/>
          <a:ea typeface="+mn-ea"/>
          <a:cs typeface="+mn-cs"/>
        </a:defRPr>
      </a:lvl7pPr>
      <a:lvl8pPr marL="3200276" algn="l" rtl="0" eaLnBrk="1" latinLnBrk="0" hangingPunct="1">
        <a:defRPr kumimoji="0" kern="1200">
          <a:solidFill>
            <a:schemeClr val="tx1"/>
          </a:solidFill>
          <a:latin typeface="+mn-lt"/>
          <a:ea typeface="+mn-ea"/>
          <a:cs typeface="+mn-cs"/>
        </a:defRPr>
      </a:lvl8pPr>
      <a:lvl9pPr marL="3657459"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5.xml"/><Relationship Id="rId1" Type="http://schemas.openxmlformats.org/officeDocument/2006/relationships/video" Target="https://www.youtube.com/embed/PYRyJxs9CG4?feature=oembed" TargetMode="External"/><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3" Type="http://schemas.openxmlformats.org/officeDocument/2006/relationships/hyperlink" Target="http://www.christianbook.com/page/bibles/translations/kjv?navcat=Bibles|Translations|KJV" TargetMode="External"/><Relationship Id="rId2" Type="http://schemas.openxmlformats.org/officeDocument/2006/relationships/notesSlide" Target="../notesSlides/notesSlide3.xml"/><Relationship Id="rId1" Type="http://schemas.openxmlformats.org/officeDocument/2006/relationships/slideLayout" Target="../slideLayouts/slideLayout26.xml"/><Relationship Id="rId4" Type="http://schemas.openxmlformats.org/officeDocument/2006/relationships/hyperlink" Target="https://www.kingjamesbibleonline.org/Jonah-2-1/"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3" Type="http://schemas.openxmlformats.org/officeDocument/2006/relationships/hyperlink" Target="https://biblehub.com/1_corinthians/11-24.htm" TargetMode="External"/><Relationship Id="rId2" Type="http://schemas.openxmlformats.org/officeDocument/2006/relationships/notesSlide" Target="../notesSlides/notesSlide5.xml"/><Relationship Id="rId1" Type="http://schemas.openxmlformats.org/officeDocument/2006/relationships/slideLayout" Target="../slideLayouts/slideLayout28.xml"/><Relationship Id="rId4" Type="http://schemas.openxmlformats.org/officeDocument/2006/relationships/hyperlink" Target="https://biblehub.com/luke/22-17.htm"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hyperlink" Target="https://www.biblegateway.com/passage/?search=Psalm%2020&amp;version=NIV#fen-NIV-14186b" TargetMode="Externa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7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11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126.xml.rels><?xml version="1.0" encoding="UTF-8" standalone="yes"?>
<Relationships xmlns="http://schemas.openxmlformats.org/package/2006/relationships"><Relationship Id="rId3" Type="http://schemas.openxmlformats.org/officeDocument/2006/relationships/hyperlink" Target="https://www.w3schools.com/java/java_abstract.asp" TargetMode="External"/><Relationship Id="rId2" Type="http://schemas.openxmlformats.org/officeDocument/2006/relationships/notesSlide" Target="../notesSlides/notesSlide64.xml"/><Relationship Id="rId1" Type="http://schemas.openxmlformats.org/officeDocument/2006/relationships/slideLayout" Target="../slideLayouts/slideLayout1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2.xml"/></Relationships>
</file>

<file path=ppt/slides/_rels/slide14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2.xml"/></Relationships>
</file>

<file path=ppt/slides/_rels/slide14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78.xml"/><Relationship Id="rId1" Type="http://schemas.openxmlformats.org/officeDocument/2006/relationships/slideLayout" Target="../slideLayouts/slideLayout12.xml"/></Relationships>
</file>

<file path=ppt/slides/_rels/slide14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79.xml"/><Relationship Id="rId1" Type="http://schemas.openxmlformats.org/officeDocument/2006/relationships/slideLayout" Target="../slideLayouts/slideLayout12.xml"/></Relationships>
</file>

<file path=ppt/slides/_rels/slide146.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80.xml"/><Relationship Id="rId1" Type="http://schemas.openxmlformats.org/officeDocument/2006/relationships/slideLayout" Target="../slideLayouts/slideLayout12.xml"/></Relationships>
</file>

<file path=ppt/slides/_rels/slide148.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81.xml"/><Relationship Id="rId1" Type="http://schemas.openxmlformats.org/officeDocument/2006/relationships/slideLayout" Target="../slideLayouts/slideLayout12.xml"/></Relationships>
</file>

<file path=ppt/slides/_rels/slide15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2.xml"/></Relationships>
</file>

<file path=ppt/slides/_rels/slide15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83.xml"/><Relationship Id="rId1" Type="http://schemas.openxmlformats.org/officeDocument/2006/relationships/slideLayout" Target="../slideLayouts/slideLayout12.xml"/></Relationships>
</file>

<file path=ppt/slides/_rels/slide15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84.xml"/><Relationship Id="rId1" Type="http://schemas.openxmlformats.org/officeDocument/2006/relationships/slideLayout" Target="../slideLayouts/slideLayout12.xml"/></Relationships>
</file>

<file path=ppt/slides/_rels/slide16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85.xml"/><Relationship Id="rId1" Type="http://schemas.openxmlformats.org/officeDocument/2006/relationships/slideLayout" Target="../slideLayouts/slideLayout12.xml"/></Relationships>
</file>

<file path=ppt/slides/_rels/slide16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2.xml"/></Relationships>
</file>

<file path=ppt/slides/_rels/slide172.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2.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2.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2.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2.xml"/></Relationships>
</file>

<file path=ppt/slides/_rels/slide183.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2.xml"/></Relationships>
</file>

<file path=ppt/slides/_rels/slide185.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2.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2.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2.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2.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2.xml"/></Relationships>
</file>

<file path=ppt/slides/_rels/slide193.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2.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2.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2.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2.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2.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2.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2.xml"/></Relationships>
</file>

<file path=ppt/slides/_rels/slide202.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2.xml"/></Relationships>
</file>

<file path=ppt/slides/_rels/slide204.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8448E-00CF-414E-B1C5-378F7B7C1BF6}"/>
              </a:ext>
            </a:extLst>
          </p:cNvPr>
          <p:cNvSpPr>
            <a:spLocks noGrp="1"/>
          </p:cNvSpPr>
          <p:nvPr>
            <p:ph type="ctrTitle"/>
          </p:nvPr>
        </p:nvSpPr>
        <p:spPr/>
        <p:txBody>
          <a:bodyPr>
            <a:normAutofit fontScale="90000"/>
          </a:bodyPr>
          <a:lstStyle/>
          <a:p>
            <a:pPr>
              <a:defRPr/>
            </a:pPr>
            <a:r>
              <a:rPr lang="en-US" dirty="0">
                <a:solidFill>
                  <a:srgbClr val="3380E6"/>
                </a:solidFill>
                <a:latin typeface="Calibri" panose="020F0502020204030204" pitchFamily="34" charset="0"/>
              </a:rPr>
              <a:t>Chapter 10</a:t>
            </a:r>
            <a:br>
              <a:rPr lang="en-US" dirty="0">
                <a:solidFill>
                  <a:srgbClr val="3380E6"/>
                </a:solidFill>
                <a:latin typeface="Calibri" panose="020F0502020204030204" pitchFamily="34" charset="0"/>
              </a:rPr>
            </a:br>
            <a:r>
              <a:rPr lang="en-US" dirty="0">
                <a:solidFill>
                  <a:srgbClr val="3380E6"/>
                </a:solidFill>
                <a:latin typeface="Calibri" panose="020F0502020204030204" pitchFamily="34" charset="0"/>
              </a:rPr>
              <a:t>Object-Oriented Programming: Polymorphism and Interfaces</a:t>
            </a:r>
          </a:p>
        </p:txBody>
      </p:sp>
      <p:sp>
        <p:nvSpPr>
          <p:cNvPr id="4" name="Footer Placeholder 3">
            <a:extLst>
              <a:ext uri="{FF2B5EF4-FFF2-40B4-BE49-F238E27FC236}">
                <a16:creationId xmlns:a16="http://schemas.microsoft.com/office/drawing/2014/main" id="{D74AE41A-12CD-4978-919F-F9273EEFEF5E}"/>
              </a:ext>
            </a:extLst>
          </p:cNvPr>
          <p:cNvSpPr>
            <a:spLocks noGrp="1"/>
          </p:cNvSpPr>
          <p:nvPr>
            <p:ph type="ftr" sz="quarter" idx="4294967295"/>
          </p:nvPr>
        </p:nvSpPr>
        <p:spPr>
          <a:xfrm>
            <a:off x="3657600" y="6408739"/>
            <a:ext cx="53170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34192516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1138" name="Title 4">
            <a:extLst>
              <a:ext uri="{FF2B5EF4-FFF2-40B4-BE49-F238E27FC236}">
                <a16:creationId xmlns:a16="http://schemas.microsoft.com/office/drawing/2014/main" id="{21C5ED05-A38B-48EB-8952-9711204E9B76}"/>
              </a:ext>
            </a:extLst>
          </p:cNvPr>
          <p:cNvSpPr>
            <a:spLocks noGrp="1" noChangeArrowheads="1"/>
          </p:cNvSpPr>
          <p:nvPr>
            <p:ph type="title"/>
          </p:nvPr>
        </p:nvSpPr>
        <p:spPr>
          <a:xfrm>
            <a:off x="1554822" y="203742"/>
            <a:ext cx="9144000" cy="795338"/>
          </a:xfrm>
        </p:spPr>
        <p:txBody>
          <a:bodyPr/>
          <a:lstStyle/>
          <a:p>
            <a:r>
              <a:rPr lang="en-US" altLang="en-US" sz="4500">
                <a:latin typeface="Arial" panose="020B0604020202020204" pitchFamily="34" charset="0"/>
                <a:cs typeface="Arial" panose="020B0604020202020204" pitchFamily="34" charset="0"/>
              </a:rPr>
              <a:t>Prayers</a:t>
            </a:r>
          </a:p>
        </p:txBody>
      </p:sp>
      <p:sp>
        <p:nvSpPr>
          <p:cNvPr id="91139" name="Content Placeholder 5">
            <a:extLst>
              <a:ext uri="{FF2B5EF4-FFF2-40B4-BE49-F238E27FC236}">
                <a16:creationId xmlns:a16="http://schemas.microsoft.com/office/drawing/2014/main" id="{0874F1BA-D9C5-4608-9D88-D33711313404}"/>
              </a:ext>
            </a:extLst>
          </p:cNvPr>
          <p:cNvSpPr>
            <a:spLocks noGrp="1" noChangeArrowheads="1"/>
          </p:cNvSpPr>
          <p:nvPr>
            <p:ph idx="1"/>
          </p:nvPr>
        </p:nvSpPr>
        <p:spPr>
          <a:xfrm>
            <a:off x="352426" y="1348979"/>
            <a:ext cx="11839574" cy="967978"/>
          </a:xfrm>
        </p:spPr>
        <p:txBody>
          <a:bodyPr/>
          <a:lstStyle/>
          <a:p>
            <a:pPr algn="ctr"/>
            <a:r>
              <a:rPr lang="en-US" altLang="en-US" sz="4000" b="1" dirty="0">
                <a:latin typeface="Algerian" panose="04020705040A02060702" pitchFamily="82" charset="0"/>
                <a:cs typeface="Arial" panose="020B0604020202020204" pitchFamily="34" charset="0"/>
              </a:rPr>
              <a:t>Importance of prayer in A Christian life</a:t>
            </a:r>
          </a:p>
        </p:txBody>
      </p:sp>
      <p:sp>
        <p:nvSpPr>
          <p:cNvPr id="7" name="Content Placeholder 6">
            <a:extLst>
              <a:ext uri="{FF2B5EF4-FFF2-40B4-BE49-F238E27FC236}">
                <a16:creationId xmlns:a16="http://schemas.microsoft.com/office/drawing/2014/main" id="{CA24EEB9-CE7A-4B6C-8E1F-04AC74DC73BF}"/>
              </a:ext>
            </a:extLst>
          </p:cNvPr>
          <p:cNvSpPr>
            <a:spLocks noGrp="1"/>
          </p:cNvSpPr>
          <p:nvPr>
            <p:ph sz="quarter" idx="10"/>
          </p:nvPr>
        </p:nvSpPr>
        <p:spPr>
          <a:xfrm>
            <a:off x="2181227" y="2316957"/>
            <a:ext cx="8031820" cy="1533526"/>
          </a:xfrm>
        </p:spPr>
        <p:txBody>
          <a:bodyPr rtlCol="0">
            <a:noAutofit/>
          </a:bodyPr>
          <a:lstStyle/>
          <a:p>
            <a:pPr marL="0" indent="0" algn="ctr" fontAlgn="auto">
              <a:spcAft>
                <a:spcPts val="0"/>
              </a:spcAft>
              <a:buNone/>
              <a:defRPr/>
            </a:pPr>
            <a:r>
              <a:rPr lang="en-US" sz="4400" dirty="0">
                <a:highlight>
                  <a:srgbClr val="00FF00"/>
                </a:highlight>
                <a:latin typeface="Bernard MT Condensed" panose="02050806060905020404" pitchFamily="18" charset="0"/>
              </a:rPr>
              <a:t>Texts:</a:t>
            </a:r>
          </a:p>
          <a:p>
            <a:pPr fontAlgn="auto">
              <a:spcBef>
                <a:spcPts val="450"/>
              </a:spcBef>
              <a:spcAft>
                <a:spcPts val="0"/>
              </a:spcAft>
              <a:buFont typeface="Arial"/>
              <a:buChar char="•"/>
              <a:defRPr/>
            </a:pPr>
            <a:r>
              <a:rPr lang="en-US" b="1" dirty="0"/>
              <a:t>Matthew 26:41</a:t>
            </a:r>
          </a:p>
          <a:p>
            <a:pPr lvl="1" fontAlgn="auto">
              <a:spcBef>
                <a:spcPts val="450"/>
              </a:spcBef>
              <a:spcAft>
                <a:spcPts val="0"/>
              </a:spcAft>
              <a:buFont typeface="Arial"/>
              <a:buChar char="–"/>
              <a:defRPr/>
            </a:pPr>
            <a:r>
              <a:rPr lang="en-US" sz="1800" i="1" dirty="0"/>
              <a:t>Watch and pray, that ye enter not into temptation: the spirit indeed is willing, but the flesh is weak.</a:t>
            </a:r>
            <a:endParaRPr lang="en-US" sz="1800" b="1" i="1" dirty="0"/>
          </a:p>
          <a:p>
            <a:pPr fontAlgn="auto">
              <a:spcBef>
                <a:spcPts val="450"/>
              </a:spcBef>
              <a:spcAft>
                <a:spcPts val="0"/>
              </a:spcAft>
              <a:buFont typeface="Arial"/>
              <a:buChar char="•"/>
              <a:defRPr/>
            </a:pPr>
            <a:r>
              <a:rPr lang="en-US" b="1" dirty="0"/>
              <a:t>Matthew 17:21</a:t>
            </a:r>
          </a:p>
          <a:p>
            <a:pPr lvl="1" fontAlgn="auto">
              <a:spcBef>
                <a:spcPts val="450"/>
              </a:spcBef>
              <a:spcAft>
                <a:spcPts val="0"/>
              </a:spcAft>
              <a:buFont typeface="Arial"/>
              <a:buChar char="–"/>
              <a:defRPr/>
            </a:pPr>
            <a:r>
              <a:rPr lang="en-US" sz="1800" i="1" dirty="0"/>
              <a:t>Howbeit this kind </a:t>
            </a:r>
            <a:r>
              <a:rPr lang="en-US" sz="1800" i="1" dirty="0" err="1"/>
              <a:t>goeth</a:t>
            </a:r>
            <a:r>
              <a:rPr lang="en-US" sz="1800" i="1" dirty="0"/>
              <a:t> not out but by prayer and fasting.</a:t>
            </a:r>
          </a:p>
          <a:p>
            <a:pPr fontAlgn="auto">
              <a:spcBef>
                <a:spcPts val="450"/>
              </a:spcBef>
              <a:spcAft>
                <a:spcPts val="0"/>
              </a:spcAft>
              <a:buFont typeface="Arial"/>
              <a:buChar char="•"/>
              <a:defRPr/>
            </a:pPr>
            <a:r>
              <a:rPr lang="en-US" b="1" i="1" dirty="0"/>
              <a:t>Luke 18:1</a:t>
            </a:r>
          </a:p>
          <a:p>
            <a:pPr lvl="1" fontAlgn="auto">
              <a:spcBef>
                <a:spcPts val="450"/>
              </a:spcBef>
              <a:spcAft>
                <a:spcPts val="0"/>
              </a:spcAft>
              <a:buFont typeface="Arial"/>
              <a:buChar char="–"/>
              <a:defRPr/>
            </a:pPr>
            <a:r>
              <a:rPr lang="en-US" sz="2400" dirty="0"/>
              <a:t>And he </a:t>
            </a:r>
            <a:r>
              <a:rPr lang="en-US" sz="2400" dirty="0" err="1"/>
              <a:t>spake</a:t>
            </a:r>
            <a:r>
              <a:rPr lang="en-US" sz="2400" dirty="0"/>
              <a:t> a parable unto them to this end, that men ought always to pray, and not to faint;</a:t>
            </a:r>
            <a:endParaRPr lang="en-US" sz="1800" i="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2162" name="Title 4">
            <a:extLst>
              <a:ext uri="{FF2B5EF4-FFF2-40B4-BE49-F238E27FC236}">
                <a16:creationId xmlns:a16="http://schemas.microsoft.com/office/drawing/2014/main" id="{11D23598-492C-4D30-9928-F76134E1D6D6}"/>
              </a:ext>
            </a:extLst>
          </p:cNvPr>
          <p:cNvSpPr>
            <a:spLocks noGrp="1" noChangeArrowheads="1"/>
          </p:cNvSpPr>
          <p:nvPr>
            <p:ph type="title"/>
          </p:nvPr>
        </p:nvSpPr>
        <p:spPr>
          <a:xfrm>
            <a:off x="1524000" y="228600"/>
            <a:ext cx="9144000" cy="795338"/>
          </a:xfrm>
        </p:spPr>
        <p:txBody>
          <a:bodyPr/>
          <a:lstStyle/>
          <a:p>
            <a:r>
              <a:rPr lang="en-US" altLang="en-US" sz="4500" dirty="0">
                <a:latin typeface="Arial" panose="020B0604020202020204" pitchFamily="34" charset="0"/>
                <a:cs typeface="Arial" panose="020B0604020202020204" pitchFamily="34" charset="0"/>
              </a:rPr>
              <a:t>Prayers</a:t>
            </a:r>
          </a:p>
        </p:txBody>
      </p:sp>
      <p:sp>
        <p:nvSpPr>
          <p:cNvPr id="6" name="Content Placeholder 5">
            <a:extLst>
              <a:ext uri="{FF2B5EF4-FFF2-40B4-BE49-F238E27FC236}">
                <a16:creationId xmlns:a16="http://schemas.microsoft.com/office/drawing/2014/main" id="{2FB79513-16DD-49FB-A720-BF294EEA8AB1}"/>
              </a:ext>
            </a:extLst>
          </p:cNvPr>
          <p:cNvSpPr>
            <a:spLocks noGrp="1"/>
          </p:cNvSpPr>
          <p:nvPr>
            <p:ph idx="1"/>
          </p:nvPr>
        </p:nvSpPr>
        <p:spPr>
          <a:xfrm>
            <a:off x="1524000" y="1219391"/>
            <a:ext cx="8666922" cy="949268"/>
          </a:xfrm>
        </p:spPr>
        <p:txBody>
          <a:bodyPr rtlCol="0">
            <a:noAutofit/>
          </a:bodyPr>
          <a:lstStyle/>
          <a:p>
            <a:pPr algn="ctr" fontAlgn="auto">
              <a:spcAft>
                <a:spcPts val="0"/>
              </a:spcAft>
              <a:buFont typeface="Arial"/>
              <a:buChar char="•"/>
              <a:defRPr/>
            </a:pPr>
            <a:r>
              <a:rPr lang="en-US" sz="2400" dirty="0">
                <a:latin typeface="Arial Black" panose="020B0A04020102020204" pitchFamily="34" charset="0"/>
              </a:rPr>
              <a:t>You have to </a:t>
            </a:r>
            <a:r>
              <a:rPr lang="en-US" sz="2400" dirty="0">
                <a:highlight>
                  <a:srgbClr val="00FF00"/>
                </a:highlight>
                <a:latin typeface="Arial Black" panose="020B0A04020102020204" pitchFamily="34" charset="0"/>
              </a:rPr>
              <a:t>PRAY</a:t>
            </a:r>
            <a:r>
              <a:rPr lang="en-US" sz="2400" dirty="0">
                <a:latin typeface="Arial Black" panose="020B0A04020102020204" pitchFamily="34" charset="0"/>
              </a:rPr>
              <a:t> so that you do not become a </a:t>
            </a:r>
            <a:r>
              <a:rPr lang="en-US" sz="2400" dirty="0">
                <a:highlight>
                  <a:srgbClr val="FF0000"/>
                </a:highlight>
                <a:latin typeface="Arial Black" panose="020B0A04020102020204" pitchFamily="34" charset="0"/>
              </a:rPr>
              <a:t>prey</a:t>
            </a:r>
            <a:r>
              <a:rPr lang="en-US" sz="2400" dirty="0">
                <a:latin typeface="Arial Black" panose="020B0A04020102020204" pitchFamily="34" charset="0"/>
              </a:rPr>
              <a:t> to the machinations of the devil</a:t>
            </a:r>
          </a:p>
        </p:txBody>
      </p:sp>
      <p:sp>
        <p:nvSpPr>
          <p:cNvPr id="7" name="Content Placeholder 6">
            <a:extLst>
              <a:ext uri="{FF2B5EF4-FFF2-40B4-BE49-F238E27FC236}">
                <a16:creationId xmlns:a16="http://schemas.microsoft.com/office/drawing/2014/main" id="{BB7D858C-6AF0-4F6F-BA84-E931046BE336}"/>
              </a:ext>
            </a:extLst>
          </p:cNvPr>
          <p:cNvSpPr>
            <a:spLocks noGrp="1"/>
          </p:cNvSpPr>
          <p:nvPr>
            <p:ph sz="quarter" idx="10"/>
          </p:nvPr>
        </p:nvSpPr>
        <p:spPr>
          <a:xfrm>
            <a:off x="2652455" y="2168659"/>
            <a:ext cx="7376128" cy="1533525"/>
          </a:xfrm>
        </p:spPr>
        <p:txBody>
          <a:bodyPr rtlCol="0">
            <a:noAutofit/>
          </a:bodyPr>
          <a:lstStyle/>
          <a:p>
            <a:pPr marL="0" indent="0" algn="ctr" fontAlgn="auto">
              <a:spcAft>
                <a:spcPts val="0"/>
              </a:spcAft>
              <a:buNone/>
              <a:defRPr/>
            </a:pPr>
            <a:r>
              <a:rPr lang="en-US" sz="3600" dirty="0">
                <a:solidFill>
                  <a:srgbClr val="34B14B"/>
                </a:solidFill>
                <a:latin typeface="Bernard MT Condensed" panose="02050806060905020404" pitchFamily="18" charset="0"/>
              </a:rPr>
              <a:t>Texts:</a:t>
            </a:r>
          </a:p>
          <a:p>
            <a:pPr fontAlgn="auto">
              <a:spcAft>
                <a:spcPts val="0"/>
              </a:spcAft>
              <a:buFont typeface="Arial"/>
              <a:buChar char="•"/>
              <a:defRPr/>
            </a:pPr>
            <a:r>
              <a:rPr lang="en-US" sz="2800" b="1" cap="all" dirty="0"/>
              <a:t>2 CORINTHIANS 2:11</a:t>
            </a:r>
          </a:p>
          <a:p>
            <a:pPr lvl="1" fontAlgn="auto">
              <a:spcAft>
                <a:spcPts val="0"/>
              </a:spcAft>
              <a:buFont typeface="Arial"/>
              <a:buChar char="–"/>
              <a:defRPr/>
            </a:pPr>
            <a:r>
              <a:rPr lang="en-US" sz="2000" i="1" dirty="0"/>
              <a:t>lest Satan should get an advantage over us. For we are not ignorant of his devices.</a:t>
            </a:r>
            <a:endParaRPr lang="en-US" sz="1800" i="1" dirty="0"/>
          </a:p>
          <a:p>
            <a:pPr fontAlgn="auto">
              <a:spcAft>
                <a:spcPts val="0"/>
              </a:spcAft>
              <a:buFont typeface="Arial"/>
              <a:buChar char="•"/>
              <a:defRPr/>
            </a:pPr>
            <a:r>
              <a:rPr lang="en-US" sz="2000" b="1" dirty="0"/>
              <a:t>Matthew 26:41</a:t>
            </a:r>
          </a:p>
          <a:p>
            <a:pPr lvl="1" fontAlgn="auto">
              <a:spcAft>
                <a:spcPts val="0"/>
              </a:spcAft>
              <a:buFont typeface="Arial"/>
              <a:buChar char="–"/>
              <a:defRPr/>
            </a:pPr>
            <a:r>
              <a:rPr lang="en-US" sz="1800" i="1" dirty="0"/>
              <a:t>Watch and pray, that ye enter not into temptation: the spirit indeed is willing, but the flesh is weak.</a:t>
            </a:r>
          </a:p>
          <a:p>
            <a:pPr fontAlgn="auto">
              <a:spcAft>
                <a:spcPts val="0"/>
              </a:spcAft>
              <a:buFont typeface="Arial"/>
              <a:buChar char="•"/>
              <a:defRPr/>
            </a:pPr>
            <a:r>
              <a:rPr lang="en-US" sz="2000" b="1" dirty="0"/>
              <a:t>Matthew 26:41</a:t>
            </a:r>
          </a:p>
          <a:p>
            <a:pPr lvl="1" fontAlgn="auto">
              <a:spcAft>
                <a:spcPts val="0"/>
              </a:spcAft>
              <a:buFont typeface="Arial"/>
              <a:buChar char="–"/>
              <a:defRPr/>
            </a:pPr>
            <a:r>
              <a:rPr lang="en-US" sz="2000" i="1" dirty="0"/>
              <a:t>But while men slept, his enemy came and sowed tares among the wheat, and went his way.</a:t>
            </a:r>
            <a:br>
              <a:rPr lang="en-US" sz="2800" dirty="0"/>
            </a:br>
            <a:endParaRPr lang="en-US" sz="1800" i="1" dirty="0"/>
          </a:p>
          <a:p>
            <a:pPr marL="342900" lvl="1" indent="0" fontAlgn="auto">
              <a:spcAft>
                <a:spcPts val="0"/>
              </a:spcAft>
              <a:buNone/>
              <a:defRPr/>
            </a:pPr>
            <a:endParaRPr lang="en-US" sz="1800" b="1" i="1"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 calcmode="lin" valueType="num">
                                      <p:cBhvr additive="base">
                                        <p:cTn id="17"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 calcmode="lin" valueType="num">
                                      <p:cBhvr additive="base">
                                        <p:cTn id="23"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 calcmode="lin" valueType="num">
                                      <p:cBhvr additive="base">
                                        <p:cTn id="27"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7">
                                            <p:txEl>
                                              <p:pRg st="5" end="5"/>
                                            </p:txEl>
                                          </p:spTgt>
                                        </p:tgtEl>
                                        <p:attrNameLst>
                                          <p:attrName>style.visibility</p:attrName>
                                        </p:attrNameLst>
                                      </p:cBhvr>
                                      <p:to>
                                        <p:strVal val="visible"/>
                                      </p:to>
                                    </p:set>
                                    <p:anim calcmode="lin" valueType="num">
                                      <p:cBhvr additive="base">
                                        <p:cTn id="33"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7">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 calcmode="lin" valueType="num">
                                      <p:cBhvr additive="base">
                                        <p:cTn id="37"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D513FB6-DF10-4711-A385-124BE959BE4D}"/>
              </a:ext>
            </a:extLst>
          </p:cNvPr>
          <p:cNvSpPr>
            <a:spLocks noGrp="1"/>
          </p:cNvSpPr>
          <p:nvPr>
            <p:ph type="title"/>
          </p:nvPr>
        </p:nvSpPr>
        <p:spPr>
          <a:xfrm>
            <a:off x="3200400" y="228600"/>
            <a:ext cx="6019800" cy="689324"/>
          </a:xfrm>
        </p:spPr>
        <p:txBody>
          <a:bodyPr rtlCol="0">
            <a:normAutofit fontScale="90000"/>
          </a:bodyPr>
          <a:lstStyle/>
          <a:p>
            <a:pPr fontAlgn="auto">
              <a:spcAft>
                <a:spcPts val="0"/>
              </a:spcAft>
              <a:defRPr/>
            </a:pPr>
            <a:r>
              <a:rPr lang="en-US" sz="3000" dirty="0"/>
              <a:t> </a:t>
            </a:r>
            <a:r>
              <a:rPr lang="en-US" sz="2250" b="1" dirty="0"/>
              <a:t>How to obtain knowledge and Wisdom from GOD: </a:t>
            </a:r>
            <a:r>
              <a:rPr lang="en-US" sz="2250" b="1" dirty="0">
                <a:highlight>
                  <a:srgbClr val="00FF00"/>
                </a:highlight>
              </a:rPr>
              <a:t>Pray and read your Bible</a:t>
            </a:r>
          </a:p>
        </p:txBody>
      </p:sp>
      <p:sp>
        <p:nvSpPr>
          <p:cNvPr id="93187" name="Footer Placeholder 3">
            <a:extLst>
              <a:ext uri="{FF2B5EF4-FFF2-40B4-BE49-F238E27FC236}">
                <a16:creationId xmlns:a16="http://schemas.microsoft.com/office/drawing/2014/main" id="{8BC471D2-2CE7-4472-9662-FA5E68B7D940}"/>
              </a:ext>
            </a:extLst>
          </p:cNvPr>
          <p:cNvSpPr>
            <a:spLocks noGrp="1" noChangeArrowheads="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557213" indent="-214313">
              <a:defRPr>
                <a:solidFill>
                  <a:schemeClr val="tx1"/>
                </a:solidFill>
                <a:latin typeface="Arial" panose="020B0604020202020204" pitchFamily="34" charset="0"/>
                <a:cs typeface="Arial" panose="020B0604020202020204" pitchFamily="34" charset="0"/>
              </a:defRPr>
            </a:lvl2pPr>
            <a:lvl3pPr marL="857250" indent="-171450">
              <a:defRPr>
                <a:solidFill>
                  <a:schemeClr val="tx1"/>
                </a:solidFill>
                <a:latin typeface="Arial" panose="020B0604020202020204" pitchFamily="34" charset="0"/>
                <a:cs typeface="Arial" panose="020B0604020202020204" pitchFamily="34" charset="0"/>
              </a:defRPr>
            </a:lvl3pPr>
            <a:lvl4pPr marL="1200150" indent="-171450">
              <a:defRPr>
                <a:solidFill>
                  <a:schemeClr val="tx1"/>
                </a:solidFill>
                <a:latin typeface="Arial" panose="020B0604020202020204" pitchFamily="34" charset="0"/>
                <a:cs typeface="Arial" panose="020B0604020202020204" pitchFamily="34" charset="0"/>
              </a:defRPr>
            </a:lvl4pPr>
            <a:lvl5pPr marL="1543050" indent="-171450">
              <a:defRPr>
                <a:solidFill>
                  <a:schemeClr val="tx1"/>
                </a:solidFill>
                <a:latin typeface="Arial" panose="020B0604020202020204" pitchFamily="34" charset="0"/>
                <a:cs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685800"/>
            <a:r>
              <a:rPr lang="en-US" altLang="en-US" dirty="0">
                <a:solidFill>
                  <a:srgbClr val="898989"/>
                </a:solidFill>
              </a:rPr>
              <a:t>© 2017 Cengage Learning. All Rights Reserved. May not be copied, scanned, or duplicated, in whole or in part, except for use as permitted in a license distributed with a certain product or service or otherwise on a password-protected website for classroom use.</a:t>
            </a:r>
          </a:p>
        </p:txBody>
      </p:sp>
      <p:pic>
        <p:nvPicPr>
          <p:cNvPr id="7" name="Online Media 6" title="Read Your Bible, Pray Every Day - Body Worship">
            <a:hlinkClick r:id="" action="ppaction://media"/>
            <a:extLst>
              <a:ext uri="{FF2B5EF4-FFF2-40B4-BE49-F238E27FC236}">
                <a16:creationId xmlns:a16="http://schemas.microsoft.com/office/drawing/2014/main" id="{83CAC4B4-4273-452B-AE78-B313FF676851}"/>
              </a:ext>
            </a:extLst>
          </p:cNvPr>
          <p:cNvPicPr>
            <a:picLocks noRot="1" noChangeAspect="1"/>
          </p:cNvPicPr>
          <p:nvPr>
            <a:videoFile r:link="rId1"/>
          </p:nvPr>
        </p:nvPicPr>
        <p:blipFill>
          <a:blip r:embed="rId4"/>
          <a:stretch>
            <a:fillRect/>
          </a:stretch>
        </p:blipFill>
        <p:spPr>
          <a:xfrm>
            <a:off x="1779104" y="1013791"/>
            <a:ext cx="9253331" cy="580928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nodeType="clickPar">
                      <p:stCondLst>
                        <p:cond delay="0"/>
                      </p:stCondLst>
                      <p:childTnLst>
                        <p:par>
                          <p:cTn id="10" fill="hold" nodeType="withGroup">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A0A92AA-9317-40CA-919C-BF73BDF70C3B}"/>
              </a:ext>
            </a:extLst>
          </p:cNvPr>
          <p:cNvSpPr>
            <a:spLocks noGrp="1"/>
          </p:cNvSpPr>
          <p:nvPr>
            <p:ph type="title"/>
          </p:nvPr>
        </p:nvSpPr>
        <p:spPr>
          <a:xfrm>
            <a:off x="3238500" y="928369"/>
            <a:ext cx="6019800" cy="689324"/>
          </a:xfrm>
        </p:spPr>
        <p:txBody>
          <a:bodyPr rtlCol="0">
            <a:normAutofit fontScale="90000"/>
          </a:bodyPr>
          <a:lstStyle/>
          <a:p>
            <a:pPr fontAlgn="auto">
              <a:spcAft>
                <a:spcPts val="0"/>
              </a:spcAft>
              <a:defRPr/>
            </a:pPr>
            <a:r>
              <a:rPr lang="en-US" sz="3000" dirty="0"/>
              <a:t> </a:t>
            </a:r>
            <a:r>
              <a:rPr lang="en-US" sz="2250" b="1" dirty="0"/>
              <a:t>How to obtain knowledge and Wisdom from GOD: </a:t>
            </a:r>
            <a:r>
              <a:rPr lang="en-US" sz="2250" b="1" dirty="0">
                <a:highlight>
                  <a:srgbClr val="00FF00"/>
                </a:highlight>
              </a:rPr>
              <a:t>Pray and read your Bible</a:t>
            </a:r>
          </a:p>
        </p:txBody>
      </p:sp>
      <p:sp>
        <p:nvSpPr>
          <p:cNvPr id="95235" name="Footer Placeholder 3">
            <a:extLst>
              <a:ext uri="{FF2B5EF4-FFF2-40B4-BE49-F238E27FC236}">
                <a16:creationId xmlns:a16="http://schemas.microsoft.com/office/drawing/2014/main" id="{55077A33-A73A-426F-8035-9823D00C6A70}"/>
              </a:ext>
            </a:extLst>
          </p:cNvPr>
          <p:cNvSpPr>
            <a:spLocks noGrp="1" noChangeArrowheads="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557213" indent="-214313">
              <a:defRPr>
                <a:solidFill>
                  <a:schemeClr val="tx1"/>
                </a:solidFill>
                <a:latin typeface="Arial" panose="020B0604020202020204" pitchFamily="34" charset="0"/>
                <a:cs typeface="Arial" panose="020B0604020202020204" pitchFamily="34" charset="0"/>
              </a:defRPr>
            </a:lvl2pPr>
            <a:lvl3pPr marL="857250" indent="-171450">
              <a:defRPr>
                <a:solidFill>
                  <a:schemeClr val="tx1"/>
                </a:solidFill>
                <a:latin typeface="Arial" panose="020B0604020202020204" pitchFamily="34" charset="0"/>
                <a:cs typeface="Arial" panose="020B0604020202020204" pitchFamily="34" charset="0"/>
              </a:defRPr>
            </a:lvl3pPr>
            <a:lvl4pPr marL="1200150" indent="-171450">
              <a:defRPr>
                <a:solidFill>
                  <a:schemeClr val="tx1"/>
                </a:solidFill>
                <a:latin typeface="Arial" panose="020B0604020202020204" pitchFamily="34" charset="0"/>
                <a:cs typeface="Arial" panose="020B0604020202020204" pitchFamily="34" charset="0"/>
              </a:defRPr>
            </a:lvl4pPr>
            <a:lvl5pPr marL="1543050" indent="-171450">
              <a:defRPr>
                <a:solidFill>
                  <a:schemeClr val="tx1"/>
                </a:solidFill>
                <a:latin typeface="Arial" panose="020B0604020202020204" pitchFamily="34" charset="0"/>
                <a:cs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685800"/>
            <a:r>
              <a:rPr lang="en-US" altLang="en-US" dirty="0">
                <a:solidFill>
                  <a:srgbClr val="898989"/>
                </a:solidFill>
              </a:rPr>
              <a:t>© 2017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Rectangle 1">
            <a:extLst>
              <a:ext uri="{FF2B5EF4-FFF2-40B4-BE49-F238E27FC236}">
                <a16:creationId xmlns:a16="http://schemas.microsoft.com/office/drawing/2014/main" id="{DA25B1AB-8487-4207-8455-49066CC83791}"/>
              </a:ext>
            </a:extLst>
          </p:cNvPr>
          <p:cNvSpPr>
            <a:spLocks noChangeArrowheads="1"/>
          </p:cNvSpPr>
          <p:nvPr/>
        </p:nvSpPr>
        <p:spPr bwMode="auto">
          <a:xfrm>
            <a:off x="3095625" y="2644486"/>
            <a:ext cx="5086350" cy="889182"/>
          </a:xfrm>
          <a:prstGeom prst="rect">
            <a:avLst/>
          </a:prstGeom>
          <a:solidFill>
            <a:srgbClr val="FFFFFF"/>
          </a:solidFill>
          <a:ln>
            <a:noFill/>
          </a:ln>
          <a:effectLst/>
        </p:spPr>
        <p:txBody>
          <a:bodyPr lIns="190440" rIns="0" bIns="11903" anchor="ctr">
            <a:spAutoFit/>
          </a:bodyPr>
          <a:lstStyle/>
          <a:p>
            <a:pPr marL="214313" indent="-214313" defTabSz="342900" eaLnBrk="0" hangingPunct="0">
              <a:buFont typeface="Arial" panose="020B0604020202020204" pitchFamily="34" charset="0"/>
              <a:buChar char="•"/>
              <a:defRPr/>
            </a:pPr>
            <a:r>
              <a:rPr lang="en-US" b="1" dirty="0">
                <a:solidFill>
                  <a:prstClr val="black"/>
                </a:solidFill>
                <a:latin typeface="Calibri"/>
              </a:rPr>
              <a:t>Mark 9:29, </a:t>
            </a:r>
            <a:r>
              <a:rPr lang="en-US" b="1" u="sng" dirty="0">
                <a:solidFill>
                  <a:prstClr val="black"/>
                </a:solidFill>
                <a:latin typeface="Calibri"/>
                <a:hlinkClick r:id="rId3"/>
              </a:rPr>
              <a:t>KJV</a:t>
            </a:r>
            <a:r>
              <a:rPr lang="en-US" b="1" dirty="0">
                <a:solidFill>
                  <a:prstClr val="black"/>
                </a:solidFill>
                <a:latin typeface="Calibri"/>
              </a:rPr>
              <a:t>: </a:t>
            </a:r>
            <a:r>
              <a:rPr lang="en-US" dirty="0">
                <a:solidFill>
                  <a:prstClr val="black"/>
                </a:solidFill>
                <a:latin typeface="Calibri"/>
              </a:rPr>
              <a:t>"And he said unto them, This kind can come forth by nothing, but by prayer and fasting."</a:t>
            </a:r>
            <a:endParaRPr lang="en-US" altLang="en-US" dirty="0">
              <a:solidFill>
                <a:srgbClr val="000000"/>
              </a:solidFill>
              <a:cs typeface="Arial" charset="0"/>
            </a:endParaRPr>
          </a:p>
        </p:txBody>
      </p:sp>
      <p:sp>
        <p:nvSpPr>
          <p:cNvPr id="2" name="Rectangle 1">
            <a:extLst>
              <a:ext uri="{FF2B5EF4-FFF2-40B4-BE49-F238E27FC236}">
                <a16:creationId xmlns:a16="http://schemas.microsoft.com/office/drawing/2014/main" id="{98A4C653-8EDD-4452-9693-E47263FDAAC1}"/>
              </a:ext>
            </a:extLst>
          </p:cNvPr>
          <p:cNvSpPr/>
          <p:nvPr/>
        </p:nvSpPr>
        <p:spPr>
          <a:xfrm>
            <a:off x="3328988" y="1724026"/>
            <a:ext cx="5486400" cy="923330"/>
          </a:xfrm>
          <a:prstGeom prst="rect">
            <a:avLst/>
          </a:prstGeom>
        </p:spPr>
        <p:txBody>
          <a:bodyPr>
            <a:spAutoFit/>
          </a:bodyPr>
          <a:lstStyle/>
          <a:p>
            <a:pPr defTabSz="342900" fontAlgn="auto">
              <a:spcBef>
                <a:spcPts val="0"/>
              </a:spcBef>
              <a:spcAft>
                <a:spcPts val="0"/>
              </a:spcAft>
              <a:defRPr/>
            </a:pPr>
            <a:r>
              <a:rPr lang="en-US" b="1" dirty="0">
                <a:solidFill>
                  <a:srgbClr val="001320"/>
                </a:solidFill>
                <a:latin typeface="Calibri"/>
              </a:rPr>
              <a:t>James 1:5: </a:t>
            </a:r>
            <a:r>
              <a:rPr lang="en-US" dirty="0">
                <a:solidFill>
                  <a:prstClr val="black"/>
                </a:solidFill>
                <a:latin typeface="Calibri"/>
              </a:rPr>
              <a:t>If any of you lack wisdom, let him ask of God, that giveth to all </a:t>
            </a:r>
            <a:r>
              <a:rPr lang="en-US" i="1" dirty="0">
                <a:solidFill>
                  <a:prstClr val="black"/>
                </a:solidFill>
                <a:latin typeface="Calibri"/>
              </a:rPr>
              <a:t>men</a:t>
            </a:r>
            <a:r>
              <a:rPr lang="en-US" dirty="0">
                <a:solidFill>
                  <a:prstClr val="black"/>
                </a:solidFill>
                <a:latin typeface="Calibri"/>
              </a:rPr>
              <a:t> liberally, and </a:t>
            </a:r>
            <a:r>
              <a:rPr lang="en-US" dirty="0" err="1">
                <a:solidFill>
                  <a:prstClr val="black"/>
                </a:solidFill>
                <a:latin typeface="Calibri"/>
              </a:rPr>
              <a:t>upbraideth</a:t>
            </a:r>
            <a:r>
              <a:rPr lang="en-US" dirty="0">
                <a:solidFill>
                  <a:prstClr val="black"/>
                </a:solidFill>
                <a:latin typeface="Calibri"/>
              </a:rPr>
              <a:t> not; and it shall be given him.</a:t>
            </a:r>
          </a:p>
        </p:txBody>
      </p:sp>
      <p:sp>
        <p:nvSpPr>
          <p:cNvPr id="6" name="Rectangle 5">
            <a:extLst>
              <a:ext uri="{FF2B5EF4-FFF2-40B4-BE49-F238E27FC236}">
                <a16:creationId xmlns:a16="http://schemas.microsoft.com/office/drawing/2014/main" id="{21E47D87-492A-451D-9AFB-36B784002BC3}"/>
              </a:ext>
            </a:extLst>
          </p:cNvPr>
          <p:cNvSpPr/>
          <p:nvPr/>
        </p:nvSpPr>
        <p:spPr>
          <a:xfrm>
            <a:off x="3390900" y="4093369"/>
            <a:ext cx="5486400" cy="1454244"/>
          </a:xfrm>
          <a:prstGeom prst="rect">
            <a:avLst/>
          </a:prstGeom>
        </p:spPr>
        <p:txBody>
          <a:bodyPr>
            <a:spAutoFit/>
          </a:bodyPr>
          <a:lstStyle/>
          <a:p>
            <a:pPr defTabSz="342900" fontAlgn="auto">
              <a:spcBef>
                <a:spcPts val="0"/>
              </a:spcBef>
              <a:spcAft>
                <a:spcPts val="0"/>
              </a:spcAft>
              <a:defRPr/>
            </a:pPr>
            <a:r>
              <a:rPr lang="en-US" sz="1500" b="1" dirty="0">
                <a:solidFill>
                  <a:prstClr val="black"/>
                </a:solidFill>
                <a:latin typeface="Calibri"/>
              </a:rPr>
              <a:t>Matthew 7:7-8: </a:t>
            </a:r>
            <a:r>
              <a:rPr lang="en-US" sz="1500" b="1" baseline="30000" dirty="0">
                <a:solidFill>
                  <a:prstClr val="black"/>
                </a:solidFill>
                <a:latin typeface="Calibri"/>
              </a:rPr>
              <a:t>7 </a:t>
            </a:r>
            <a:r>
              <a:rPr lang="en-US" sz="1500" dirty="0">
                <a:solidFill>
                  <a:prstClr val="black"/>
                </a:solidFill>
                <a:latin typeface="Calibri"/>
              </a:rPr>
              <a:t>Ask, and it shall be given you; seek, and ye shall find; knock, and it shall be opened unto you:</a:t>
            </a:r>
          </a:p>
          <a:p>
            <a:pPr defTabSz="342900" fontAlgn="auto">
              <a:spcBef>
                <a:spcPts val="0"/>
              </a:spcBef>
              <a:spcAft>
                <a:spcPts val="0"/>
              </a:spcAft>
              <a:defRPr/>
            </a:pPr>
            <a:r>
              <a:rPr lang="en-US" sz="1500" b="1" baseline="30000" dirty="0">
                <a:solidFill>
                  <a:prstClr val="black"/>
                </a:solidFill>
                <a:latin typeface="Calibri"/>
              </a:rPr>
              <a:t>8 </a:t>
            </a:r>
            <a:r>
              <a:rPr lang="en-US" sz="1500" dirty="0">
                <a:solidFill>
                  <a:prstClr val="black"/>
                </a:solidFill>
                <a:latin typeface="Calibri"/>
              </a:rPr>
              <a:t>For every one that </a:t>
            </a:r>
            <a:r>
              <a:rPr lang="en-US" sz="1500" dirty="0" err="1">
                <a:solidFill>
                  <a:prstClr val="black"/>
                </a:solidFill>
                <a:latin typeface="Calibri"/>
              </a:rPr>
              <a:t>asketh</a:t>
            </a:r>
            <a:r>
              <a:rPr lang="en-US" sz="1500" dirty="0">
                <a:solidFill>
                  <a:prstClr val="black"/>
                </a:solidFill>
                <a:latin typeface="Calibri"/>
              </a:rPr>
              <a:t> </a:t>
            </a:r>
            <a:r>
              <a:rPr lang="en-US" sz="1500" dirty="0" err="1">
                <a:solidFill>
                  <a:prstClr val="black"/>
                </a:solidFill>
                <a:latin typeface="Calibri"/>
              </a:rPr>
              <a:t>receiveth</a:t>
            </a:r>
            <a:r>
              <a:rPr lang="en-US" sz="1500" dirty="0">
                <a:solidFill>
                  <a:prstClr val="black"/>
                </a:solidFill>
                <a:latin typeface="Calibri"/>
              </a:rPr>
              <a:t>; and he that </a:t>
            </a:r>
            <a:r>
              <a:rPr lang="en-US" sz="1500" dirty="0" err="1">
                <a:solidFill>
                  <a:prstClr val="black"/>
                </a:solidFill>
                <a:latin typeface="Calibri"/>
              </a:rPr>
              <a:t>seeketh</a:t>
            </a:r>
            <a:r>
              <a:rPr lang="en-US" sz="1500" dirty="0">
                <a:solidFill>
                  <a:prstClr val="black"/>
                </a:solidFill>
                <a:latin typeface="Calibri"/>
              </a:rPr>
              <a:t> </a:t>
            </a:r>
            <a:r>
              <a:rPr lang="en-US" sz="1500" dirty="0" err="1">
                <a:solidFill>
                  <a:prstClr val="black"/>
                </a:solidFill>
                <a:latin typeface="Calibri"/>
              </a:rPr>
              <a:t>findeth</a:t>
            </a:r>
            <a:r>
              <a:rPr lang="en-US" sz="1500" dirty="0">
                <a:solidFill>
                  <a:prstClr val="black"/>
                </a:solidFill>
                <a:latin typeface="Calibri"/>
              </a:rPr>
              <a:t>; and to him that </a:t>
            </a:r>
            <a:r>
              <a:rPr lang="en-US" sz="1500" dirty="0" err="1">
                <a:solidFill>
                  <a:prstClr val="black"/>
                </a:solidFill>
                <a:latin typeface="Calibri"/>
              </a:rPr>
              <a:t>knocketh</a:t>
            </a:r>
            <a:r>
              <a:rPr lang="en-US" sz="1500" dirty="0">
                <a:solidFill>
                  <a:prstClr val="black"/>
                </a:solidFill>
                <a:latin typeface="Calibri"/>
              </a:rPr>
              <a:t> it shall be opened.</a:t>
            </a:r>
          </a:p>
          <a:p>
            <a:pPr defTabSz="342900" fontAlgn="auto">
              <a:spcBef>
                <a:spcPts val="0"/>
              </a:spcBef>
              <a:spcAft>
                <a:spcPts val="0"/>
              </a:spcAft>
              <a:defRPr/>
            </a:pPr>
            <a:endParaRPr lang="en-US" sz="1500" dirty="0">
              <a:solidFill>
                <a:prstClr val="black"/>
              </a:solidFill>
              <a:latin typeface="Calibri"/>
            </a:endParaRPr>
          </a:p>
          <a:p>
            <a:pPr defTabSz="342900" fontAlgn="auto">
              <a:spcBef>
                <a:spcPts val="0"/>
              </a:spcBef>
              <a:spcAft>
                <a:spcPts val="0"/>
              </a:spcAft>
              <a:defRPr/>
            </a:pPr>
            <a:endParaRPr lang="en-US" sz="1350" dirty="0">
              <a:solidFill>
                <a:prstClr val="black"/>
              </a:solidFill>
              <a:latin typeface="Calibri"/>
            </a:endParaRPr>
          </a:p>
        </p:txBody>
      </p:sp>
      <p:sp>
        <p:nvSpPr>
          <p:cNvPr id="7" name="Rectangle 6">
            <a:extLst>
              <a:ext uri="{FF2B5EF4-FFF2-40B4-BE49-F238E27FC236}">
                <a16:creationId xmlns:a16="http://schemas.microsoft.com/office/drawing/2014/main" id="{CDE65E4D-65D8-402F-A801-3AD128873A09}"/>
              </a:ext>
            </a:extLst>
          </p:cNvPr>
          <p:cNvSpPr/>
          <p:nvPr/>
        </p:nvSpPr>
        <p:spPr>
          <a:xfrm>
            <a:off x="3328988" y="5207794"/>
            <a:ext cx="5486400" cy="300082"/>
          </a:xfrm>
          <a:prstGeom prst="rect">
            <a:avLst/>
          </a:prstGeom>
        </p:spPr>
        <p:txBody>
          <a:bodyPr>
            <a:spAutoFit/>
          </a:bodyPr>
          <a:lstStyle/>
          <a:p>
            <a:pPr defTabSz="342900" fontAlgn="auto">
              <a:spcBef>
                <a:spcPts val="0"/>
              </a:spcBef>
              <a:spcAft>
                <a:spcPts val="0"/>
              </a:spcAft>
              <a:defRPr/>
            </a:pPr>
            <a:r>
              <a:rPr lang="en-US" sz="1350" b="1" dirty="0">
                <a:solidFill>
                  <a:prstClr val="black"/>
                </a:solidFill>
                <a:latin typeface="Calibri"/>
              </a:rPr>
              <a:t>Jonah 2:1 :  </a:t>
            </a:r>
            <a:r>
              <a:rPr lang="en-US" sz="1350" dirty="0">
                <a:solidFill>
                  <a:prstClr val="black"/>
                </a:solidFill>
                <a:latin typeface="Calibri"/>
                <a:hlinkClick r:id="rId4" tooltip="Jonah 2:1 KJV verse detail"/>
              </a:rPr>
              <a:t>Then Jonah prayed unto the LORD his God out of the fish's belly,</a:t>
            </a:r>
            <a:endParaRPr lang="en-US" sz="1350" dirty="0">
              <a:solidFill>
                <a:prstClr val="black"/>
              </a:solidFill>
              <a:latin typeface="Calibri"/>
            </a:endParaRPr>
          </a:p>
        </p:txBody>
      </p:sp>
      <p:sp>
        <p:nvSpPr>
          <p:cNvPr id="8" name="Rectangle 7">
            <a:extLst>
              <a:ext uri="{FF2B5EF4-FFF2-40B4-BE49-F238E27FC236}">
                <a16:creationId xmlns:a16="http://schemas.microsoft.com/office/drawing/2014/main" id="{A63B1908-9423-447C-B77D-9E6892C7F980}"/>
              </a:ext>
            </a:extLst>
          </p:cNvPr>
          <p:cNvSpPr/>
          <p:nvPr/>
        </p:nvSpPr>
        <p:spPr>
          <a:xfrm>
            <a:off x="3459958" y="3568305"/>
            <a:ext cx="5298281" cy="507831"/>
          </a:xfrm>
          <a:prstGeom prst="rect">
            <a:avLst/>
          </a:prstGeom>
        </p:spPr>
        <p:txBody>
          <a:bodyPr>
            <a:spAutoFit/>
          </a:bodyPr>
          <a:lstStyle/>
          <a:p>
            <a:pPr defTabSz="342900" fontAlgn="auto">
              <a:spcBef>
                <a:spcPts val="0"/>
              </a:spcBef>
              <a:spcAft>
                <a:spcPts val="0"/>
              </a:spcAft>
              <a:defRPr/>
            </a:pPr>
            <a:r>
              <a:rPr lang="en-US" sz="1350" b="1" baseline="30000" dirty="0">
                <a:solidFill>
                  <a:srgbClr val="000000"/>
                </a:solidFill>
                <a:latin typeface="Calibri"/>
              </a:rPr>
              <a:t> </a:t>
            </a:r>
            <a:r>
              <a:rPr lang="en-US" sz="1350" b="1" dirty="0">
                <a:solidFill>
                  <a:srgbClr val="000000"/>
                </a:solidFill>
                <a:latin typeface="Calibri"/>
              </a:rPr>
              <a:t>Psalm 119:99</a:t>
            </a:r>
            <a:r>
              <a:rPr lang="en-US" sz="1350" dirty="0">
                <a:solidFill>
                  <a:srgbClr val="000000"/>
                </a:solidFill>
                <a:latin typeface="Calibri"/>
              </a:rPr>
              <a:t>: I have more understanding than all my teachers: for thy testimonies are my meditation.</a:t>
            </a:r>
            <a:endParaRPr lang="en-US" sz="1350" dirty="0">
              <a:solidFill>
                <a:prstClr val="black"/>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CBCC218-EE11-4BF8-97CC-0365367E0066}"/>
              </a:ext>
            </a:extLst>
          </p:cNvPr>
          <p:cNvSpPr>
            <a:spLocks noGrp="1"/>
          </p:cNvSpPr>
          <p:nvPr>
            <p:ph type="title"/>
          </p:nvPr>
        </p:nvSpPr>
        <p:spPr>
          <a:xfrm>
            <a:off x="3147504" y="375152"/>
            <a:ext cx="6019800" cy="395878"/>
          </a:xfrm>
        </p:spPr>
        <p:txBody>
          <a:bodyPr rtlCol="0">
            <a:noAutofit/>
          </a:bodyPr>
          <a:lstStyle/>
          <a:p>
            <a:pPr fontAlgn="auto">
              <a:spcAft>
                <a:spcPts val="0"/>
              </a:spcAft>
              <a:defRPr/>
            </a:pPr>
            <a:r>
              <a:rPr lang="en-US" sz="4000" dirty="0"/>
              <a:t> </a:t>
            </a:r>
            <a:r>
              <a:rPr lang="en-US" sz="3600" b="1" dirty="0"/>
              <a:t>How Should We Pray?</a:t>
            </a:r>
            <a:endParaRPr lang="en-US" sz="3600" b="1" dirty="0">
              <a:highlight>
                <a:srgbClr val="00FF00"/>
              </a:highlight>
            </a:endParaRPr>
          </a:p>
        </p:txBody>
      </p:sp>
      <p:sp>
        <p:nvSpPr>
          <p:cNvPr id="97283" name="Footer Placeholder 3">
            <a:extLst>
              <a:ext uri="{FF2B5EF4-FFF2-40B4-BE49-F238E27FC236}">
                <a16:creationId xmlns:a16="http://schemas.microsoft.com/office/drawing/2014/main" id="{CC6C7819-C161-4F5F-9B14-1E8B52E09D7C}"/>
              </a:ext>
            </a:extLst>
          </p:cNvPr>
          <p:cNvSpPr>
            <a:spLocks noGrp="1" noChangeArrowheads="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557213" indent="-214313">
              <a:defRPr>
                <a:solidFill>
                  <a:schemeClr val="tx1"/>
                </a:solidFill>
                <a:latin typeface="Arial" panose="020B0604020202020204" pitchFamily="34" charset="0"/>
                <a:cs typeface="Arial" panose="020B0604020202020204" pitchFamily="34" charset="0"/>
              </a:defRPr>
            </a:lvl2pPr>
            <a:lvl3pPr marL="857250" indent="-171450">
              <a:defRPr>
                <a:solidFill>
                  <a:schemeClr val="tx1"/>
                </a:solidFill>
                <a:latin typeface="Arial" panose="020B0604020202020204" pitchFamily="34" charset="0"/>
                <a:cs typeface="Arial" panose="020B0604020202020204" pitchFamily="34" charset="0"/>
              </a:defRPr>
            </a:lvl3pPr>
            <a:lvl4pPr marL="1200150" indent="-171450">
              <a:defRPr>
                <a:solidFill>
                  <a:schemeClr val="tx1"/>
                </a:solidFill>
                <a:latin typeface="Arial" panose="020B0604020202020204" pitchFamily="34" charset="0"/>
                <a:cs typeface="Arial" panose="020B0604020202020204" pitchFamily="34" charset="0"/>
              </a:defRPr>
            </a:lvl4pPr>
            <a:lvl5pPr marL="1543050" indent="-171450">
              <a:defRPr>
                <a:solidFill>
                  <a:schemeClr val="tx1"/>
                </a:solidFill>
                <a:latin typeface="Arial" panose="020B0604020202020204" pitchFamily="34" charset="0"/>
                <a:cs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685800"/>
            <a:r>
              <a:rPr lang="en-US" altLang="en-US" dirty="0">
                <a:solidFill>
                  <a:srgbClr val="898989"/>
                </a:solidFill>
              </a:rPr>
              <a:t>© 2017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Rectangle 1">
            <a:extLst>
              <a:ext uri="{FF2B5EF4-FFF2-40B4-BE49-F238E27FC236}">
                <a16:creationId xmlns:a16="http://schemas.microsoft.com/office/drawing/2014/main" id="{F209459F-2BF9-436B-9D57-98CF2ACE5186}"/>
              </a:ext>
            </a:extLst>
          </p:cNvPr>
          <p:cNvSpPr>
            <a:spLocks noChangeArrowheads="1"/>
          </p:cNvSpPr>
          <p:nvPr/>
        </p:nvSpPr>
        <p:spPr bwMode="auto">
          <a:xfrm>
            <a:off x="3352800" y="1175268"/>
            <a:ext cx="5905500" cy="5282693"/>
          </a:xfrm>
          <a:prstGeom prst="rect">
            <a:avLst/>
          </a:prstGeom>
          <a:solidFill>
            <a:srgbClr val="FFFFFF"/>
          </a:solidFill>
          <a:ln>
            <a:noFill/>
          </a:ln>
          <a:effectLst/>
        </p:spPr>
        <p:txBody>
          <a:bodyPr lIns="190440" rIns="0" bIns="11903" anchor="ctr">
            <a:spAutoFit/>
          </a:bodyPr>
          <a:lstStyle/>
          <a:p>
            <a:pPr defTabSz="685800" eaLnBrk="0" hangingPunct="0">
              <a:defRPr/>
            </a:pPr>
            <a:r>
              <a:rPr lang="en-US" altLang="en-US" sz="2000" b="1" dirty="0">
                <a:solidFill>
                  <a:srgbClr val="202122"/>
                </a:solidFill>
              </a:rPr>
              <a:t>King James Version (</a:t>
            </a:r>
            <a:r>
              <a:rPr lang="en-US" sz="2000" dirty="0">
                <a:solidFill>
                  <a:srgbClr val="000000"/>
                </a:solidFill>
                <a:latin typeface="Arial" charset="0"/>
                <a:cs typeface="Arial" charset="0"/>
              </a:rPr>
              <a:t>Matthew 6:9-13</a:t>
            </a:r>
            <a:r>
              <a:rPr lang="en-US" altLang="en-US" sz="2000" b="1" dirty="0">
                <a:solidFill>
                  <a:srgbClr val="202122"/>
                </a:solidFill>
              </a:rPr>
              <a:t>)(Luke 11:1-13)</a:t>
            </a:r>
            <a:endParaRPr lang="en-US" altLang="en-US" sz="2000" dirty="0">
              <a:solidFill>
                <a:srgbClr val="202122"/>
              </a:solidFill>
            </a:endParaRPr>
          </a:p>
          <a:p>
            <a:pPr marL="342900" lvl="1" indent="-342900" defTabSz="342900" eaLnBrk="0" hangingPunct="0">
              <a:defRPr/>
            </a:pPr>
            <a:r>
              <a:rPr lang="en-US" sz="2400" b="1" baseline="30000" dirty="0">
                <a:solidFill>
                  <a:prstClr val="black"/>
                </a:solidFill>
                <a:latin typeface="Calibri"/>
              </a:rPr>
              <a:t>9 </a:t>
            </a:r>
            <a:r>
              <a:rPr lang="en-US" sz="2400" dirty="0">
                <a:solidFill>
                  <a:prstClr val="black"/>
                </a:solidFill>
                <a:highlight>
                  <a:srgbClr val="C0C0C0"/>
                </a:highlight>
                <a:latin typeface="Calibri"/>
              </a:rPr>
              <a:t>After this manner therefore pray ye: </a:t>
            </a:r>
            <a:endParaRPr lang="en-US" altLang="en-US" sz="2400" dirty="0">
              <a:solidFill>
                <a:srgbClr val="202122"/>
              </a:solidFill>
              <a:highlight>
                <a:srgbClr val="C0C0C0"/>
              </a:highlight>
            </a:endParaRPr>
          </a:p>
          <a:p>
            <a:pPr marL="342900" lvl="1" indent="-342900" defTabSz="685800" eaLnBrk="0" hangingPunct="0">
              <a:defRPr/>
            </a:pPr>
            <a:r>
              <a:rPr lang="en-US" altLang="en-US" sz="2000" dirty="0">
                <a:solidFill>
                  <a:srgbClr val="202122"/>
                </a:solidFill>
              </a:rPr>
              <a:t>Our Father which art in heaven,</a:t>
            </a:r>
          </a:p>
          <a:p>
            <a:pPr marL="342900" lvl="1" indent="-342900" defTabSz="685800" eaLnBrk="0" hangingPunct="0">
              <a:defRPr/>
            </a:pPr>
            <a:r>
              <a:rPr lang="en-US" altLang="en-US" sz="2000" dirty="0">
                <a:solidFill>
                  <a:srgbClr val="202122"/>
                </a:solidFill>
              </a:rPr>
              <a:t>Hallowed be thy name.</a:t>
            </a:r>
          </a:p>
          <a:p>
            <a:pPr marL="342900" lvl="1" indent="-342900" defTabSz="685800" eaLnBrk="0" hangingPunct="0">
              <a:defRPr/>
            </a:pPr>
            <a:r>
              <a:rPr lang="en-US" altLang="en-US" sz="2000" dirty="0">
                <a:solidFill>
                  <a:srgbClr val="202122"/>
                </a:solidFill>
              </a:rPr>
              <a:t>Thy kingdom come,</a:t>
            </a:r>
          </a:p>
          <a:p>
            <a:pPr marL="342900" lvl="1" indent="-342900" defTabSz="685800" eaLnBrk="0" hangingPunct="0">
              <a:defRPr/>
            </a:pPr>
            <a:r>
              <a:rPr lang="en-US" altLang="en-US" sz="2000" dirty="0">
                <a:solidFill>
                  <a:srgbClr val="202122"/>
                </a:solidFill>
              </a:rPr>
              <a:t>Thy will be done in earth,</a:t>
            </a:r>
          </a:p>
          <a:p>
            <a:pPr marL="342900" lvl="1" indent="-342900" defTabSz="685800" eaLnBrk="0" hangingPunct="0">
              <a:defRPr/>
            </a:pPr>
            <a:r>
              <a:rPr lang="en-US" altLang="en-US" sz="2000" dirty="0">
                <a:solidFill>
                  <a:srgbClr val="202122"/>
                </a:solidFill>
              </a:rPr>
              <a:t>as it is in heaven.</a:t>
            </a:r>
          </a:p>
          <a:p>
            <a:pPr marL="342900" lvl="1" indent="-342900" defTabSz="685800" eaLnBrk="0" hangingPunct="0">
              <a:defRPr/>
            </a:pPr>
            <a:r>
              <a:rPr lang="en-US" altLang="en-US" sz="2000" dirty="0">
                <a:solidFill>
                  <a:srgbClr val="202122"/>
                </a:solidFill>
              </a:rPr>
              <a:t>Give us this day </a:t>
            </a:r>
            <a:r>
              <a:rPr lang="en-US" altLang="en-US" sz="2400" dirty="0">
                <a:solidFill>
                  <a:srgbClr val="202122"/>
                </a:solidFill>
              </a:rPr>
              <a:t>our</a:t>
            </a:r>
            <a:r>
              <a:rPr lang="en-US" altLang="en-US" sz="2000" dirty="0">
                <a:solidFill>
                  <a:srgbClr val="202122"/>
                </a:solidFill>
              </a:rPr>
              <a:t> daily bread.</a:t>
            </a:r>
          </a:p>
          <a:p>
            <a:pPr marL="342900" lvl="1" indent="-342900" defTabSz="685800" eaLnBrk="0" hangingPunct="0">
              <a:defRPr/>
            </a:pPr>
            <a:r>
              <a:rPr lang="en-US" altLang="en-US" sz="2000" dirty="0">
                <a:solidFill>
                  <a:srgbClr val="202122"/>
                </a:solidFill>
              </a:rPr>
              <a:t>And forgive us our debts,</a:t>
            </a:r>
          </a:p>
          <a:p>
            <a:pPr marL="342900" lvl="1" indent="-342900" defTabSz="685800" eaLnBrk="0" hangingPunct="0">
              <a:defRPr/>
            </a:pPr>
            <a:r>
              <a:rPr lang="en-US" altLang="en-US" sz="2000" dirty="0">
                <a:solidFill>
                  <a:srgbClr val="202122"/>
                </a:solidFill>
              </a:rPr>
              <a:t>as we forgive our debtors.</a:t>
            </a:r>
          </a:p>
          <a:p>
            <a:pPr marL="342900" lvl="1" indent="-342900" defTabSz="685800" eaLnBrk="0" hangingPunct="0">
              <a:defRPr/>
            </a:pPr>
            <a:r>
              <a:rPr lang="en-US" altLang="en-US" sz="2000" dirty="0">
                <a:solidFill>
                  <a:srgbClr val="202122"/>
                </a:solidFill>
              </a:rPr>
              <a:t>And lead us not into temptation,</a:t>
            </a:r>
          </a:p>
          <a:p>
            <a:pPr marL="342900" lvl="1" indent="-342900" defTabSz="685800" eaLnBrk="0" hangingPunct="0">
              <a:defRPr/>
            </a:pPr>
            <a:r>
              <a:rPr lang="en-US" altLang="en-US" sz="2000" dirty="0">
                <a:solidFill>
                  <a:srgbClr val="202122"/>
                </a:solidFill>
              </a:rPr>
              <a:t>but deliver us from evil:</a:t>
            </a:r>
          </a:p>
          <a:p>
            <a:pPr marL="342900" lvl="1" indent="-342900" defTabSz="685800" eaLnBrk="0" hangingPunct="0">
              <a:defRPr/>
            </a:pPr>
            <a:r>
              <a:rPr lang="en-US" altLang="en-US" sz="2000" dirty="0">
                <a:solidFill>
                  <a:srgbClr val="202122"/>
                </a:solidFill>
              </a:rPr>
              <a:t>For thine is the kingdom,</a:t>
            </a:r>
          </a:p>
          <a:p>
            <a:pPr marL="342900" lvl="1" indent="-342900" defTabSz="685800" eaLnBrk="0" hangingPunct="0">
              <a:defRPr/>
            </a:pPr>
            <a:r>
              <a:rPr lang="en-US" altLang="en-US" sz="2000" dirty="0">
                <a:solidFill>
                  <a:srgbClr val="202122"/>
                </a:solidFill>
              </a:rPr>
              <a:t>and the power, and the glory,</a:t>
            </a:r>
          </a:p>
          <a:p>
            <a:pPr marL="342900" lvl="1" indent="-342900" defTabSz="685800" eaLnBrk="0" hangingPunct="0">
              <a:defRPr/>
            </a:pPr>
            <a:r>
              <a:rPr lang="en-US" altLang="en-US" sz="2000" dirty="0">
                <a:solidFill>
                  <a:srgbClr val="202122"/>
                </a:solidFill>
              </a:rPr>
              <a:t>for ever. Amen.</a:t>
            </a:r>
          </a:p>
          <a:p>
            <a:pPr defTabSz="685800" eaLnBrk="0" hangingPunct="0">
              <a:defRPr/>
            </a:pPr>
            <a:endParaRPr lang="en-US" altLang="en-US" sz="1400" dirty="0">
              <a:solidFill>
                <a:srgbClr val="000000"/>
              </a:solidFill>
              <a:cs typeface="Arial"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2E65C4-090A-44DF-9277-5E1DF774FB66}"/>
              </a:ext>
            </a:extLst>
          </p:cNvPr>
          <p:cNvSpPr>
            <a:spLocks noGrp="1"/>
          </p:cNvSpPr>
          <p:nvPr>
            <p:ph type="title"/>
          </p:nvPr>
        </p:nvSpPr>
        <p:spPr>
          <a:xfrm>
            <a:off x="3123010" y="331271"/>
            <a:ext cx="6019800" cy="316721"/>
          </a:xfrm>
        </p:spPr>
        <p:txBody>
          <a:bodyPr rtlCol="0">
            <a:noAutofit/>
          </a:bodyPr>
          <a:lstStyle/>
          <a:p>
            <a:pPr fontAlgn="auto">
              <a:spcAft>
                <a:spcPts val="0"/>
              </a:spcAft>
              <a:defRPr/>
            </a:pPr>
            <a:r>
              <a:rPr lang="en-US" sz="3600" b="1" dirty="0">
                <a:highlight>
                  <a:srgbClr val="00FF00"/>
                </a:highlight>
              </a:rPr>
              <a:t>EXAMPLES OF JESUS PRAYERS:</a:t>
            </a:r>
          </a:p>
        </p:txBody>
      </p:sp>
      <p:sp>
        <p:nvSpPr>
          <p:cNvPr id="5" name="Rectangle 1">
            <a:extLst>
              <a:ext uri="{FF2B5EF4-FFF2-40B4-BE49-F238E27FC236}">
                <a16:creationId xmlns:a16="http://schemas.microsoft.com/office/drawing/2014/main" id="{98933BA8-8D6C-47F7-A55C-29CDCAB85DD4}"/>
              </a:ext>
            </a:extLst>
          </p:cNvPr>
          <p:cNvSpPr>
            <a:spLocks noChangeArrowheads="1"/>
          </p:cNvSpPr>
          <p:nvPr/>
        </p:nvSpPr>
        <p:spPr bwMode="auto">
          <a:xfrm>
            <a:off x="3009900" y="1952235"/>
            <a:ext cx="6172200" cy="2666592"/>
          </a:xfrm>
          <a:prstGeom prst="rect">
            <a:avLst/>
          </a:prstGeom>
          <a:solidFill>
            <a:srgbClr val="FFFFFF"/>
          </a:solidFill>
          <a:ln>
            <a:noFill/>
          </a:ln>
          <a:effectLst/>
        </p:spPr>
        <p:txBody>
          <a:bodyPr lIns="190440" rIns="0" bIns="11903" anchor="ctr">
            <a:spAutoFit/>
          </a:bodyPr>
          <a:lstStyle/>
          <a:p>
            <a:pPr defTabSz="342900" fontAlgn="auto">
              <a:spcBef>
                <a:spcPts val="0"/>
              </a:spcBef>
              <a:spcAft>
                <a:spcPts val="0"/>
              </a:spcAft>
              <a:defRPr/>
            </a:pPr>
            <a:r>
              <a:rPr lang="en-US" b="1" baseline="30000" dirty="0">
                <a:solidFill>
                  <a:prstClr val="black"/>
                </a:solidFill>
                <a:latin typeface="Calibri"/>
              </a:rPr>
              <a:t>41 </a:t>
            </a:r>
            <a:r>
              <a:rPr lang="en-US" dirty="0">
                <a:solidFill>
                  <a:prstClr val="black"/>
                </a:solidFill>
                <a:latin typeface="Calibri"/>
              </a:rPr>
              <a:t>So they took away the stone. Then Jesus looked up and said:</a:t>
            </a:r>
          </a:p>
          <a:p>
            <a:pPr defTabSz="342900" fontAlgn="auto">
              <a:spcBef>
                <a:spcPts val="0"/>
              </a:spcBef>
              <a:spcAft>
                <a:spcPts val="0"/>
              </a:spcAft>
              <a:defRPr/>
            </a:pPr>
            <a:endParaRPr lang="en-US" dirty="0">
              <a:solidFill>
                <a:prstClr val="black"/>
              </a:solidFill>
              <a:latin typeface="Calibri"/>
            </a:endParaRPr>
          </a:p>
          <a:p>
            <a:pPr defTabSz="342900" fontAlgn="auto">
              <a:spcBef>
                <a:spcPts val="0"/>
              </a:spcBef>
              <a:spcAft>
                <a:spcPts val="0"/>
              </a:spcAft>
              <a:defRPr/>
            </a:pPr>
            <a:r>
              <a:rPr lang="en-US" dirty="0">
                <a:solidFill>
                  <a:prstClr val="black"/>
                </a:solidFill>
                <a:latin typeface="Calibri"/>
              </a:rPr>
              <a:t> “</a:t>
            </a:r>
            <a:r>
              <a:rPr lang="en-US" b="1" dirty="0">
                <a:solidFill>
                  <a:prstClr val="black"/>
                </a:solidFill>
                <a:latin typeface="Calibri"/>
              </a:rPr>
              <a:t>Father, I thank you that you have heard me</a:t>
            </a:r>
            <a:r>
              <a:rPr lang="en-US" dirty="0">
                <a:solidFill>
                  <a:prstClr val="black"/>
                </a:solidFill>
                <a:latin typeface="Calibri"/>
              </a:rPr>
              <a:t>. </a:t>
            </a:r>
            <a:r>
              <a:rPr lang="en-US" b="1" baseline="30000" dirty="0">
                <a:solidFill>
                  <a:prstClr val="black"/>
                </a:solidFill>
                <a:latin typeface="Calibri"/>
              </a:rPr>
              <a:t>42 </a:t>
            </a:r>
            <a:r>
              <a:rPr lang="en-US" dirty="0">
                <a:solidFill>
                  <a:prstClr val="black"/>
                </a:solidFill>
                <a:latin typeface="Calibri"/>
              </a:rPr>
              <a:t>I knew that you always hear me, but I said this for the benefit of the people standing here, that they may believe that you sent me.”</a:t>
            </a:r>
          </a:p>
          <a:p>
            <a:pPr defTabSz="342900" fontAlgn="auto">
              <a:spcBef>
                <a:spcPts val="0"/>
              </a:spcBef>
              <a:spcAft>
                <a:spcPts val="0"/>
              </a:spcAft>
              <a:defRPr/>
            </a:pPr>
            <a:endParaRPr lang="en-US" dirty="0">
              <a:solidFill>
                <a:prstClr val="black"/>
              </a:solidFill>
              <a:latin typeface="Calibri"/>
            </a:endParaRPr>
          </a:p>
          <a:p>
            <a:pPr defTabSz="342900" fontAlgn="auto">
              <a:spcBef>
                <a:spcPts val="0"/>
              </a:spcBef>
              <a:spcAft>
                <a:spcPts val="0"/>
              </a:spcAft>
              <a:defRPr/>
            </a:pPr>
            <a:r>
              <a:rPr lang="en-US" b="1" baseline="30000" dirty="0">
                <a:solidFill>
                  <a:prstClr val="black"/>
                </a:solidFill>
                <a:latin typeface="Calibri"/>
              </a:rPr>
              <a:t>43 </a:t>
            </a:r>
            <a:r>
              <a:rPr lang="en-US" dirty="0">
                <a:solidFill>
                  <a:prstClr val="black"/>
                </a:solidFill>
                <a:latin typeface="Calibri"/>
              </a:rPr>
              <a:t>When he had said this, Jesus called in a loud voice, “Lazarus, come out!” </a:t>
            </a:r>
            <a:r>
              <a:rPr lang="en-US" b="1" baseline="30000" dirty="0">
                <a:solidFill>
                  <a:prstClr val="black"/>
                </a:solidFill>
                <a:latin typeface="Calibri"/>
              </a:rPr>
              <a:t>44 </a:t>
            </a:r>
          </a:p>
          <a:p>
            <a:pPr defTabSz="342900" fontAlgn="auto">
              <a:spcBef>
                <a:spcPts val="0"/>
              </a:spcBef>
              <a:spcAft>
                <a:spcPts val="0"/>
              </a:spcAft>
              <a:defRPr/>
            </a:pPr>
            <a:endParaRPr lang="en-US" b="1" baseline="30000" dirty="0">
              <a:solidFill>
                <a:prstClr val="black"/>
              </a:solidFill>
              <a:latin typeface="Calibri"/>
            </a:endParaRPr>
          </a:p>
          <a:p>
            <a:pPr defTabSz="685800" eaLnBrk="0" hangingPunct="0">
              <a:defRPr/>
            </a:pPr>
            <a:endParaRPr lang="en-US" altLang="en-US" sz="1350" dirty="0">
              <a:solidFill>
                <a:srgbClr val="000000"/>
              </a:solidFill>
              <a:cs typeface="Arial" charset="0"/>
            </a:endParaRPr>
          </a:p>
        </p:txBody>
      </p:sp>
      <p:sp>
        <p:nvSpPr>
          <p:cNvPr id="2" name="Rectangle 1">
            <a:extLst>
              <a:ext uri="{FF2B5EF4-FFF2-40B4-BE49-F238E27FC236}">
                <a16:creationId xmlns:a16="http://schemas.microsoft.com/office/drawing/2014/main" id="{8714FF41-C0BC-440E-B7DA-D4702D3FE76F}"/>
              </a:ext>
            </a:extLst>
          </p:cNvPr>
          <p:cNvSpPr/>
          <p:nvPr/>
        </p:nvSpPr>
        <p:spPr>
          <a:xfrm>
            <a:off x="3573066" y="1597820"/>
            <a:ext cx="3429000" cy="1061829"/>
          </a:xfrm>
          <a:prstGeom prst="rect">
            <a:avLst/>
          </a:prstGeom>
        </p:spPr>
        <p:txBody>
          <a:bodyPr>
            <a:spAutoFit/>
          </a:bodyPr>
          <a:lstStyle/>
          <a:p>
            <a:pPr defTabSz="342900" fontAlgn="auto">
              <a:spcBef>
                <a:spcPts val="0"/>
              </a:spcBef>
              <a:spcAft>
                <a:spcPts val="0"/>
              </a:spcAft>
              <a:defRPr/>
            </a:pPr>
            <a:r>
              <a:rPr lang="en-US" sz="2100" dirty="0">
                <a:solidFill>
                  <a:srgbClr val="000000"/>
                </a:solidFill>
                <a:latin typeface="system-ui"/>
              </a:rPr>
              <a:t>John 11:38-44</a:t>
            </a:r>
          </a:p>
          <a:p>
            <a:pPr defTabSz="342900" fontAlgn="auto">
              <a:spcBef>
                <a:spcPts val="0"/>
              </a:spcBef>
              <a:spcAft>
                <a:spcPts val="0"/>
              </a:spcAft>
              <a:defRPr/>
            </a:pPr>
            <a:br>
              <a:rPr lang="en-US" sz="2100" dirty="0">
                <a:solidFill>
                  <a:srgbClr val="000000"/>
                </a:solidFill>
                <a:latin typeface="system-ui"/>
              </a:rPr>
            </a:br>
            <a:endParaRPr lang="en-US" sz="2100" dirty="0">
              <a:solidFill>
                <a:prstClr val="black"/>
              </a:solidFill>
              <a:latin typeface="Calibri"/>
            </a:endParaRPr>
          </a:p>
        </p:txBody>
      </p:sp>
      <p:sp>
        <p:nvSpPr>
          <p:cNvPr id="7" name="Rectangle 6">
            <a:extLst>
              <a:ext uri="{FF2B5EF4-FFF2-40B4-BE49-F238E27FC236}">
                <a16:creationId xmlns:a16="http://schemas.microsoft.com/office/drawing/2014/main" id="{98DCDC4F-E9E5-46A9-95B2-EF3B01BEF8EC}"/>
              </a:ext>
            </a:extLst>
          </p:cNvPr>
          <p:cNvSpPr/>
          <p:nvPr/>
        </p:nvSpPr>
        <p:spPr>
          <a:xfrm>
            <a:off x="3123011" y="4267201"/>
            <a:ext cx="6250781" cy="715581"/>
          </a:xfrm>
          <a:prstGeom prst="rect">
            <a:avLst/>
          </a:prstGeom>
        </p:spPr>
        <p:txBody>
          <a:bodyPr>
            <a:spAutoFit/>
          </a:bodyPr>
          <a:lstStyle/>
          <a:p>
            <a:pPr defTabSz="342900" fontAlgn="auto">
              <a:spcBef>
                <a:spcPts val="0"/>
              </a:spcBef>
              <a:spcAft>
                <a:spcPts val="0"/>
              </a:spcAft>
              <a:defRPr/>
            </a:pPr>
            <a:r>
              <a:rPr lang="en-US" sz="1350" b="1" dirty="0">
                <a:solidFill>
                  <a:srgbClr val="008AE6"/>
                </a:solidFill>
                <a:latin typeface="Roboto"/>
                <a:hlinkClick r:id="rId3"/>
              </a:rPr>
              <a:t>1 Corinthians 11:24</a:t>
            </a:r>
            <a:br>
              <a:rPr lang="en-US" sz="1350" dirty="0">
                <a:solidFill>
                  <a:prstClr val="black"/>
                </a:solidFill>
                <a:latin typeface="Calibri"/>
              </a:rPr>
            </a:br>
            <a:r>
              <a:rPr lang="en-US" sz="1350" b="1" dirty="0">
                <a:solidFill>
                  <a:srgbClr val="001320"/>
                </a:solidFill>
                <a:latin typeface="Roboto"/>
              </a:rPr>
              <a:t>and when He had given thanks,</a:t>
            </a:r>
            <a:r>
              <a:rPr lang="en-US" sz="1350" dirty="0">
                <a:solidFill>
                  <a:srgbClr val="001320"/>
                </a:solidFill>
                <a:latin typeface="Roboto"/>
              </a:rPr>
              <a:t> He broke it and said, "This is My body, which is for you; do this in remembrance of Me."</a:t>
            </a:r>
            <a:endParaRPr lang="en-US" sz="1350" dirty="0">
              <a:solidFill>
                <a:prstClr val="black"/>
              </a:solidFill>
              <a:latin typeface="Calibri"/>
            </a:endParaRPr>
          </a:p>
        </p:txBody>
      </p:sp>
      <p:sp>
        <p:nvSpPr>
          <p:cNvPr id="8" name="Rectangle 7">
            <a:extLst>
              <a:ext uri="{FF2B5EF4-FFF2-40B4-BE49-F238E27FC236}">
                <a16:creationId xmlns:a16="http://schemas.microsoft.com/office/drawing/2014/main" id="{76ABF9CC-5BC2-420B-9287-3B1BE56A7BC3}"/>
              </a:ext>
            </a:extLst>
          </p:cNvPr>
          <p:cNvSpPr/>
          <p:nvPr/>
        </p:nvSpPr>
        <p:spPr>
          <a:xfrm>
            <a:off x="3123010" y="4973243"/>
            <a:ext cx="6059090" cy="715581"/>
          </a:xfrm>
          <a:prstGeom prst="rect">
            <a:avLst/>
          </a:prstGeom>
        </p:spPr>
        <p:txBody>
          <a:bodyPr>
            <a:spAutoFit/>
          </a:bodyPr>
          <a:lstStyle/>
          <a:p>
            <a:pPr defTabSz="342900" fontAlgn="auto">
              <a:spcBef>
                <a:spcPts val="0"/>
              </a:spcBef>
              <a:spcAft>
                <a:spcPts val="0"/>
              </a:spcAft>
              <a:defRPr/>
            </a:pPr>
            <a:r>
              <a:rPr lang="en-US" sz="1350" b="1" dirty="0">
                <a:solidFill>
                  <a:srgbClr val="008AE6"/>
                </a:solidFill>
                <a:latin typeface="Roboto"/>
                <a:hlinkClick r:id="rId4"/>
              </a:rPr>
              <a:t>Luke 22:17</a:t>
            </a:r>
            <a:br>
              <a:rPr lang="en-US" sz="1350" dirty="0">
                <a:solidFill>
                  <a:prstClr val="black"/>
                </a:solidFill>
                <a:latin typeface="Calibri"/>
              </a:rPr>
            </a:br>
            <a:r>
              <a:rPr lang="en-US" sz="1350" b="1" dirty="0">
                <a:solidFill>
                  <a:srgbClr val="001320"/>
                </a:solidFill>
                <a:latin typeface="Roboto"/>
              </a:rPr>
              <a:t>After taking the cup, He gave thanks and said</a:t>
            </a:r>
            <a:r>
              <a:rPr lang="en-US" sz="1350" dirty="0">
                <a:solidFill>
                  <a:srgbClr val="001320"/>
                </a:solidFill>
                <a:latin typeface="Roboto"/>
              </a:rPr>
              <a:t>, "Take this and divide it among yourselves.</a:t>
            </a:r>
            <a:endParaRPr lang="en-US" sz="1350" dirty="0">
              <a:solidFill>
                <a:prstClr val="black"/>
              </a:solidFill>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C11BA2B-ED50-433C-B869-E9917E251AC1}"/>
              </a:ext>
            </a:extLst>
          </p:cNvPr>
          <p:cNvSpPr>
            <a:spLocks noGrp="1"/>
          </p:cNvSpPr>
          <p:nvPr>
            <p:ph type="title"/>
          </p:nvPr>
        </p:nvSpPr>
        <p:spPr>
          <a:xfrm>
            <a:off x="3086100" y="228601"/>
            <a:ext cx="6019800" cy="316721"/>
          </a:xfrm>
        </p:spPr>
        <p:txBody>
          <a:bodyPr rtlCol="0">
            <a:normAutofit fontScale="90000"/>
          </a:bodyPr>
          <a:lstStyle/>
          <a:p>
            <a:pPr fontAlgn="auto">
              <a:spcAft>
                <a:spcPts val="0"/>
              </a:spcAft>
              <a:defRPr/>
            </a:pPr>
            <a:r>
              <a:rPr lang="en-US" sz="2400" b="1" dirty="0">
                <a:highlight>
                  <a:srgbClr val="00FF00"/>
                </a:highlight>
              </a:rPr>
              <a:t>EXAMPLE: Importance of praising/thanking God</a:t>
            </a:r>
          </a:p>
        </p:txBody>
      </p:sp>
      <p:sp>
        <p:nvSpPr>
          <p:cNvPr id="101379" name="Footer Placeholder 3">
            <a:extLst>
              <a:ext uri="{FF2B5EF4-FFF2-40B4-BE49-F238E27FC236}">
                <a16:creationId xmlns:a16="http://schemas.microsoft.com/office/drawing/2014/main" id="{CAF9D99F-4985-4F8E-A034-C02977F520B2}"/>
              </a:ext>
            </a:extLst>
          </p:cNvPr>
          <p:cNvSpPr>
            <a:spLocks noGrp="1" noChangeArrowheads="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557213" indent="-214313">
              <a:defRPr>
                <a:solidFill>
                  <a:schemeClr val="tx1"/>
                </a:solidFill>
                <a:latin typeface="Arial" panose="020B0604020202020204" pitchFamily="34" charset="0"/>
                <a:cs typeface="Arial" panose="020B0604020202020204" pitchFamily="34" charset="0"/>
              </a:defRPr>
            </a:lvl2pPr>
            <a:lvl3pPr marL="857250" indent="-171450">
              <a:defRPr>
                <a:solidFill>
                  <a:schemeClr val="tx1"/>
                </a:solidFill>
                <a:latin typeface="Arial" panose="020B0604020202020204" pitchFamily="34" charset="0"/>
                <a:cs typeface="Arial" panose="020B0604020202020204" pitchFamily="34" charset="0"/>
              </a:defRPr>
            </a:lvl3pPr>
            <a:lvl4pPr marL="1200150" indent="-171450">
              <a:defRPr>
                <a:solidFill>
                  <a:schemeClr val="tx1"/>
                </a:solidFill>
                <a:latin typeface="Arial" panose="020B0604020202020204" pitchFamily="34" charset="0"/>
                <a:cs typeface="Arial" panose="020B0604020202020204" pitchFamily="34" charset="0"/>
              </a:defRPr>
            </a:lvl4pPr>
            <a:lvl5pPr marL="1543050" indent="-171450">
              <a:defRPr>
                <a:solidFill>
                  <a:schemeClr val="tx1"/>
                </a:solidFill>
                <a:latin typeface="Arial" panose="020B0604020202020204" pitchFamily="34" charset="0"/>
                <a:cs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685800"/>
            <a:r>
              <a:rPr lang="en-US" altLang="en-US" dirty="0">
                <a:solidFill>
                  <a:srgbClr val="898989"/>
                </a:solidFill>
              </a:rPr>
              <a:t>© 2017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6" name="Rectangle 5">
            <a:extLst>
              <a:ext uri="{FF2B5EF4-FFF2-40B4-BE49-F238E27FC236}">
                <a16:creationId xmlns:a16="http://schemas.microsoft.com/office/drawing/2014/main" id="{2CD97026-6422-476D-8DF0-2A09C21C772B}"/>
              </a:ext>
            </a:extLst>
          </p:cNvPr>
          <p:cNvSpPr/>
          <p:nvPr/>
        </p:nvSpPr>
        <p:spPr>
          <a:xfrm>
            <a:off x="2960242" y="1194051"/>
            <a:ext cx="3429000" cy="830997"/>
          </a:xfrm>
          <a:prstGeom prst="rect">
            <a:avLst/>
          </a:prstGeom>
        </p:spPr>
        <p:txBody>
          <a:bodyPr>
            <a:spAutoFit/>
          </a:bodyPr>
          <a:lstStyle/>
          <a:p>
            <a:pPr defTabSz="342900" fontAlgn="auto">
              <a:spcBef>
                <a:spcPts val="0"/>
              </a:spcBef>
              <a:spcAft>
                <a:spcPts val="0"/>
              </a:spcAft>
              <a:defRPr/>
            </a:pPr>
            <a:r>
              <a:rPr lang="en-US" sz="2100" b="1" dirty="0">
                <a:solidFill>
                  <a:srgbClr val="000000"/>
                </a:solidFill>
                <a:latin typeface="system-ui"/>
              </a:rPr>
              <a:t>Acts 16:25-34</a:t>
            </a:r>
          </a:p>
          <a:p>
            <a:pPr defTabSz="342900" fontAlgn="auto">
              <a:spcBef>
                <a:spcPts val="0"/>
              </a:spcBef>
              <a:spcAft>
                <a:spcPts val="0"/>
              </a:spcAft>
              <a:defRPr/>
            </a:pPr>
            <a:br>
              <a:rPr lang="en-US" sz="1350" dirty="0">
                <a:solidFill>
                  <a:srgbClr val="000000"/>
                </a:solidFill>
                <a:latin typeface="system-ui"/>
              </a:rPr>
            </a:br>
            <a:endParaRPr lang="en-US" sz="1350" dirty="0">
              <a:solidFill>
                <a:prstClr val="black"/>
              </a:solidFill>
              <a:latin typeface="Calibri"/>
            </a:endParaRPr>
          </a:p>
        </p:txBody>
      </p:sp>
      <p:sp>
        <p:nvSpPr>
          <p:cNvPr id="7" name="Rectangle 6">
            <a:extLst>
              <a:ext uri="{FF2B5EF4-FFF2-40B4-BE49-F238E27FC236}">
                <a16:creationId xmlns:a16="http://schemas.microsoft.com/office/drawing/2014/main" id="{0ABD1649-0D11-4A13-9FC6-3A90BA32F5A9}"/>
              </a:ext>
            </a:extLst>
          </p:cNvPr>
          <p:cNvSpPr/>
          <p:nvPr/>
        </p:nvSpPr>
        <p:spPr>
          <a:xfrm>
            <a:off x="2097881" y="1609549"/>
            <a:ext cx="7996238" cy="4606389"/>
          </a:xfrm>
          <a:prstGeom prst="rect">
            <a:avLst/>
          </a:prstGeom>
        </p:spPr>
        <p:txBody>
          <a:bodyPr wrap="square">
            <a:spAutoFit/>
          </a:bodyPr>
          <a:lstStyle/>
          <a:p>
            <a:pPr marL="257175" indent="-257175" defTabSz="342900" fontAlgn="auto">
              <a:spcBef>
                <a:spcPts val="0"/>
              </a:spcBef>
              <a:spcAft>
                <a:spcPts val="0"/>
              </a:spcAft>
              <a:buFont typeface="Arial" panose="020B0604020202020204" pitchFamily="34" charset="0"/>
              <a:buChar char="•"/>
              <a:defRPr/>
            </a:pPr>
            <a:r>
              <a:rPr lang="en-US" sz="2400" b="1" dirty="0">
                <a:solidFill>
                  <a:srgbClr val="000000"/>
                </a:solidFill>
                <a:latin typeface="system-ui"/>
              </a:rPr>
              <a:t>And at midnight Paul and Silas prayed, and sang praises unto God: and the prisoners heard them.</a:t>
            </a:r>
          </a:p>
          <a:p>
            <a:pPr defTabSz="342900" fontAlgn="auto">
              <a:spcBef>
                <a:spcPts val="0"/>
              </a:spcBef>
              <a:spcAft>
                <a:spcPts val="0"/>
              </a:spcAft>
              <a:defRPr/>
            </a:pPr>
            <a:r>
              <a:rPr lang="en-US" sz="2400" b="1" baseline="30000" dirty="0">
                <a:solidFill>
                  <a:srgbClr val="000000"/>
                </a:solidFill>
                <a:latin typeface="system-ui"/>
              </a:rPr>
              <a:t>26 </a:t>
            </a:r>
            <a:r>
              <a:rPr lang="en-US" sz="2400" dirty="0">
                <a:solidFill>
                  <a:srgbClr val="000000"/>
                </a:solidFill>
                <a:latin typeface="system-ui"/>
              </a:rPr>
              <a:t>And suddenly there was a great earthquake, so that the foundations of the prison were shaken: and immediately all the doors were opened, and every one's bands were loosed.</a:t>
            </a:r>
          </a:p>
          <a:p>
            <a:pPr defTabSz="342900" fontAlgn="auto">
              <a:spcBef>
                <a:spcPts val="0"/>
              </a:spcBef>
              <a:spcAft>
                <a:spcPts val="0"/>
              </a:spcAft>
              <a:defRPr/>
            </a:pPr>
            <a:r>
              <a:rPr lang="en-US" sz="2400" b="1" baseline="30000" dirty="0">
                <a:solidFill>
                  <a:srgbClr val="000000"/>
                </a:solidFill>
                <a:latin typeface="system-ui"/>
              </a:rPr>
              <a:t>27 </a:t>
            </a:r>
          </a:p>
          <a:p>
            <a:pPr defTabSz="342900" fontAlgn="auto">
              <a:spcBef>
                <a:spcPts val="0"/>
              </a:spcBef>
              <a:spcAft>
                <a:spcPts val="0"/>
              </a:spcAft>
              <a:defRPr/>
            </a:pPr>
            <a:endParaRPr lang="en-US" sz="2400" b="1" baseline="30000" dirty="0">
              <a:solidFill>
                <a:srgbClr val="000000"/>
              </a:solidFill>
              <a:latin typeface="system-ui"/>
            </a:endParaRPr>
          </a:p>
          <a:p>
            <a:pPr defTabSz="342900" fontAlgn="auto">
              <a:spcBef>
                <a:spcPts val="0"/>
              </a:spcBef>
              <a:spcAft>
                <a:spcPts val="0"/>
              </a:spcAft>
              <a:defRPr/>
            </a:pPr>
            <a:r>
              <a:rPr lang="en-US" sz="3200" b="1" baseline="30000" dirty="0">
                <a:solidFill>
                  <a:srgbClr val="000000"/>
                </a:solidFill>
                <a:highlight>
                  <a:srgbClr val="00FF00"/>
                </a:highlight>
                <a:latin typeface="system-ui"/>
              </a:rPr>
              <a:t>FORGIVENESS OF SINS</a:t>
            </a:r>
          </a:p>
          <a:p>
            <a:pPr defTabSz="342900" fontAlgn="auto">
              <a:spcBef>
                <a:spcPts val="0"/>
              </a:spcBef>
              <a:spcAft>
                <a:spcPts val="0"/>
              </a:spcAft>
              <a:defRPr/>
            </a:pPr>
            <a:r>
              <a:rPr lang="en-US" sz="2400" b="1" dirty="0">
                <a:solidFill>
                  <a:srgbClr val="000000"/>
                </a:solidFill>
                <a:latin typeface="system-ui"/>
              </a:rPr>
              <a:t>Psalm 66:18- </a:t>
            </a:r>
          </a:p>
          <a:p>
            <a:pPr marL="257175" indent="-257175" defTabSz="342900" fontAlgn="auto">
              <a:spcBef>
                <a:spcPts val="0"/>
              </a:spcBef>
              <a:spcAft>
                <a:spcPts val="0"/>
              </a:spcAft>
              <a:buFont typeface="Arial" panose="020B0604020202020204" pitchFamily="34" charset="0"/>
              <a:buChar char="•"/>
              <a:defRPr/>
            </a:pPr>
            <a:r>
              <a:rPr lang="en-US" sz="2400" dirty="0">
                <a:solidFill>
                  <a:srgbClr val="000000"/>
                </a:solidFill>
                <a:latin typeface="system-ui"/>
              </a:rPr>
              <a:t>If I regard iniquity in my heart, the Lord will not hear me.</a:t>
            </a:r>
          </a:p>
          <a:p>
            <a:pPr defTabSz="342900" fontAlgn="auto">
              <a:spcBef>
                <a:spcPts val="0"/>
              </a:spcBef>
              <a:spcAft>
                <a:spcPts val="0"/>
              </a:spcAft>
              <a:defRPr/>
            </a:pPr>
            <a:endParaRPr lang="en-US" sz="2400" b="1" dirty="0">
              <a:solidFill>
                <a:srgbClr val="000000"/>
              </a:solidFill>
              <a:latin typeface="system-ui"/>
            </a:endParaRPr>
          </a:p>
          <a:p>
            <a:pPr defTabSz="342900" fontAlgn="auto">
              <a:spcBef>
                <a:spcPts val="0"/>
              </a:spcBef>
              <a:spcAft>
                <a:spcPts val="0"/>
              </a:spcAft>
              <a:defRPr/>
            </a:pPr>
            <a:r>
              <a:rPr lang="en-US" sz="2400" b="1" dirty="0">
                <a:solidFill>
                  <a:srgbClr val="000000"/>
                </a:solidFill>
                <a:latin typeface="system-ui"/>
              </a:rPr>
              <a:t>Romans 3:23: </a:t>
            </a:r>
          </a:p>
          <a:p>
            <a:pPr defTabSz="342900" fontAlgn="auto">
              <a:spcBef>
                <a:spcPts val="0"/>
              </a:spcBef>
              <a:spcAft>
                <a:spcPts val="0"/>
              </a:spcAft>
              <a:defRPr/>
            </a:pPr>
            <a:r>
              <a:rPr lang="en-US" sz="2400" dirty="0">
                <a:solidFill>
                  <a:srgbClr val="000000"/>
                </a:solidFill>
                <a:latin typeface="system-ui"/>
              </a:rPr>
              <a:t>For all have sinned, and come short of the glory of God;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3426" name="Title 4">
            <a:extLst>
              <a:ext uri="{FF2B5EF4-FFF2-40B4-BE49-F238E27FC236}">
                <a16:creationId xmlns:a16="http://schemas.microsoft.com/office/drawing/2014/main" id="{BE01C1D9-3EBD-4296-8359-650BDCEE8AF7}"/>
              </a:ext>
            </a:extLst>
          </p:cNvPr>
          <p:cNvSpPr>
            <a:spLocks noGrp="1" noChangeArrowheads="1"/>
          </p:cNvSpPr>
          <p:nvPr>
            <p:ph type="title"/>
          </p:nvPr>
        </p:nvSpPr>
        <p:spPr>
          <a:xfrm>
            <a:off x="1501739" y="192801"/>
            <a:ext cx="9144000" cy="795338"/>
          </a:xfrm>
        </p:spPr>
        <p:txBody>
          <a:bodyPr/>
          <a:lstStyle/>
          <a:p>
            <a:r>
              <a:rPr lang="en-US" altLang="en-US" sz="4500">
                <a:latin typeface="Arial" panose="020B0604020202020204" pitchFamily="34" charset="0"/>
                <a:cs typeface="Arial" panose="020B0604020202020204" pitchFamily="34" charset="0"/>
              </a:rPr>
              <a:t>Answers prayer</a:t>
            </a:r>
          </a:p>
        </p:txBody>
      </p:sp>
      <p:sp>
        <p:nvSpPr>
          <p:cNvPr id="6" name="Content Placeholder 5">
            <a:extLst>
              <a:ext uri="{FF2B5EF4-FFF2-40B4-BE49-F238E27FC236}">
                <a16:creationId xmlns:a16="http://schemas.microsoft.com/office/drawing/2014/main" id="{87F4A075-912F-49BD-83BF-D1A16A91DDD7}"/>
              </a:ext>
            </a:extLst>
          </p:cNvPr>
          <p:cNvSpPr>
            <a:spLocks noGrp="1"/>
          </p:cNvSpPr>
          <p:nvPr>
            <p:ph idx="1"/>
          </p:nvPr>
        </p:nvSpPr>
        <p:spPr>
          <a:xfrm>
            <a:off x="2514600" y="1143001"/>
            <a:ext cx="7543800" cy="3510859"/>
          </a:xfrm>
        </p:spPr>
        <p:txBody>
          <a:bodyPr rtlCol="0">
            <a:noAutofit/>
          </a:bodyPr>
          <a:lstStyle/>
          <a:p>
            <a:pPr marL="0" indent="0" fontAlgn="auto">
              <a:spcBef>
                <a:spcPts val="900"/>
              </a:spcBef>
              <a:spcAft>
                <a:spcPts val="0"/>
              </a:spcAft>
              <a:buNone/>
              <a:defRPr/>
            </a:pPr>
            <a:r>
              <a:rPr lang="en-US" sz="2400" dirty="0">
                <a:latin typeface="+mn-lt"/>
              </a:rPr>
              <a:t>God answers prayers but the answer could be in different forms:</a:t>
            </a:r>
          </a:p>
          <a:p>
            <a:pPr fontAlgn="auto">
              <a:spcBef>
                <a:spcPts val="900"/>
              </a:spcBef>
              <a:spcAft>
                <a:spcPts val="0"/>
              </a:spcAft>
              <a:buFont typeface="Arial"/>
              <a:buChar char="•"/>
              <a:defRPr/>
            </a:pPr>
            <a:r>
              <a:rPr lang="en-US" sz="2400" dirty="0">
                <a:latin typeface="+mn-lt"/>
              </a:rPr>
              <a:t>Yes (i.e. you got what you asked)</a:t>
            </a:r>
          </a:p>
          <a:p>
            <a:pPr fontAlgn="auto">
              <a:spcBef>
                <a:spcPts val="900"/>
              </a:spcBef>
              <a:spcAft>
                <a:spcPts val="0"/>
              </a:spcAft>
              <a:buFont typeface="Arial"/>
              <a:buChar char="•"/>
              <a:defRPr/>
            </a:pPr>
            <a:r>
              <a:rPr lang="en-US" sz="2400" dirty="0">
                <a:latin typeface="+mn-lt"/>
              </a:rPr>
              <a:t>Yes (</a:t>
            </a:r>
            <a:r>
              <a:rPr lang="en-US" sz="2400" dirty="0">
                <a:highlight>
                  <a:srgbClr val="00FF00"/>
                </a:highlight>
                <a:latin typeface="+mn-lt"/>
              </a:rPr>
              <a:t>but wait</a:t>
            </a:r>
            <a:r>
              <a:rPr lang="en-US" sz="2400" dirty="0">
                <a:latin typeface="+mn-lt"/>
              </a:rPr>
              <a:t>)</a:t>
            </a:r>
          </a:p>
          <a:p>
            <a:pPr lvl="1" fontAlgn="auto">
              <a:spcBef>
                <a:spcPts val="900"/>
              </a:spcBef>
              <a:spcAft>
                <a:spcPts val="0"/>
              </a:spcAft>
              <a:buFont typeface="Arial"/>
              <a:buChar char="–"/>
              <a:defRPr/>
            </a:pPr>
            <a:r>
              <a:rPr lang="en-US" sz="2800" dirty="0">
                <a:latin typeface="+mn-lt"/>
              </a:rPr>
              <a:t>Exodus 9:5: </a:t>
            </a:r>
            <a:r>
              <a:rPr lang="en-US" sz="1600" dirty="0">
                <a:latin typeface="+mn-lt"/>
              </a:rPr>
              <a:t>And the LORD appointed a set time, saying, To morrow the LORD shall do this thing in the land.</a:t>
            </a:r>
            <a:endParaRPr lang="en-US" sz="2800" dirty="0">
              <a:latin typeface="+mn-lt"/>
            </a:endParaRPr>
          </a:p>
          <a:p>
            <a:pPr fontAlgn="auto">
              <a:spcBef>
                <a:spcPts val="900"/>
              </a:spcBef>
              <a:spcAft>
                <a:spcPts val="0"/>
              </a:spcAft>
              <a:buFont typeface="Arial"/>
              <a:buChar char="•"/>
              <a:defRPr/>
            </a:pPr>
            <a:r>
              <a:rPr lang="en-US" sz="2800" dirty="0">
                <a:latin typeface="+mn-lt"/>
              </a:rPr>
              <a:t>No (if what you are asking for is not right for your soul).</a:t>
            </a:r>
          </a:p>
          <a:p>
            <a:pPr lvl="1" fontAlgn="auto">
              <a:spcBef>
                <a:spcPts val="900"/>
              </a:spcBef>
              <a:spcAft>
                <a:spcPts val="0"/>
              </a:spcAft>
              <a:buFont typeface="Arial"/>
              <a:buChar char="–"/>
              <a:defRPr/>
            </a:pPr>
            <a:r>
              <a:rPr lang="en-US" sz="1600" b="1" dirty="0">
                <a:latin typeface="+mn-lt"/>
              </a:rPr>
              <a:t>James 4:3: </a:t>
            </a:r>
            <a:r>
              <a:rPr lang="en-US" sz="1600" dirty="0">
                <a:latin typeface="+mn-lt"/>
              </a:rPr>
              <a:t>Ye ask, and receive not, because ye ask amiss, that ye may consume </a:t>
            </a:r>
            <a:r>
              <a:rPr lang="en-US" sz="1600" i="1" dirty="0">
                <a:latin typeface="+mn-lt"/>
              </a:rPr>
              <a:t>it</a:t>
            </a:r>
            <a:r>
              <a:rPr lang="en-US" sz="1600" dirty="0">
                <a:latin typeface="+mn-lt"/>
              </a:rPr>
              <a:t> upon your lusts.</a:t>
            </a:r>
          </a:p>
          <a:p>
            <a:pPr lvl="1" fontAlgn="auto">
              <a:spcBef>
                <a:spcPts val="900"/>
              </a:spcBef>
              <a:spcAft>
                <a:spcPts val="0"/>
              </a:spcAft>
              <a:buFont typeface="Arial"/>
              <a:buChar char="–"/>
              <a:defRPr/>
            </a:pPr>
            <a:r>
              <a:rPr lang="en-US" sz="1600" dirty="0"/>
              <a:t>Romans 8:26: Likewise the Spirit also </a:t>
            </a:r>
            <a:r>
              <a:rPr lang="en-US" sz="1600" dirty="0" err="1"/>
              <a:t>helpeth</a:t>
            </a:r>
            <a:r>
              <a:rPr lang="en-US" sz="1600" dirty="0"/>
              <a:t> our infirmities: for we know not what we should pray for as we ought: but the </a:t>
            </a:r>
            <a:r>
              <a:rPr lang="en-US" sz="1600" dirty="0">
                <a:highlight>
                  <a:srgbClr val="00FF00"/>
                </a:highlight>
              </a:rPr>
              <a:t>Spirit</a:t>
            </a:r>
            <a:r>
              <a:rPr lang="en-US" sz="1600" dirty="0"/>
              <a:t> itself </a:t>
            </a:r>
            <a:r>
              <a:rPr lang="en-US" sz="1600" dirty="0" err="1"/>
              <a:t>maketh</a:t>
            </a:r>
            <a:r>
              <a:rPr lang="en-US" sz="1600" dirty="0"/>
              <a:t> intercession for us with groanings which cannot be uttered.</a:t>
            </a:r>
            <a:endParaRPr lang="en-US" sz="2800" dirty="0">
              <a:latin typeface="+mn-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4450" name="Title 4">
            <a:extLst>
              <a:ext uri="{FF2B5EF4-FFF2-40B4-BE49-F238E27FC236}">
                <a16:creationId xmlns:a16="http://schemas.microsoft.com/office/drawing/2014/main" id="{DDDBEF4F-CEB6-492F-85D5-EC1E18138FF1}"/>
              </a:ext>
            </a:extLst>
          </p:cNvPr>
          <p:cNvSpPr>
            <a:spLocks noGrp="1" noChangeArrowheads="1"/>
          </p:cNvSpPr>
          <p:nvPr>
            <p:ph type="title"/>
          </p:nvPr>
        </p:nvSpPr>
        <p:spPr>
          <a:xfrm>
            <a:off x="1524000" y="152400"/>
            <a:ext cx="9144000" cy="795338"/>
          </a:xfrm>
        </p:spPr>
        <p:txBody>
          <a:bodyPr/>
          <a:lstStyle/>
          <a:p>
            <a:r>
              <a:rPr lang="en-US" altLang="en-US" sz="4500" dirty="0">
                <a:latin typeface="Arial" panose="020B0604020202020204" pitchFamily="34" charset="0"/>
                <a:cs typeface="Arial" panose="020B0604020202020204" pitchFamily="34" charset="0"/>
              </a:rPr>
              <a:t>Prayer Time</a:t>
            </a:r>
          </a:p>
        </p:txBody>
      </p:sp>
      <p:sp>
        <p:nvSpPr>
          <p:cNvPr id="104451" name="Content Placeholder 5">
            <a:extLst>
              <a:ext uri="{FF2B5EF4-FFF2-40B4-BE49-F238E27FC236}">
                <a16:creationId xmlns:a16="http://schemas.microsoft.com/office/drawing/2014/main" id="{ADCBB339-1D65-44BF-8625-0B29B1785047}"/>
              </a:ext>
            </a:extLst>
          </p:cNvPr>
          <p:cNvSpPr>
            <a:spLocks noGrp="1" noChangeArrowheads="1"/>
          </p:cNvSpPr>
          <p:nvPr>
            <p:ph idx="1"/>
          </p:nvPr>
        </p:nvSpPr>
        <p:spPr>
          <a:xfrm>
            <a:off x="3009900" y="1295400"/>
            <a:ext cx="6172200" cy="3063478"/>
          </a:xfrm>
        </p:spPr>
        <p:txBody>
          <a:bodyPr/>
          <a:lstStyle/>
          <a:p>
            <a:r>
              <a:rPr lang="en-US" altLang="en-US" sz="4000" dirty="0">
                <a:latin typeface="Andale Mono"/>
                <a:cs typeface="Arial" panose="020B0604020202020204" pitchFamily="34" charset="0"/>
              </a:rPr>
              <a:t>Now, pray for yourselves</a:t>
            </a:r>
          </a:p>
          <a:p>
            <a:r>
              <a:rPr lang="en-US" altLang="en-US" sz="4000" dirty="0">
                <a:latin typeface="Andale Mono"/>
                <a:cs typeface="Arial" panose="020B0604020202020204" pitchFamily="34" charset="0"/>
              </a:rPr>
              <a:t>Pray for your families</a:t>
            </a:r>
          </a:p>
          <a:p>
            <a:r>
              <a:rPr lang="en-US" altLang="en-US" sz="4000" dirty="0">
                <a:latin typeface="Andale Mono"/>
                <a:cs typeface="Arial" panose="020B0604020202020204" pitchFamily="34" charset="0"/>
              </a:rPr>
              <a:t>Pray for the university</a:t>
            </a:r>
          </a:p>
          <a:p>
            <a:r>
              <a:rPr lang="en-US" altLang="en-US" sz="4000" dirty="0">
                <a:latin typeface="Andale Mono"/>
                <a:cs typeface="Arial" panose="020B0604020202020204" pitchFamily="34" charset="0"/>
              </a:rPr>
              <a:t>Pray for the country</a:t>
            </a:r>
          </a:p>
          <a:p>
            <a:r>
              <a:rPr lang="en-US" altLang="en-US" sz="4000" dirty="0">
                <a:latin typeface="Andale Mono"/>
                <a:cs typeface="Arial" panose="020B0604020202020204" pitchFamily="34" charset="0"/>
              </a:rPr>
              <a:t>Pray for our world and global peace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5474" name="Title 4">
            <a:extLst>
              <a:ext uri="{FF2B5EF4-FFF2-40B4-BE49-F238E27FC236}">
                <a16:creationId xmlns:a16="http://schemas.microsoft.com/office/drawing/2014/main" id="{D585300C-248F-4810-9846-A7A782BC8F36}"/>
              </a:ext>
            </a:extLst>
          </p:cNvPr>
          <p:cNvSpPr>
            <a:spLocks noGrp="1" noChangeArrowheads="1"/>
          </p:cNvSpPr>
          <p:nvPr>
            <p:ph type="title"/>
          </p:nvPr>
        </p:nvSpPr>
        <p:spPr>
          <a:xfrm>
            <a:off x="1371600" y="0"/>
            <a:ext cx="9144000" cy="795338"/>
          </a:xfrm>
        </p:spPr>
        <p:txBody>
          <a:bodyPr/>
          <a:lstStyle/>
          <a:p>
            <a:r>
              <a:rPr lang="en-US" altLang="en-US" sz="4050" dirty="0">
                <a:latin typeface="Arial" panose="020B0604020202020204" pitchFamily="34" charset="0"/>
                <a:cs typeface="Arial" panose="020B0604020202020204" pitchFamily="34" charset="0"/>
              </a:rPr>
              <a:t>Psalm 20: 1-5</a:t>
            </a:r>
            <a:endParaRPr lang="en-US" altLang="en-US" sz="6600" dirty="0">
              <a:latin typeface="Arial" panose="020B0604020202020204" pitchFamily="34" charset="0"/>
              <a:cs typeface="Arial" panose="020B0604020202020204" pitchFamily="34" charset="0"/>
            </a:endParaRPr>
          </a:p>
        </p:txBody>
      </p:sp>
      <p:sp>
        <p:nvSpPr>
          <p:cNvPr id="6" name="Content Placeholder 5">
            <a:extLst>
              <a:ext uri="{FF2B5EF4-FFF2-40B4-BE49-F238E27FC236}">
                <a16:creationId xmlns:a16="http://schemas.microsoft.com/office/drawing/2014/main" id="{D509AA89-C6D3-4EE0-AA24-85392239CF63}"/>
              </a:ext>
            </a:extLst>
          </p:cNvPr>
          <p:cNvSpPr>
            <a:spLocks noGrp="1"/>
          </p:cNvSpPr>
          <p:nvPr>
            <p:ph idx="1"/>
          </p:nvPr>
        </p:nvSpPr>
        <p:spPr>
          <a:xfrm>
            <a:off x="2133600" y="1371601"/>
            <a:ext cx="7405688" cy="3819525"/>
          </a:xfrm>
        </p:spPr>
        <p:txBody>
          <a:bodyPr rtlCol="0">
            <a:noAutofit/>
          </a:bodyPr>
          <a:lstStyle/>
          <a:p>
            <a:pPr algn="ctr" fontAlgn="auto">
              <a:lnSpc>
                <a:spcPct val="150000"/>
              </a:lnSpc>
              <a:spcBef>
                <a:spcPts val="900"/>
              </a:spcBef>
              <a:spcAft>
                <a:spcPts val="0"/>
              </a:spcAft>
              <a:buFont typeface="Arial"/>
              <a:buChar char="•"/>
              <a:defRPr/>
            </a:pPr>
            <a:r>
              <a:rPr lang="en-US" sz="1800" dirty="0"/>
              <a:t>1.May the </a:t>
            </a:r>
            <a:r>
              <a:rPr lang="en-US" sz="1800" cap="small" dirty="0"/>
              <a:t>Lord</a:t>
            </a:r>
            <a:r>
              <a:rPr lang="en-US" sz="1800" dirty="0"/>
              <a:t> answer you when you are in distress;</a:t>
            </a:r>
            <a:br>
              <a:rPr lang="en-US" sz="1800" dirty="0"/>
            </a:br>
            <a:r>
              <a:rPr lang="en-US" sz="1800" dirty="0"/>
              <a:t>    may the name of the God of Jacob protect you.</a:t>
            </a:r>
            <a:br>
              <a:rPr lang="en-US" sz="1800" dirty="0"/>
            </a:br>
            <a:r>
              <a:rPr lang="en-US" sz="1800" b="1" baseline="30000" dirty="0"/>
              <a:t>2 </a:t>
            </a:r>
            <a:r>
              <a:rPr lang="en-US" sz="1800" dirty="0"/>
              <a:t>May he send you help from the sanctuary</a:t>
            </a:r>
            <a:br>
              <a:rPr lang="en-US" sz="1800" dirty="0"/>
            </a:br>
            <a:r>
              <a:rPr lang="en-US" sz="1800" dirty="0"/>
              <a:t>    and grant you support from Zion.</a:t>
            </a:r>
            <a:br>
              <a:rPr lang="en-US" sz="1800" dirty="0"/>
            </a:br>
            <a:r>
              <a:rPr lang="en-US" sz="1800" b="1" baseline="30000" dirty="0"/>
              <a:t>3 </a:t>
            </a:r>
            <a:r>
              <a:rPr lang="en-US" sz="1800" dirty="0"/>
              <a:t>May he remember all your sacrifices</a:t>
            </a:r>
            <a:br>
              <a:rPr lang="en-US" sz="1800" dirty="0"/>
            </a:br>
            <a:r>
              <a:rPr lang="en-US" sz="1800" dirty="0"/>
              <a:t>    and accept your burnt offerings.</a:t>
            </a:r>
            <a:r>
              <a:rPr lang="en-US" sz="1800" baseline="30000" dirty="0"/>
              <a:t>[</a:t>
            </a:r>
            <a:r>
              <a:rPr lang="en-US" sz="1800" baseline="30000" dirty="0">
                <a:hlinkClick r:id="rId2" tooltip="See footnote b"/>
              </a:rPr>
              <a:t>b</a:t>
            </a:r>
            <a:r>
              <a:rPr lang="en-US" sz="1800" baseline="30000" dirty="0"/>
              <a:t>]</a:t>
            </a:r>
            <a:br>
              <a:rPr lang="en-US" sz="1800" dirty="0"/>
            </a:br>
            <a:r>
              <a:rPr lang="en-US" sz="1800" b="1" baseline="30000" dirty="0"/>
              <a:t>4 </a:t>
            </a:r>
            <a:r>
              <a:rPr lang="en-US" sz="1800" dirty="0"/>
              <a:t>May he give you the desire of your heart</a:t>
            </a:r>
            <a:br>
              <a:rPr lang="en-US" sz="1800" dirty="0"/>
            </a:br>
            <a:r>
              <a:rPr lang="en-US" sz="1800" dirty="0"/>
              <a:t>    and make all your plans succeed.</a:t>
            </a:r>
            <a:br>
              <a:rPr lang="en-US" sz="1800" dirty="0"/>
            </a:br>
            <a:r>
              <a:rPr lang="en-US" sz="1800" b="1" baseline="30000" dirty="0"/>
              <a:t>5 </a:t>
            </a:r>
            <a:r>
              <a:rPr lang="en-US" sz="1800" dirty="0"/>
              <a:t>May we shout for joy over your victory</a:t>
            </a:r>
            <a:br>
              <a:rPr lang="en-US" sz="1800" dirty="0"/>
            </a:br>
            <a:r>
              <a:rPr lang="en-US" sz="1800" dirty="0"/>
              <a:t>    and lift up our banners in the name of our God.</a:t>
            </a:r>
          </a:p>
          <a:p>
            <a:pPr algn="ctr" fontAlgn="auto">
              <a:lnSpc>
                <a:spcPct val="150000"/>
              </a:lnSpc>
              <a:spcBef>
                <a:spcPts val="900"/>
              </a:spcBef>
              <a:spcAft>
                <a:spcPts val="0"/>
              </a:spcAft>
              <a:buFont typeface="Arial"/>
              <a:buChar char="•"/>
              <a:defRPr/>
            </a:pPr>
            <a:r>
              <a:rPr lang="en-US" sz="1800" dirty="0"/>
              <a:t>May the </a:t>
            </a:r>
            <a:r>
              <a:rPr lang="en-US" sz="1800" cap="small" dirty="0"/>
              <a:t>Lord</a:t>
            </a:r>
            <a:r>
              <a:rPr lang="en-US" sz="1800" dirty="0"/>
              <a:t> grant all your requests (AMEN).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8448E-00CF-414E-B1C5-378F7B7C1BF6}"/>
              </a:ext>
            </a:extLst>
          </p:cNvPr>
          <p:cNvSpPr>
            <a:spLocks noGrp="1"/>
          </p:cNvSpPr>
          <p:nvPr>
            <p:ph type="ctrTitle"/>
          </p:nvPr>
        </p:nvSpPr>
        <p:spPr/>
        <p:txBody>
          <a:bodyPr>
            <a:normAutofit fontScale="90000"/>
          </a:bodyPr>
          <a:lstStyle/>
          <a:p>
            <a:pPr>
              <a:defRPr/>
            </a:pPr>
            <a:r>
              <a:rPr lang="en-US" dirty="0">
                <a:solidFill>
                  <a:srgbClr val="3380E6"/>
                </a:solidFill>
                <a:latin typeface="Calibri" panose="020F0502020204030204" pitchFamily="34" charset="0"/>
              </a:rPr>
              <a:t>Chapter 10</a:t>
            </a:r>
            <a:br>
              <a:rPr lang="en-US" dirty="0">
                <a:solidFill>
                  <a:srgbClr val="3380E6"/>
                </a:solidFill>
                <a:latin typeface="Calibri" panose="020F0502020204030204" pitchFamily="34" charset="0"/>
              </a:rPr>
            </a:br>
            <a:r>
              <a:rPr lang="en-US" dirty="0">
                <a:solidFill>
                  <a:srgbClr val="3380E6"/>
                </a:solidFill>
                <a:latin typeface="Calibri" panose="020F0502020204030204" pitchFamily="34" charset="0"/>
              </a:rPr>
              <a:t>Object-Oriented Programming: Polymorphism and Interfaces</a:t>
            </a:r>
          </a:p>
        </p:txBody>
      </p:sp>
      <p:sp>
        <p:nvSpPr>
          <p:cNvPr id="4" name="Footer Placeholder 3">
            <a:extLst>
              <a:ext uri="{FF2B5EF4-FFF2-40B4-BE49-F238E27FC236}">
                <a16:creationId xmlns:a16="http://schemas.microsoft.com/office/drawing/2014/main" id="{D74AE41A-12CD-4978-919F-F9273EEFEF5E}"/>
              </a:ext>
            </a:extLst>
          </p:cNvPr>
          <p:cNvSpPr>
            <a:spLocks noGrp="1"/>
          </p:cNvSpPr>
          <p:nvPr>
            <p:ph type="ftr" sz="quarter" idx="4294967295"/>
          </p:nvPr>
        </p:nvSpPr>
        <p:spPr>
          <a:xfrm>
            <a:off x="3657600" y="6408739"/>
            <a:ext cx="53170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902459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02">
            <a:extLst>
              <a:ext uri="{FF2B5EF4-FFF2-40B4-BE49-F238E27FC236}">
                <a16:creationId xmlns:a16="http://schemas.microsoft.com/office/drawing/2014/main" id="{00AE790E-746A-4403-9ECE-C31BED199641}"/>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50825"/>
            <a:ext cx="12192000" cy="6354763"/>
          </a:xfrm>
          <a:prstGeom prst="rect">
            <a:avLst/>
          </a:prstGeom>
        </p:spPr>
      </p:pic>
      <p:sp>
        <p:nvSpPr>
          <p:cNvPr id="2" name="Footer Placeholder 1">
            <a:extLst>
              <a:ext uri="{FF2B5EF4-FFF2-40B4-BE49-F238E27FC236}">
                <a16:creationId xmlns:a16="http://schemas.microsoft.com/office/drawing/2014/main" id="{A601FA7F-FCC6-421A-8F12-C13D02956881}"/>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34702239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03">
            <a:extLst>
              <a:ext uri="{FF2B5EF4-FFF2-40B4-BE49-F238E27FC236}">
                <a16:creationId xmlns:a16="http://schemas.microsoft.com/office/drawing/2014/main" id="{C3F26350-6E08-4FAC-A822-F90E443BBC57}"/>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84138" y="0"/>
            <a:ext cx="12023725" cy="6858000"/>
          </a:xfrm>
          <a:prstGeom prst="rect">
            <a:avLst/>
          </a:prstGeom>
        </p:spPr>
      </p:pic>
      <p:sp>
        <p:nvSpPr>
          <p:cNvPr id="2" name="Footer Placeholder 1">
            <a:extLst>
              <a:ext uri="{FF2B5EF4-FFF2-40B4-BE49-F238E27FC236}">
                <a16:creationId xmlns:a16="http://schemas.microsoft.com/office/drawing/2014/main" id="{38E32EE4-317A-42F3-8911-D81514DE3100}"/>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14705834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jhtp_10_OOPPolymorphism_Page_04">
            <a:extLst>
              <a:ext uri="{FF2B5EF4-FFF2-40B4-BE49-F238E27FC236}">
                <a16:creationId xmlns:a16="http://schemas.microsoft.com/office/drawing/2014/main" id="{9FE35BAA-5AD3-41D4-81C6-985405EE0838}"/>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742861"/>
            <a:ext cx="12192000" cy="5411787"/>
          </a:xfrm>
          <a:prstGeom prst="rect">
            <a:avLst/>
          </a:prstGeom>
        </p:spPr>
      </p:pic>
      <p:sp>
        <p:nvSpPr>
          <p:cNvPr id="2" name="Footer Placeholder 1">
            <a:extLst>
              <a:ext uri="{FF2B5EF4-FFF2-40B4-BE49-F238E27FC236}">
                <a16:creationId xmlns:a16="http://schemas.microsoft.com/office/drawing/2014/main" id="{88F9F42A-BAA0-4F5C-A86C-0855CD1DE24E}"/>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34155350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jhtp_10_OOPPolymorphism_Page_05">
            <a:extLst>
              <a:ext uri="{FF2B5EF4-FFF2-40B4-BE49-F238E27FC236}">
                <a16:creationId xmlns:a16="http://schemas.microsoft.com/office/drawing/2014/main" id="{D507DC2A-BE3E-423B-9F96-4586BD9DE7EE}"/>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463550" y="0"/>
            <a:ext cx="11263313" cy="6858000"/>
          </a:xfrm>
          <a:prstGeom prst="rect">
            <a:avLst/>
          </a:prstGeom>
        </p:spPr>
      </p:pic>
      <p:sp>
        <p:nvSpPr>
          <p:cNvPr id="2" name="Footer Placeholder 1">
            <a:extLst>
              <a:ext uri="{FF2B5EF4-FFF2-40B4-BE49-F238E27FC236}">
                <a16:creationId xmlns:a16="http://schemas.microsoft.com/office/drawing/2014/main" id="{C0F0CB50-2562-42A1-9613-C14DB0CBA862}"/>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4550265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jhtp_10_OOPPolymorphism_Page_06">
            <a:extLst>
              <a:ext uri="{FF2B5EF4-FFF2-40B4-BE49-F238E27FC236}">
                <a16:creationId xmlns:a16="http://schemas.microsoft.com/office/drawing/2014/main" id="{6B765773-1BA2-4BF8-9228-3BABA3BFAD61}"/>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858838"/>
            <a:ext cx="12192000" cy="5138737"/>
          </a:xfrm>
          <a:prstGeom prst="rect">
            <a:avLst/>
          </a:prstGeom>
        </p:spPr>
      </p:pic>
      <p:sp>
        <p:nvSpPr>
          <p:cNvPr id="2" name="Footer Placeholder 1">
            <a:extLst>
              <a:ext uri="{FF2B5EF4-FFF2-40B4-BE49-F238E27FC236}">
                <a16:creationId xmlns:a16="http://schemas.microsoft.com/office/drawing/2014/main" id="{82DA5C29-E3CD-4A38-8B67-9588877AD92C}"/>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30009604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jhtp_10_OOPPolymorphism_Page_07">
            <a:extLst>
              <a:ext uri="{FF2B5EF4-FFF2-40B4-BE49-F238E27FC236}">
                <a16:creationId xmlns:a16="http://schemas.microsoft.com/office/drawing/2014/main" id="{D262C914-D868-498C-A1BF-8555F774F35F}"/>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95263"/>
            <a:ext cx="12192000" cy="6465887"/>
          </a:xfrm>
          <a:prstGeom prst="rect">
            <a:avLst/>
          </a:prstGeom>
        </p:spPr>
      </p:pic>
      <p:sp>
        <p:nvSpPr>
          <p:cNvPr id="2" name="Footer Placeholder 1">
            <a:extLst>
              <a:ext uri="{FF2B5EF4-FFF2-40B4-BE49-F238E27FC236}">
                <a16:creationId xmlns:a16="http://schemas.microsoft.com/office/drawing/2014/main" id="{D5A41658-2D28-49F7-A82C-B0248237E3D5}"/>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24120112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jhtp_10_OOPPolymorphism_Page_08">
            <a:extLst>
              <a:ext uri="{FF2B5EF4-FFF2-40B4-BE49-F238E27FC236}">
                <a16:creationId xmlns:a16="http://schemas.microsoft.com/office/drawing/2014/main" id="{A5E9E95F-0AAE-40A0-9D5B-013D7FFAA6B6}"/>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322263"/>
            <a:ext cx="12192000" cy="6213475"/>
          </a:xfrm>
          <a:prstGeom prst="rect">
            <a:avLst/>
          </a:prstGeom>
        </p:spPr>
      </p:pic>
      <p:sp>
        <p:nvSpPr>
          <p:cNvPr id="2" name="Footer Placeholder 1">
            <a:extLst>
              <a:ext uri="{FF2B5EF4-FFF2-40B4-BE49-F238E27FC236}">
                <a16:creationId xmlns:a16="http://schemas.microsoft.com/office/drawing/2014/main" id="{929FE635-4227-4B4C-A314-AE9EC0FA1337}"/>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37826881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02B3F-3A38-4F37-B26C-49AED99E5366}"/>
              </a:ext>
            </a:extLst>
          </p:cNvPr>
          <p:cNvSpPr>
            <a:spLocks noGrp="1"/>
          </p:cNvSpPr>
          <p:nvPr>
            <p:ph type="title"/>
          </p:nvPr>
        </p:nvSpPr>
        <p:spPr/>
        <p:txBody>
          <a:bodyPr/>
          <a:lstStyle/>
          <a:p>
            <a:pPr fontAlgn="auto">
              <a:spcAft>
                <a:spcPts val="0"/>
              </a:spcAft>
              <a:defRPr/>
            </a:pPr>
            <a:r>
              <a:rPr lang="en-US" dirty="0">
                <a:solidFill>
                  <a:srgbClr val="24B5A1"/>
                </a:solidFill>
                <a:latin typeface="Calibri" panose="020F0502020204030204" pitchFamily="34" charset="0"/>
              </a:rPr>
              <a:t>10.1  </a:t>
            </a:r>
            <a:r>
              <a:rPr lang="en-US" dirty="0">
                <a:solidFill>
                  <a:srgbClr val="3380E6"/>
                </a:solidFill>
                <a:latin typeface="Calibri" panose="020F0502020204030204" pitchFamily="34" charset="0"/>
              </a:rPr>
              <a:t>Introduction</a:t>
            </a:r>
          </a:p>
        </p:txBody>
      </p:sp>
      <p:sp>
        <p:nvSpPr>
          <p:cNvPr id="14339" name="Text Placeholder 2">
            <a:extLst>
              <a:ext uri="{FF2B5EF4-FFF2-40B4-BE49-F238E27FC236}">
                <a16:creationId xmlns:a16="http://schemas.microsoft.com/office/drawing/2014/main" id="{4294C35D-279A-4B3C-A3D6-03DE0AF3F8C8}"/>
              </a:ext>
            </a:extLst>
          </p:cNvPr>
          <p:cNvSpPr>
            <a:spLocks noGrp="1"/>
          </p:cNvSpPr>
          <p:nvPr>
            <p:ph type="body" idx="1"/>
          </p:nvPr>
        </p:nvSpPr>
        <p:spPr/>
        <p:txBody>
          <a:bodyPr/>
          <a:lstStyle/>
          <a:p>
            <a:pPr eaLnBrk="1" hangingPunct="1"/>
            <a:r>
              <a:rPr lang="en-US" altLang="en-US" sz="3600" dirty="0">
                <a:solidFill>
                  <a:srgbClr val="0000FF"/>
                </a:solidFill>
              </a:rPr>
              <a:t>Polymorphism</a:t>
            </a:r>
            <a:r>
              <a:rPr lang="en-US" altLang="en-US" sz="3600" dirty="0">
                <a:solidFill>
                  <a:srgbClr val="000000"/>
                </a:solidFill>
              </a:rPr>
              <a:t> </a:t>
            </a:r>
          </a:p>
          <a:p>
            <a:pPr lvl="1" eaLnBrk="1" hangingPunct="1"/>
            <a:r>
              <a:rPr lang="en-US" altLang="en-US" sz="3600" dirty="0">
                <a:solidFill>
                  <a:srgbClr val="000000"/>
                </a:solidFill>
              </a:rPr>
              <a:t>Enables you to “program in the </a:t>
            </a:r>
            <a:r>
              <a:rPr lang="en-US" altLang="en-US" sz="3600" i="1" dirty="0">
                <a:solidFill>
                  <a:srgbClr val="000000"/>
                </a:solidFill>
              </a:rPr>
              <a:t>general</a:t>
            </a:r>
            <a:r>
              <a:rPr lang="en-US" altLang="en-US" sz="3600" dirty="0">
                <a:solidFill>
                  <a:srgbClr val="000000"/>
                </a:solidFill>
              </a:rPr>
              <a:t>” rather than “program in the </a:t>
            </a:r>
            <a:r>
              <a:rPr lang="en-US" altLang="en-US" sz="3600" i="1" dirty="0">
                <a:solidFill>
                  <a:srgbClr val="000000"/>
                </a:solidFill>
              </a:rPr>
              <a:t>specific</a:t>
            </a:r>
            <a:r>
              <a:rPr lang="en-US" altLang="en-US" sz="3600" dirty="0">
                <a:solidFill>
                  <a:srgbClr val="000000"/>
                </a:solidFill>
              </a:rPr>
              <a:t>.”</a:t>
            </a:r>
          </a:p>
          <a:p>
            <a:pPr lvl="1" eaLnBrk="1" hangingPunct="1"/>
            <a:r>
              <a:rPr lang="en-US" altLang="en-US" sz="3600" dirty="0">
                <a:solidFill>
                  <a:srgbClr val="000000"/>
                </a:solidFill>
              </a:rPr>
              <a:t>Polymorphism enables you to write programs that process objects that share the same superclass as if they were all objects of the superclass; this can simplify programming.</a:t>
            </a:r>
          </a:p>
          <a:p>
            <a:pPr lvl="1"/>
            <a:endParaRPr lang="en-US" altLang="en-US" sz="4800" dirty="0"/>
          </a:p>
          <a:p>
            <a:pPr lvl="1" eaLnBrk="1" hangingPunct="1"/>
            <a:endParaRPr lang="en-US" altLang="en-US" sz="3600" dirty="0">
              <a:solidFill>
                <a:srgbClr val="000000"/>
              </a:solidFill>
            </a:endParaRPr>
          </a:p>
        </p:txBody>
      </p:sp>
      <p:sp>
        <p:nvSpPr>
          <p:cNvPr id="4" name="Footer Placeholder 3">
            <a:extLst>
              <a:ext uri="{FF2B5EF4-FFF2-40B4-BE49-F238E27FC236}">
                <a16:creationId xmlns:a16="http://schemas.microsoft.com/office/drawing/2014/main" id="{9C11834C-B8FB-41B4-AE4A-E971AA86E0AC}"/>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6159052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02B3F-3A38-4F37-B26C-49AED99E5366}"/>
              </a:ext>
            </a:extLst>
          </p:cNvPr>
          <p:cNvSpPr>
            <a:spLocks noGrp="1"/>
          </p:cNvSpPr>
          <p:nvPr>
            <p:ph type="title"/>
          </p:nvPr>
        </p:nvSpPr>
        <p:spPr>
          <a:xfrm>
            <a:off x="609600" y="0"/>
            <a:ext cx="10972800" cy="701407"/>
          </a:xfrm>
        </p:spPr>
        <p:txBody>
          <a:bodyPr/>
          <a:lstStyle/>
          <a:p>
            <a:pPr fontAlgn="auto">
              <a:spcAft>
                <a:spcPts val="0"/>
              </a:spcAft>
              <a:defRPr/>
            </a:pPr>
            <a:r>
              <a:rPr lang="en-US" dirty="0">
                <a:solidFill>
                  <a:srgbClr val="24B5A1"/>
                </a:solidFill>
                <a:latin typeface="Calibri" panose="020F0502020204030204" pitchFamily="34" charset="0"/>
              </a:rPr>
              <a:t>10.1  </a:t>
            </a:r>
            <a:r>
              <a:rPr lang="en-US" dirty="0">
                <a:solidFill>
                  <a:srgbClr val="3380E6"/>
                </a:solidFill>
                <a:latin typeface="Calibri" panose="020F0502020204030204" pitchFamily="34" charset="0"/>
              </a:rPr>
              <a:t>Introduction Cont.</a:t>
            </a:r>
          </a:p>
        </p:txBody>
      </p:sp>
      <p:sp>
        <p:nvSpPr>
          <p:cNvPr id="14339" name="Text Placeholder 2">
            <a:extLst>
              <a:ext uri="{FF2B5EF4-FFF2-40B4-BE49-F238E27FC236}">
                <a16:creationId xmlns:a16="http://schemas.microsoft.com/office/drawing/2014/main" id="{4294C35D-279A-4B3C-A3D6-03DE0AF3F8C8}"/>
              </a:ext>
            </a:extLst>
          </p:cNvPr>
          <p:cNvSpPr>
            <a:spLocks noGrp="1"/>
          </p:cNvSpPr>
          <p:nvPr>
            <p:ph type="body" idx="1"/>
          </p:nvPr>
        </p:nvSpPr>
        <p:spPr>
          <a:xfrm>
            <a:off x="296238" y="1166019"/>
            <a:ext cx="11599524" cy="4525962"/>
          </a:xfrm>
        </p:spPr>
        <p:txBody>
          <a:bodyPr/>
          <a:lstStyle/>
          <a:p>
            <a:pPr marL="109537" indent="0" eaLnBrk="1" hangingPunct="1">
              <a:buNone/>
            </a:pPr>
            <a:r>
              <a:rPr lang="en-US" altLang="en-US" sz="3600" dirty="0">
                <a:solidFill>
                  <a:srgbClr val="0000FF"/>
                </a:solidFill>
              </a:rPr>
              <a:t>Polymorphism</a:t>
            </a:r>
            <a:r>
              <a:rPr lang="en-US" altLang="en-US" sz="3600" dirty="0">
                <a:solidFill>
                  <a:srgbClr val="000000"/>
                </a:solidFill>
              </a:rPr>
              <a:t> </a:t>
            </a:r>
          </a:p>
          <a:p>
            <a:r>
              <a:rPr lang="en-US" altLang="en-US" sz="3600" dirty="0">
                <a:solidFill>
                  <a:srgbClr val="000000"/>
                </a:solidFill>
              </a:rPr>
              <a:t>Polymorphism means "</a:t>
            </a:r>
            <a:r>
              <a:rPr lang="en-US" altLang="en-US" sz="3600" b="1" i="1" dirty="0">
                <a:solidFill>
                  <a:srgbClr val="000000"/>
                </a:solidFill>
              </a:rPr>
              <a:t>many forms</a:t>
            </a:r>
            <a:r>
              <a:rPr lang="en-US" altLang="en-US" sz="3600" dirty="0">
                <a:solidFill>
                  <a:srgbClr val="000000"/>
                </a:solidFill>
              </a:rPr>
              <a:t>", and it occurs when we have many classes that are related to each other by inheritance.</a:t>
            </a:r>
          </a:p>
          <a:p>
            <a:r>
              <a:rPr lang="en-US" altLang="en-US" sz="3600" dirty="0">
                <a:solidFill>
                  <a:srgbClr val="000000"/>
                </a:solidFill>
              </a:rPr>
              <a:t>While Inheritance lets us inherit attributes and methods from another class. </a:t>
            </a:r>
          </a:p>
          <a:p>
            <a:r>
              <a:rPr lang="en-US" altLang="en-US" sz="3600" dirty="0">
                <a:solidFill>
                  <a:srgbClr val="000000"/>
                </a:solidFill>
              </a:rPr>
              <a:t>Polymorphism uses those methods to perform different tasks. </a:t>
            </a:r>
          </a:p>
        </p:txBody>
      </p:sp>
    </p:spTree>
    <p:extLst>
      <p:ext uri="{BB962C8B-B14F-4D97-AF65-F5344CB8AC3E}">
        <p14:creationId xmlns:p14="http://schemas.microsoft.com/office/powerpoint/2010/main" val="14635729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02B3F-3A38-4F37-B26C-49AED99E5366}"/>
              </a:ext>
            </a:extLst>
          </p:cNvPr>
          <p:cNvSpPr>
            <a:spLocks noGrp="1"/>
          </p:cNvSpPr>
          <p:nvPr>
            <p:ph type="title"/>
          </p:nvPr>
        </p:nvSpPr>
        <p:spPr>
          <a:xfrm>
            <a:off x="609600" y="274638"/>
            <a:ext cx="10972800" cy="576262"/>
          </a:xfrm>
        </p:spPr>
        <p:txBody>
          <a:bodyPr>
            <a:normAutofit fontScale="90000"/>
          </a:bodyPr>
          <a:lstStyle/>
          <a:p>
            <a:pPr fontAlgn="auto">
              <a:spcAft>
                <a:spcPts val="0"/>
              </a:spcAft>
              <a:defRPr/>
            </a:pPr>
            <a:r>
              <a:rPr lang="en-US" dirty="0">
                <a:solidFill>
                  <a:srgbClr val="24B5A1"/>
                </a:solidFill>
                <a:latin typeface="Calibri" panose="020F0502020204030204" pitchFamily="34" charset="0"/>
              </a:rPr>
              <a:t>10.1  </a:t>
            </a:r>
            <a:r>
              <a:rPr lang="en-US" dirty="0">
                <a:solidFill>
                  <a:srgbClr val="3380E6"/>
                </a:solidFill>
                <a:latin typeface="Calibri" panose="020F0502020204030204" pitchFamily="34" charset="0"/>
              </a:rPr>
              <a:t>Introduction</a:t>
            </a:r>
          </a:p>
        </p:txBody>
      </p:sp>
      <p:sp>
        <p:nvSpPr>
          <p:cNvPr id="14339" name="Text Placeholder 2">
            <a:extLst>
              <a:ext uri="{FF2B5EF4-FFF2-40B4-BE49-F238E27FC236}">
                <a16:creationId xmlns:a16="http://schemas.microsoft.com/office/drawing/2014/main" id="{4294C35D-279A-4B3C-A3D6-03DE0AF3F8C8}"/>
              </a:ext>
            </a:extLst>
          </p:cNvPr>
          <p:cNvSpPr>
            <a:spLocks noGrp="1"/>
          </p:cNvSpPr>
          <p:nvPr>
            <p:ph type="body" idx="1"/>
          </p:nvPr>
        </p:nvSpPr>
        <p:spPr>
          <a:xfrm>
            <a:off x="609600" y="1166019"/>
            <a:ext cx="10972800" cy="4525962"/>
          </a:xfrm>
        </p:spPr>
        <p:txBody>
          <a:bodyPr/>
          <a:lstStyle/>
          <a:p>
            <a:pPr marL="109537" indent="0" eaLnBrk="1" hangingPunct="1">
              <a:buNone/>
            </a:pPr>
            <a:r>
              <a:rPr lang="en-US" altLang="en-US" sz="3600" dirty="0">
                <a:solidFill>
                  <a:srgbClr val="0000FF"/>
                </a:solidFill>
              </a:rPr>
              <a:t>Polymorphism</a:t>
            </a:r>
            <a:r>
              <a:rPr lang="en-US" altLang="en-US" sz="3600" dirty="0">
                <a:solidFill>
                  <a:srgbClr val="000000"/>
                </a:solidFill>
              </a:rPr>
              <a:t> </a:t>
            </a:r>
          </a:p>
          <a:p>
            <a:r>
              <a:rPr lang="en-US" altLang="en-US" sz="3600" dirty="0">
                <a:solidFill>
                  <a:srgbClr val="000000"/>
                </a:solidFill>
              </a:rPr>
              <a:t>This allows us to perform a single action in different ways.</a:t>
            </a:r>
          </a:p>
          <a:p>
            <a:r>
              <a:rPr lang="en-US" altLang="en-US" sz="3600" dirty="0">
                <a:solidFill>
                  <a:srgbClr val="000000"/>
                </a:solidFill>
              </a:rPr>
              <a:t>For example, think of a superclass called </a:t>
            </a:r>
            <a:r>
              <a:rPr lang="en-US" altLang="en-US" sz="3600" b="1" i="1" dirty="0">
                <a:solidFill>
                  <a:srgbClr val="000000"/>
                </a:solidFill>
              </a:rPr>
              <a:t>Animal</a:t>
            </a:r>
            <a:r>
              <a:rPr lang="en-US" altLang="en-US" sz="3600" b="1" dirty="0">
                <a:solidFill>
                  <a:srgbClr val="000000"/>
                </a:solidFill>
              </a:rPr>
              <a:t> </a:t>
            </a:r>
            <a:r>
              <a:rPr lang="en-US" altLang="en-US" sz="3600" dirty="0">
                <a:solidFill>
                  <a:srgbClr val="000000"/>
                </a:solidFill>
              </a:rPr>
              <a:t>that has a method called </a:t>
            </a:r>
            <a:r>
              <a:rPr lang="en-US" altLang="en-US" sz="3600" b="1" i="1" dirty="0" err="1">
                <a:solidFill>
                  <a:srgbClr val="000000"/>
                </a:solidFill>
              </a:rPr>
              <a:t>animalSound</a:t>
            </a:r>
            <a:r>
              <a:rPr lang="en-US" altLang="en-US" sz="3600" b="1" i="1" dirty="0">
                <a:solidFill>
                  <a:srgbClr val="000000"/>
                </a:solidFill>
              </a:rPr>
              <a:t>()</a:t>
            </a:r>
            <a:r>
              <a:rPr lang="en-US" altLang="en-US" sz="3600" dirty="0">
                <a:solidFill>
                  <a:srgbClr val="000000"/>
                </a:solidFill>
              </a:rPr>
              <a:t>. </a:t>
            </a:r>
          </a:p>
          <a:p>
            <a:r>
              <a:rPr lang="en-US" altLang="en-US" sz="3600" dirty="0">
                <a:solidFill>
                  <a:srgbClr val="000000"/>
                </a:solidFill>
              </a:rPr>
              <a:t>Subclasses of Animals could be </a:t>
            </a:r>
            <a:r>
              <a:rPr lang="en-US" altLang="en-US" sz="3600" b="1" i="1" dirty="0">
                <a:solidFill>
                  <a:srgbClr val="000000"/>
                </a:solidFill>
              </a:rPr>
              <a:t>Pigs, Cats, Dogs, Birds - </a:t>
            </a:r>
            <a:r>
              <a:rPr lang="en-US" altLang="en-US" sz="3600" dirty="0">
                <a:solidFill>
                  <a:srgbClr val="000000"/>
                </a:solidFill>
              </a:rPr>
              <a:t>And they also have their own implementation of an </a:t>
            </a:r>
            <a:r>
              <a:rPr lang="en-US" altLang="en-US" sz="3600" b="1" dirty="0">
                <a:solidFill>
                  <a:srgbClr val="000000"/>
                </a:solidFill>
              </a:rPr>
              <a:t>animal sound </a:t>
            </a:r>
            <a:r>
              <a:rPr lang="en-US" altLang="en-US" sz="3600" dirty="0">
                <a:solidFill>
                  <a:srgbClr val="000000"/>
                </a:solidFill>
              </a:rPr>
              <a:t>(</a:t>
            </a:r>
            <a:r>
              <a:rPr lang="en-US" altLang="en-US" sz="3600" b="1" i="1" dirty="0">
                <a:solidFill>
                  <a:srgbClr val="000000"/>
                </a:solidFill>
              </a:rPr>
              <a:t>the pig oinks, and the cat meows,</a:t>
            </a:r>
            <a:r>
              <a:rPr lang="en-US" altLang="en-US" sz="3600" dirty="0">
                <a:solidFill>
                  <a:srgbClr val="000000"/>
                </a:solidFill>
              </a:rPr>
              <a:t> etc.):</a:t>
            </a:r>
          </a:p>
        </p:txBody>
      </p:sp>
      <p:sp>
        <p:nvSpPr>
          <p:cNvPr id="4" name="Footer Placeholder 3">
            <a:extLst>
              <a:ext uri="{FF2B5EF4-FFF2-40B4-BE49-F238E27FC236}">
                <a16:creationId xmlns:a16="http://schemas.microsoft.com/office/drawing/2014/main" id="{9C11834C-B8FB-41B4-AE4A-E971AA86E0AC}"/>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17919844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02B3F-3A38-4F37-B26C-49AED99E5366}"/>
              </a:ext>
            </a:extLst>
          </p:cNvPr>
          <p:cNvSpPr>
            <a:spLocks noGrp="1"/>
          </p:cNvSpPr>
          <p:nvPr>
            <p:ph type="title"/>
          </p:nvPr>
        </p:nvSpPr>
        <p:spPr>
          <a:xfrm>
            <a:off x="609600" y="0"/>
            <a:ext cx="10972800" cy="576262"/>
          </a:xfrm>
        </p:spPr>
        <p:txBody>
          <a:bodyPr>
            <a:normAutofit fontScale="90000"/>
          </a:bodyPr>
          <a:lstStyle/>
          <a:p>
            <a:pPr fontAlgn="auto">
              <a:spcAft>
                <a:spcPts val="0"/>
              </a:spcAft>
              <a:defRPr/>
            </a:pPr>
            <a:r>
              <a:rPr lang="en-US" dirty="0">
                <a:solidFill>
                  <a:srgbClr val="24B5A1"/>
                </a:solidFill>
                <a:latin typeface="Calibri" panose="020F0502020204030204" pitchFamily="34" charset="0"/>
              </a:rPr>
              <a:t>Example of </a:t>
            </a:r>
            <a:r>
              <a:rPr lang="en-US" dirty="0">
                <a:solidFill>
                  <a:srgbClr val="3380E6"/>
                </a:solidFill>
                <a:latin typeface="Calibri" panose="020F0502020204030204" pitchFamily="34" charset="0"/>
              </a:rPr>
              <a:t>Introduction </a:t>
            </a:r>
            <a:r>
              <a:rPr lang="en-US" altLang="en-US" dirty="0">
                <a:solidFill>
                  <a:srgbClr val="0000FF"/>
                </a:solidFill>
              </a:rPr>
              <a:t>Polymorphism</a:t>
            </a:r>
            <a:r>
              <a:rPr lang="en-US" altLang="en-US" dirty="0">
                <a:solidFill>
                  <a:srgbClr val="000000"/>
                </a:solidFill>
              </a:rPr>
              <a:t> </a:t>
            </a:r>
            <a:endParaRPr lang="en-US" dirty="0">
              <a:solidFill>
                <a:srgbClr val="3380E6"/>
              </a:solidFill>
              <a:latin typeface="Calibri" panose="020F0502020204030204" pitchFamily="34" charset="0"/>
            </a:endParaRPr>
          </a:p>
        </p:txBody>
      </p:sp>
      <p:sp>
        <p:nvSpPr>
          <p:cNvPr id="14339" name="Text Placeholder 2">
            <a:extLst>
              <a:ext uri="{FF2B5EF4-FFF2-40B4-BE49-F238E27FC236}">
                <a16:creationId xmlns:a16="http://schemas.microsoft.com/office/drawing/2014/main" id="{4294C35D-279A-4B3C-A3D6-03DE0AF3F8C8}"/>
              </a:ext>
            </a:extLst>
          </p:cNvPr>
          <p:cNvSpPr>
            <a:spLocks noGrp="1"/>
          </p:cNvSpPr>
          <p:nvPr>
            <p:ph type="body" idx="1"/>
          </p:nvPr>
        </p:nvSpPr>
        <p:spPr>
          <a:xfrm>
            <a:off x="722616" y="658455"/>
            <a:ext cx="10527587" cy="4525962"/>
          </a:xfrm>
        </p:spPr>
        <p:txBody>
          <a:bodyPr/>
          <a:lstStyle/>
          <a:p>
            <a:pPr marL="109537" indent="0">
              <a:spcBef>
                <a:spcPts val="600"/>
              </a:spcBef>
              <a:buNone/>
            </a:pPr>
            <a:r>
              <a:rPr lang="en-US" altLang="en-US" sz="2200" dirty="0">
                <a:solidFill>
                  <a:srgbClr val="000000"/>
                </a:solidFill>
              </a:rPr>
              <a:t>class Animal {</a:t>
            </a:r>
          </a:p>
          <a:p>
            <a:pPr marL="109537" indent="0">
              <a:spcBef>
                <a:spcPts val="600"/>
              </a:spcBef>
              <a:buNone/>
            </a:pPr>
            <a:r>
              <a:rPr lang="en-US" altLang="en-US" sz="2200" dirty="0">
                <a:solidFill>
                  <a:srgbClr val="000000"/>
                </a:solidFill>
              </a:rPr>
              <a:t>  public void </a:t>
            </a:r>
            <a:r>
              <a:rPr lang="en-US" altLang="en-US" sz="2200" dirty="0" err="1">
                <a:solidFill>
                  <a:srgbClr val="000000"/>
                </a:solidFill>
              </a:rPr>
              <a:t>animalSound</a:t>
            </a:r>
            <a:r>
              <a:rPr lang="en-US" altLang="en-US" sz="2200" dirty="0">
                <a:solidFill>
                  <a:srgbClr val="000000"/>
                </a:solidFill>
              </a:rPr>
              <a:t>() {</a:t>
            </a:r>
          </a:p>
          <a:p>
            <a:pPr marL="109537" indent="0">
              <a:spcBef>
                <a:spcPts val="600"/>
              </a:spcBef>
              <a:buNone/>
            </a:pPr>
            <a:r>
              <a:rPr lang="en-US" altLang="en-US" sz="2200" dirty="0">
                <a:solidFill>
                  <a:srgbClr val="000000"/>
                </a:solidFill>
              </a:rPr>
              <a:t>    </a:t>
            </a:r>
            <a:r>
              <a:rPr lang="en-US" altLang="en-US" sz="2200" dirty="0" err="1">
                <a:solidFill>
                  <a:srgbClr val="000000"/>
                </a:solidFill>
              </a:rPr>
              <a:t>System.out.println</a:t>
            </a:r>
            <a:r>
              <a:rPr lang="en-US" altLang="en-US" sz="2200" dirty="0">
                <a:solidFill>
                  <a:srgbClr val="000000"/>
                </a:solidFill>
              </a:rPr>
              <a:t>("The animal makes a sound");</a:t>
            </a:r>
          </a:p>
          <a:p>
            <a:pPr marL="109537" indent="0">
              <a:spcBef>
                <a:spcPts val="600"/>
              </a:spcBef>
              <a:buNone/>
            </a:pPr>
            <a:r>
              <a:rPr lang="en-US" altLang="en-US" sz="2200" dirty="0">
                <a:solidFill>
                  <a:srgbClr val="000000"/>
                </a:solidFill>
              </a:rPr>
              <a:t>  }</a:t>
            </a:r>
          </a:p>
          <a:p>
            <a:pPr marL="109537" indent="0">
              <a:spcBef>
                <a:spcPts val="600"/>
              </a:spcBef>
              <a:buNone/>
            </a:pPr>
            <a:r>
              <a:rPr lang="en-US" altLang="en-US" sz="2200" dirty="0">
                <a:solidFill>
                  <a:srgbClr val="000000"/>
                </a:solidFill>
              </a:rPr>
              <a:t>}</a:t>
            </a:r>
          </a:p>
          <a:p>
            <a:pPr marL="109537" indent="0">
              <a:spcBef>
                <a:spcPts val="600"/>
              </a:spcBef>
              <a:buNone/>
            </a:pPr>
            <a:r>
              <a:rPr lang="en-US" altLang="en-US" sz="2200" dirty="0">
                <a:solidFill>
                  <a:srgbClr val="000000"/>
                </a:solidFill>
              </a:rPr>
              <a:t>class Pig extends Animal {</a:t>
            </a:r>
          </a:p>
          <a:p>
            <a:pPr marL="109537" indent="0">
              <a:spcBef>
                <a:spcPts val="600"/>
              </a:spcBef>
              <a:buNone/>
            </a:pPr>
            <a:r>
              <a:rPr lang="en-US" altLang="en-US" sz="2200" dirty="0">
                <a:solidFill>
                  <a:srgbClr val="000000"/>
                </a:solidFill>
              </a:rPr>
              <a:t>  public void </a:t>
            </a:r>
            <a:r>
              <a:rPr lang="en-US" altLang="en-US" sz="2200" dirty="0" err="1">
                <a:solidFill>
                  <a:srgbClr val="000000"/>
                </a:solidFill>
              </a:rPr>
              <a:t>animalSound</a:t>
            </a:r>
            <a:r>
              <a:rPr lang="en-US" altLang="en-US" sz="2200" dirty="0">
                <a:solidFill>
                  <a:srgbClr val="000000"/>
                </a:solidFill>
              </a:rPr>
              <a:t>() {</a:t>
            </a:r>
          </a:p>
          <a:p>
            <a:pPr marL="109537" indent="0">
              <a:spcBef>
                <a:spcPts val="600"/>
              </a:spcBef>
              <a:buNone/>
            </a:pPr>
            <a:r>
              <a:rPr lang="en-US" altLang="en-US" sz="2200" dirty="0">
                <a:solidFill>
                  <a:srgbClr val="000000"/>
                </a:solidFill>
              </a:rPr>
              <a:t>    </a:t>
            </a:r>
            <a:r>
              <a:rPr lang="en-US" altLang="en-US" sz="2200" dirty="0" err="1">
                <a:solidFill>
                  <a:srgbClr val="000000"/>
                </a:solidFill>
              </a:rPr>
              <a:t>System.out.println</a:t>
            </a:r>
            <a:r>
              <a:rPr lang="en-US" altLang="en-US" sz="2200" dirty="0">
                <a:solidFill>
                  <a:srgbClr val="000000"/>
                </a:solidFill>
              </a:rPr>
              <a:t>("The pig says: wee wee");</a:t>
            </a:r>
          </a:p>
          <a:p>
            <a:pPr marL="109537" indent="0">
              <a:spcBef>
                <a:spcPts val="600"/>
              </a:spcBef>
              <a:buNone/>
            </a:pPr>
            <a:r>
              <a:rPr lang="en-US" altLang="en-US" sz="2200" dirty="0">
                <a:solidFill>
                  <a:srgbClr val="000000"/>
                </a:solidFill>
              </a:rPr>
              <a:t>  }</a:t>
            </a:r>
          </a:p>
          <a:p>
            <a:pPr marL="109537" indent="0">
              <a:spcBef>
                <a:spcPts val="600"/>
              </a:spcBef>
              <a:buNone/>
            </a:pPr>
            <a:r>
              <a:rPr lang="en-US" altLang="en-US" sz="2200" dirty="0">
                <a:solidFill>
                  <a:srgbClr val="000000"/>
                </a:solidFill>
              </a:rPr>
              <a:t>}</a:t>
            </a:r>
          </a:p>
          <a:p>
            <a:pPr marL="109537" indent="0">
              <a:spcBef>
                <a:spcPts val="600"/>
              </a:spcBef>
              <a:buNone/>
            </a:pPr>
            <a:r>
              <a:rPr lang="en-US" altLang="en-US" sz="2200" dirty="0">
                <a:solidFill>
                  <a:srgbClr val="000000"/>
                </a:solidFill>
              </a:rPr>
              <a:t>class Dog extends Animal {</a:t>
            </a:r>
          </a:p>
          <a:p>
            <a:pPr marL="109537" indent="0">
              <a:spcBef>
                <a:spcPts val="600"/>
              </a:spcBef>
              <a:buNone/>
            </a:pPr>
            <a:r>
              <a:rPr lang="en-US" altLang="en-US" sz="2200" dirty="0">
                <a:solidFill>
                  <a:srgbClr val="000000"/>
                </a:solidFill>
              </a:rPr>
              <a:t>  public void </a:t>
            </a:r>
            <a:r>
              <a:rPr lang="en-US" altLang="en-US" sz="2200" dirty="0" err="1">
                <a:solidFill>
                  <a:srgbClr val="000000"/>
                </a:solidFill>
              </a:rPr>
              <a:t>animalSound</a:t>
            </a:r>
            <a:r>
              <a:rPr lang="en-US" altLang="en-US" sz="2200" dirty="0">
                <a:solidFill>
                  <a:srgbClr val="000000"/>
                </a:solidFill>
              </a:rPr>
              <a:t>() {</a:t>
            </a:r>
          </a:p>
          <a:p>
            <a:pPr marL="109537" indent="0">
              <a:spcBef>
                <a:spcPts val="600"/>
              </a:spcBef>
              <a:buNone/>
            </a:pPr>
            <a:r>
              <a:rPr lang="en-US" altLang="en-US" sz="2200" dirty="0">
                <a:solidFill>
                  <a:srgbClr val="000000"/>
                </a:solidFill>
              </a:rPr>
              <a:t>    </a:t>
            </a:r>
            <a:r>
              <a:rPr lang="en-US" altLang="en-US" sz="2200" dirty="0" err="1">
                <a:solidFill>
                  <a:srgbClr val="000000"/>
                </a:solidFill>
              </a:rPr>
              <a:t>System.out.println</a:t>
            </a:r>
            <a:r>
              <a:rPr lang="en-US" altLang="en-US" sz="2200" dirty="0">
                <a:solidFill>
                  <a:srgbClr val="000000"/>
                </a:solidFill>
              </a:rPr>
              <a:t>("The dog says: bow wow");</a:t>
            </a:r>
          </a:p>
          <a:p>
            <a:pPr marL="109537" indent="0">
              <a:spcBef>
                <a:spcPts val="600"/>
              </a:spcBef>
              <a:buNone/>
            </a:pPr>
            <a:r>
              <a:rPr lang="en-US" altLang="en-US" sz="2200" dirty="0">
                <a:solidFill>
                  <a:srgbClr val="000000"/>
                </a:solidFill>
              </a:rPr>
              <a:t>  }</a:t>
            </a:r>
          </a:p>
          <a:p>
            <a:pPr marL="109537" indent="0">
              <a:spcBef>
                <a:spcPts val="600"/>
              </a:spcBef>
              <a:buNone/>
            </a:pPr>
            <a:r>
              <a:rPr lang="en-US" altLang="en-US" sz="2200" dirty="0">
                <a:solidFill>
                  <a:srgbClr val="000000"/>
                </a:solidFill>
              </a:rPr>
              <a:t>}</a:t>
            </a:r>
          </a:p>
        </p:txBody>
      </p:sp>
    </p:spTree>
    <p:extLst>
      <p:ext uri="{BB962C8B-B14F-4D97-AF65-F5344CB8AC3E}">
        <p14:creationId xmlns:p14="http://schemas.microsoft.com/office/powerpoint/2010/main" val="2237130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9BAA3-BB04-43DC-8AEB-002F87E005FE}"/>
              </a:ext>
            </a:extLst>
          </p:cNvPr>
          <p:cNvSpPr>
            <a:spLocks noGrp="1"/>
          </p:cNvSpPr>
          <p:nvPr>
            <p:ph type="title"/>
          </p:nvPr>
        </p:nvSpPr>
        <p:spPr/>
        <p:txBody>
          <a:bodyPr>
            <a:normAutofit/>
          </a:bodyPr>
          <a:lstStyle/>
          <a:p>
            <a:pPr fontAlgn="auto">
              <a:spcAft>
                <a:spcPts val="0"/>
              </a:spcAft>
              <a:defRPr/>
            </a:pPr>
            <a:r>
              <a:rPr lang="en-US" dirty="0">
                <a:solidFill>
                  <a:srgbClr val="24B5A1"/>
                </a:solidFill>
                <a:latin typeface="Calibri" panose="020F0502020204030204" pitchFamily="34" charset="0"/>
              </a:rPr>
              <a:t>10.3  </a:t>
            </a:r>
            <a:r>
              <a:rPr lang="en-US" dirty="0">
                <a:solidFill>
                  <a:srgbClr val="3380E6"/>
                </a:solidFill>
                <a:latin typeface="Calibri" panose="020F0502020204030204" pitchFamily="34" charset="0"/>
              </a:rPr>
              <a:t>Demonstrating Polymorphic Behavior</a:t>
            </a:r>
          </a:p>
        </p:txBody>
      </p:sp>
      <p:sp>
        <p:nvSpPr>
          <p:cNvPr id="25603" name="Text Placeholder 2">
            <a:extLst>
              <a:ext uri="{FF2B5EF4-FFF2-40B4-BE49-F238E27FC236}">
                <a16:creationId xmlns:a16="http://schemas.microsoft.com/office/drawing/2014/main" id="{498389E7-83DE-4442-B6AB-922F9591DFC7}"/>
              </a:ext>
            </a:extLst>
          </p:cNvPr>
          <p:cNvSpPr>
            <a:spLocks noGrp="1"/>
          </p:cNvSpPr>
          <p:nvPr>
            <p:ph type="body" idx="1"/>
          </p:nvPr>
        </p:nvSpPr>
        <p:spPr/>
        <p:txBody>
          <a:bodyPr/>
          <a:lstStyle/>
          <a:p>
            <a:pPr eaLnBrk="1" hangingPunct="1">
              <a:lnSpc>
                <a:spcPct val="90000"/>
              </a:lnSpc>
            </a:pPr>
            <a:r>
              <a:rPr lang="en-US" altLang="en-US" sz="2500" dirty="0">
                <a:solidFill>
                  <a:srgbClr val="000000"/>
                </a:solidFill>
              </a:rPr>
              <a:t>In the next example, we aim a superclass reference at a subclass object. </a:t>
            </a:r>
          </a:p>
          <a:p>
            <a:pPr lvl="1" eaLnBrk="1" hangingPunct="1">
              <a:lnSpc>
                <a:spcPct val="90000"/>
              </a:lnSpc>
            </a:pPr>
            <a:r>
              <a:rPr lang="en-US" altLang="en-US" sz="2100" dirty="0">
                <a:solidFill>
                  <a:srgbClr val="000000"/>
                </a:solidFill>
              </a:rPr>
              <a:t>Invoking a method on a subclass object via a superclass reference invokes the subclass functionality</a:t>
            </a:r>
          </a:p>
          <a:p>
            <a:pPr lvl="1" eaLnBrk="1" hangingPunct="1">
              <a:lnSpc>
                <a:spcPct val="90000"/>
              </a:lnSpc>
            </a:pPr>
            <a:r>
              <a:rPr lang="en-US" altLang="en-US" sz="2100" dirty="0">
                <a:solidFill>
                  <a:srgbClr val="000000"/>
                </a:solidFill>
              </a:rPr>
              <a:t>The type of the</a:t>
            </a:r>
            <a:r>
              <a:rPr lang="en-US" altLang="en-US" sz="2100" i="1" dirty="0">
                <a:solidFill>
                  <a:srgbClr val="000000"/>
                </a:solidFill>
              </a:rPr>
              <a:t> </a:t>
            </a:r>
            <a:r>
              <a:rPr lang="en-US" altLang="en-US" sz="2100" dirty="0">
                <a:solidFill>
                  <a:srgbClr val="000000"/>
                </a:solidFill>
              </a:rPr>
              <a:t>referenced object, not the type of the variable, determines which method is called</a:t>
            </a:r>
          </a:p>
          <a:p>
            <a:pPr eaLnBrk="1" hangingPunct="1">
              <a:lnSpc>
                <a:spcPct val="90000"/>
              </a:lnSpc>
            </a:pPr>
            <a:r>
              <a:rPr lang="en-US" altLang="en-US" sz="2500" dirty="0">
                <a:solidFill>
                  <a:srgbClr val="000000"/>
                </a:solidFill>
              </a:rPr>
              <a:t>This example demonstrates that an object of a subclass can be treated as an object of its superclass, enabling various interesting manipulations. </a:t>
            </a:r>
          </a:p>
          <a:p>
            <a:pPr eaLnBrk="1" hangingPunct="1">
              <a:lnSpc>
                <a:spcPct val="90000"/>
              </a:lnSpc>
            </a:pPr>
            <a:r>
              <a:rPr lang="en-US" altLang="en-US" sz="2500" dirty="0">
                <a:solidFill>
                  <a:srgbClr val="000000"/>
                </a:solidFill>
              </a:rPr>
              <a:t>A program can create an array of superclass variables that refer to objects of many subclass types. </a:t>
            </a:r>
          </a:p>
          <a:p>
            <a:pPr lvl="1" eaLnBrk="1" hangingPunct="1">
              <a:lnSpc>
                <a:spcPct val="90000"/>
              </a:lnSpc>
            </a:pPr>
            <a:r>
              <a:rPr lang="en-US" altLang="en-US" sz="2100" dirty="0">
                <a:solidFill>
                  <a:srgbClr val="000000"/>
                </a:solidFill>
              </a:rPr>
              <a:t>Allowed because each subclass object </a:t>
            </a:r>
            <a:r>
              <a:rPr lang="en-US" altLang="en-US" sz="2100" i="1" dirty="0">
                <a:solidFill>
                  <a:srgbClr val="000000"/>
                </a:solidFill>
              </a:rPr>
              <a:t>is an </a:t>
            </a:r>
            <a:r>
              <a:rPr lang="en-US" altLang="en-US" sz="2100" dirty="0">
                <a:solidFill>
                  <a:srgbClr val="000000"/>
                </a:solidFill>
              </a:rPr>
              <a:t>object of its superclass. </a:t>
            </a:r>
          </a:p>
        </p:txBody>
      </p:sp>
      <p:sp>
        <p:nvSpPr>
          <p:cNvPr id="4" name="Footer Placeholder 3">
            <a:extLst>
              <a:ext uri="{FF2B5EF4-FFF2-40B4-BE49-F238E27FC236}">
                <a16:creationId xmlns:a16="http://schemas.microsoft.com/office/drawing/2014/main" id="{8365FC78-B3F6-4FCF-9BB3-8BE54AF6EC3A}"/>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21930991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B8754-72E2-4862-96CA-FB080177DD86}"/>
              </a:ext>
            </a:extLst>
          </p:cNvPr>
          <p:cNvSpPr>
            <a:spLocks noGrp="1"/>
          </p:cNvSpPr>
          <p:nvPr>
            <p:ph type="title"/>
          </p:nvPr>
        </p:nvSpPr>
        <p:spPr>
          <a:xfrm>
            <a:off x="609600" y="189091"/>
            <a:ext cx="10972800" cy="362360"/>
          </a:xfrm>
        </p:spPr>
        <p:txBody>
          <a:bodyPr>
            <a:normAutofit fontScale="90000"/>
          </a:bodyPr>
          <a:lstStyle/>
          <a:p>
            <a:pPr fontAlgn="auto">
              <a:spcAft>
                <a:spcPts val="0"/>
              </a:spcAft>
              <a:defRPr/>
            </a:pPr>
            <a:r>
              <a:rPr lang="en-US" dirty="0">
                <a:solidFill>
                  <a:srgbClr val="24B5A1"/>
                </a:solidFill>
                <a:latin typeface="Calibri" panose="020F0502020204030204" pitchFamily="34" charset="0"/>
              </a:rPr>
              <a:t> </a:t>
            </a:r>
            <a:r>
              <a:rPr lang="en-US" dirty="0">
                <a:solidFill>
                  <a:srgbClr val="3380E6"/>
                </a:solidFill>
                <a:latin typeface="Calibri" panose="020F0502020204030204" pitchFamily="34" charset="0"/>
              </a:rPr>
              <a:t> </a:t>
            </a:r>
            <a:r>
              <a:rPr lang="en-US" sz="5300" dirty="0">
                <a:solidFill>
                  <a:srgbClr val="3380E6"/>
                </a:solidFill>
                <a:latin typeface="Calibri" panose="020F0502020204030204" pitchFamily="34" charset="0"/>
              </a:rPr>
              <a:t>What is reference and object?</a:t>
            </a:r>
          </a:p>
        </p:txBody>
      </p:sp>
      <p:sp>
        <p:nvSpPr>
          <p:cNvPr id="7" name="Rectangle 3">
            <a:extLst>
              <a:ext uri="{FF2B5EF4-FFF2-40B4-BE49-F238E27FC236}">
                <a16:creationId xmlns:a16="http://schemas.microsoft.com/office/drawing/2014/main" id="{BF966868-73CB-4E08-AEBF-13861A057053}"/>
              </a:ext>
            </a:extLst>
          </p:cNvPr>
          <p:cNvSpPr>
            <a:spLocks noChangeArrowheads="1"/>
          </p:cNvSpPr>
          <p:nvPr/>
        </p:nvSpPr>
        <p:spPr bwMode="auto">
          <a:xfrm>
            <a:off x="986319" y="691019"/>
            <a:ext cx="9626885" cy="513986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00008B"/>
                </a:solidFill>
                <a:effectLst/>
                <a:latin typeface="Consolas" panose="020B0609020204030204" pitchFamily="49" charset="0"/>
              </a:rPr>
              <a:t>class</a:t>
            </a:r>
            <a:r>
              <a:rPr kumimoji="0" lang="en-US" altLang="en-US" sz="2200" b="0" i="0" u="none" strike="noStrike" cap="none" normalizeH="0" baseline="0" dirty="0">
                <a:ln>
                  <a:noFill/>
                </a:ln>
                <a:solidFill>
                  <a:srgbClr val="000000"/>
                </a:solidFill>
                <a:effectLst/>
                <a:latin typeface="Consolas" panose="020B0609020204030204" pitchFamily="49" charset="0"/>
              </a:rPr>
              <a:t> </a:t>
            </a:r>
            <a:r>
              <a:rPr kumimoji="0" lang="en-US" altLang="en-US" sz="2200" b="0" i="0" u="none" strike="noStrike" cap="none" normalizeH="0" baseline="0" dirty="0">
                <a:ln>
                  <a:noFill/>
                </a:ln>
                <a:solidFill>
                  <a:srgbClr val="2B91AF"/>
                </a:solidFill>
                <a:effectLst/>
                <a:latin typeface="Consolas" panose="020B0609020204030204" pitchFamily="49" charset="0"/>
              </a:rPr>
              <a:t>Human</a:t>
            </a:r>
            <a:r>
              <a:rPr kumimoji="0" lang="en-US" altLang="en-US" sz="2200" b="0" i="0" u="none" strike="noStrike" cap="none" normalizeH="0" baseline="0" dirty="0">
                <a:ln>
                  <a:noFill/>
                </a:ln>
                <a:solidFill>
                  <a:srgbClr val="000000"/>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00008B"/>
                </a:solidFill>
                <a:effectLst/>
                <a:latin typeface="Consolas" panose="020B0609020204030204" pitchFamily="49" charset="0"/>
              </a:rPr>
              <a:t>class</a:t>
            </a:r>
            <a:r>
              <a:rPr kumimoji="0" lang="en-US" altLang="en-US" sz="2200" b="0" i="0" u="none" strike="noStrike" cap="none" normalizeH="0" baseline="0" dirty="0">
                <a:ln>
                  <a:noFill/>
                </a:ln>
                <a:solidFill>
                  <a:srgbClr val="000000"/>
                </a:solidFill>
                <a:effectLst/>
                <a:latin typeface="Consolas" panose="020B0609020204030204" pitchFamily="49" charset="0"/>
              </a:rPr>
              <a:t> </a:t>
            </a:r>
            <a:r>
              <a:rPr kumimoji="0" lang="en-US" altLang="en-US" sz="2200" b="0" i="0" u="none" strike="noStrike" cap="none" normalizeH="0" baseline="0" dirty="0">
                <a:ln>
                  <a:noFill/>
                </a:ln>
                <a:solidFill>
                  <a:srgbClr val="2B91AF"/>
                </a:solidFill>
                <a:effectLst/>
                <a:latin typeface="Consolas" panose="020B0609020204030204" pitchFamily="49" charset="0"/>
              </a:rPr>
              <a:t>Boy</a:t>
            </a:r>
            <a:r>
              <a:rPr kumimoji="0" lang="en-US" altLang="en-US" sz="2200" b="0" i="0" u="none" strike="noStrike" cap="none" normalizeH="0" baseline="0" dirty="0">
                <a:ln>
                  <a:noFill/>
                </a:ln>
                <a:solidFill>
                  <a:srgbClr val="000000"/>
                </a:solidFill>
                <a:effectLst/>
                <a:latin typeface="Consolas" panose="020B0609020204030204" pitchFamily="49" charset="0"/>
              </a:rPr>
              <a:t> </a:t>
            </a:r>
            <a:r>
              <a:rPr kumimoji="0" lang="en-US" altLang="en-US" sz="2200" b="0" i="0" u="none" strike="noStrike" cap="none" normalizeH="0" baseline="0" dirty="0">
                <a:ln>
                  <a:noFill/>
                </a:ln>
                <a:solidFill>
                  <a:srgbClr val="00008B"/>
                </a:solidFill>
                <a:effectLst/>
                <a:latin typeface="Consolas" panose="020B0609020204030204" pitchFamily="49" charset="0"/>
              </a:rPr>
              <a:t>extends</a:t>
            </a:r>
            <a:r>
              <a:rPr kumimoji="0" lang="en-US" altLang="en-US" sz="2200" b="0" i="0" u="none" strike="noStrike" cap="none" normalizeH="0" baseline="0" dirty="0">
                <a:ln>
                  <a:noFill/>
                </a:ln>
                <a:solidFill>
                  <a:srgbClr val="000000"/>
                </a:solidFill>
                <a:effectLst/>
                <a:latin typeface="Consolas" panose="020B0609020204030204" pitchFamily="49" charset="0"/>
              </a:rPr>
              <a:t> </a:t>
            </a:r>
            <a:r>
              <a:rPr kumimoji="0" lang="en-US" altLang="en-US" sz="2200" b="0" i="0" u="none" strike="noStrike" cap="none" normalizeH="0" baseline="0" dirty="0">
                <a:ln>
                  <a:noFill/>
                </a:ln>
                <a:solidFill>
                  <a:srgbClr val="2B91AF"/>
                </a:solidFill>
                <a:effectLst/>
                <a:latin typeface="Consolas" panose="020B0609020204030204" pitchFamily="49" charset="0"/>
              </a:rPr>
              <a:t>Human</a:t>
            </a:r>
            <a:r>
              <a:rPr kumimoji="0" lang="en-US" altLang="en-US" sz="22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200" dirty="0">
              <a:solidFill>
                <a:srgbClr val="000000"/>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00008B"/>
                </a:solidFill>
                <a:effectLst/>
                <a:latin typeface="Consolas" panose="020B0609020204030204" pitchFamily="49" charset="0"/>
              </a:rPr>
              <a:t>public</a:t>
            </a:r>
            <a:r>
              <a:rPr kumimoji="0" lang="en-US" altLang="en-US" sz="2200" b="0" i="0" u="none" strike="noStrike" cap="none" normalizeH="0" baseline="0" dirty="0">
                <a:ln>
                  <a:noFill/>
                </a:ln>
                <a:solidFill>
                  <a:srgbClr val="000000"/>
                </a:solidFill>
                <a:effectLst/>
                <a:latin typeface="Consolas" panose="020B0609020204030204" pitchFamily="49" charset="0"/>
              </a:rPr>
              <a:t> </a:t>
            </a:r>
            <a:r>
              <a:rPr kumimoji="0" lang="en-US" altLang="en-US" sz="2200" b="0" i="0" u="none" strike="noStrike" cap="none" normalizeH="0" baseline="0" dirty="0">
                <a:ln>
                  <a:noFill/>
                </a:ln>
                <a:solidFill>
                  <a:srgbClr val="00008B"/>
                </a:solidFill>
                <a:effectLst/>
                <a:latin typeface="Consolas" panose="020B0609020204030204" pitchFamily="49" charset="0"/>
              </a:rPr>
              <a:t>static</a:t>
            </a:r>
            <a:r>
              <a:rPr kumimoji="0" lang="en-US" altLang="en-US" sz="2200" b="0" i="0" u="none" strike="noStrike" cap="none" normalizeH="0" baseline="0" dirty="0">
                <a:ln>
                  <a:noFill/>
                </a:ln>
                <a:solidFill>
                  <a:srgbClr val="000000"/>
                </a:solidFill>
                <a:effectLst/>
                <a:latin typeface="Consolas" panose="020B0609020204030204" pitchFamily="49" charset="0"/>
              </a:rPr>
              <a:t> </a:t>
            </a:r>
            <a:r>
              <a:rPr kumimoji="0" lang="en-US" altLang="en-US" sz="2200" b="0" i="0" u="none" strike="noStrike" cap="none" normalizeH="0" baseline="0" dirty="0">
                <a:ln>
                  <a:noFill/>
                </a:ln>
                <a:solidFill>
                  <a:srgbClr val="00008B"/>
                </a:solidFill>
                <a:effectLst/>
                <a:latin typeface="Consolas" panose="020B0609020204030204" pitchFamily="49" charset="0"/>
              </a:rPr>
              <a:t>void</a:t>
            </a:r>
            <a:r>
              <a:rPr kumimoji="0" lang="en-US" altLang="en-US" sz="2200" b="0" i="0" u="none" strike="noStrike" cap="none" normalizeH="0" baseline="0" dirty="0">
                <a:ln>
                  <a:noFill/>
                </a:ln>
                <a:solidFill>
                  <a:srgbClr val="000000"/>
                </a:solidFill>
                <a:effectLst/>
                <a:latin typeface="Consolas" panose="020B0609020204030204" pitchFamily="49" charset="0"/>
              </a:rPr>
              <a:t> main( </a:t>
            </a:r>
            <a:r>
              <a:rPr kumimoji="0" lang="en-US" altLang="en-US" sz="2200" b="0" i="0" u="none" strike="noStrike" cap="none" normalizeH="0" baseline="0" dirty="0">
                <a:ln>
                  <a:noFill/>
                </a:ln>
                <a:solidFill>
                  <a:srgbClr val="2B91AF"/>
                </a:solidFill>
                <a:effectLst/>
                <a:latin typeface="Consolas" panose="020B0609020204030204" pitchFamily="49" charset="0"/>
              </a:rPr>
              <a:t>String</a:t>
            </a:r>
            <a:r>
              <a:rPr kumimoji="0" lang="en-US" altLang="en-US" sz="2200" b="0" i="0" u="none" strike="noStrike" cap="none" normalizeH="0" baseline="0" dirty="0">
                <a:ln>
                  <a:noFill/>
                </a:ln>
                <a:solidFill>
                  <a:srgbClr val="000000"/>
                </a:solidFill>
                <a:effectLst/>
                <a:latin typeface="Consolas" panose="020B0609020204030204" pitchFamily="49" charset="0"/>
              </a:rPr>
              <a:t> </a:t>
            </a:r>
            <a:r>
              <a:rPr kumimoji="0" lang="en-US" altLang="en-US" sz="2200" b="0" i="0" u="none" strike="noStrike" cap="none" normalizeH="0" baseline="0" dirty="0" err="1">
                <a:ln>
                  <a:noFill/>
                </a:ln>
                <a:solidFill>
                  <a:srgbClr val="000000"/>
                </a:solidFill>
                <a:effectLst/>
                <a:latin typeface="Consolas" panose="020B0609020204030204" pitchFamily="49" charset="0"/>
              </a:rPr>
              <a:t>args</a:t>
            </a:r>
            <a:r>
              <a:rPr kumimoji="0" lang="en-US" altLang="en-US" sz="2200" b="0" i="0" u="none" strike="noStrike" cap="none" normalizeH="0" baseline="0" dirty="0">
                <a:ln>
                  <a:noFill/>
                </a:ln>
                <a:solidFill>
                  <a:srgbClr val="000000"/>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200" dirty="0">
              <a:solidFill>
                <a:srgbClr val="000000"/>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808080"/>
                </a:solidFill>
                <a:effectLst/>
                <a:latin typeface="Consolas" panose="020B0609020204030204" pitchFamily="49" charset="0"/>
              </a:rPr>
              <a:t>/*This statement simply creates an object of class *Boy and assigns a reference of Boy to it*/</a:t>
            </a:r>
            <a:r>
              <a:rPr kumimoji="0" lang="en-US" altLang="en-US"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200" dirty="0">
              <a:solidFill>
                <a:srgbClr val="000000"/>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2B91AF"/>
                </a:solidFill>
                <a:effectLst/>
                <a:latin typeface="Consolas" panose="020B0609020204030204" pitchFamily="49" charset="0"/>
              </a:rPr>
              <a:t>Boy</a:t>
            </a:r>
            <a:r>
              <a:rPr kumimoji="0" lang="en-US" altLang="en-US" sz="2200" b="0" i="0" u="none" strike="noStrike" cap="none" normalizeH="0" baseline="0" dirty="0">
                <a:ln>
                  <a:noFill/>
                </a:ln>
                <a:solidFill>
                  <a:srgbClr val="000000"/>
                </a:solidFill>
                <a:effectLst/>
                <a:latin typeface="Consolas" panose="020B0609020204030204" pitchFamily="49" charset="0"/>
              </a:rPr>
              <a:t> obj1 = </a:t>
            </a:r>
            <a:r>
              <a:rPr kumimoji="0" lang="en-US" altLang="en-US" sz="2200" b="0" i="0" u="none" strike="noStrike" cap="none" normalizeH="0" baseline="0" dirty="0">
                <a:ln>
                  <a:noFill/>
                </a:ln>
                <a:solidFill>
                  <a:srgbClr val="00008B"/>
                </a:solidFill>
                <a:effectLst/>
                <a:latin typeface="Consolas" panose="020B0609020204030204" pitchFamily="49" charset="0"/>
              </a:rPr>
              <a:t>new</a:t>
            </a:r>
            <a:r>
              <a:rPr kumimoji="0" lang="en-US" altLang="en-US" sz="2200" b="0" i="0" u="none" strike="noStrike" cap="none" normalizeH="0" baseline="0" dirty="0">
                <a:ln>
                  <a:noFill/>
                </a:ln>
                <a:solidFill>
                  <a:srgbClr val="000000"/>
                </a:solidFill>
                <a:effectLst/>
                <a:latin typeface="Consolas" panose="020B0609020204030204" pitchFamily="49" charset="0"/>
              </a:rPr>
              <a:t> </a:t>
            </a:r>
            <a:r>
              <a:rPr kumimoji="0" lang="en-US" altLang="en-US" sz="2200" b="0" i="0" u="none" strike="noStrike" cap="none" normalizeH="0" baseline="0" dirty="0">
                <a:ln>
                  <a:noFill/>
                </a:ln>
                <a:solidFill>
                  <a:srgbClr val="2B91AF"/>
                </a:solidFill>
                <a:effectLst/>
                <a:latin typeface="Consolas" panose="020B0609020204030204" pitchFamily="49" charset="0"/>
              </a:rPr>
              <a:t>Boy</a:t>
            </a:r>
            <a:r>
              <a:rPr kumimoji="0" lang="en-US" altLang="en-US" sz="22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rgbClr val="000000"/>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808080"/>
                </a:solidFill>
                <a:effectLst/>
                <a:latin typeface="Consolas" panose="020B0609020204030204" pitchFamily="49" charset="0"/>
              </a:rPr>
              <a:t>/* Since Boy extends Human class. The object creation can be done in this way. Parent class reference can have child class reference assigned to it */</a:t>
            </a:r>
            <a:r>
              <a:rPr kumimoji="0" lang="en-US" altLang="en-US"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2B91AF"/>
                </a:solidFill>
                <a:effectLst/>
                <a:latin typeface="Consolas" panose="020B0609020204030204" pitchFamily="49" charset="0"/>
              </a:rPr>
              <a:t>Human</a:t>
            </a:r>
            <a:r>
              <a:rPr kumimoji="0" lang="en-US" altLang="en-US" sz="2200" b="0" i="0" u="none" strike="noStrike" cap="none" normalizeH="0" baseline="0" dirty="0">
                <a:ln>
                  <a:noFill/>
                </a:ln>
                <a:solidFill>
                  <a:srgbClr val="000000"/>
                </a:solidFill>
                <a:effectLst/>
                <a:latin typeface="Consolas" panose="020B0609020204030204" pitchFamily="49" charset="0"/>
              </a:rPr>
              <a:t> obj2 = </a:t>
            </a:r>
            <a:r>
              <a:rPr kumimoji="0" lang="en-US" altLang="en-US" sz="2200" b="0" i="0" u="none" strike="noStrike" cap="none" normalizeH="0" baseline="0" dirty="0">
                <a:ln>
                  <a:noFill/>
                </a:ln>
                <a:solidFill>
                  <a:srgbClr val="00008B"/>
                </a:solidFill>
                <a:effectLst/>
                <a:latin typeface="Consolas" panose="020B0609020204030204" pitchFamily="49" charset="0"/>
              </a:rPr>
              <a:t>new</a:t>
            </a:r>
            <a:r>
              <a:rPr kumimoji="0" lang="en-US" altLang="en-US" sz="2200" b="0" i="0" u="none" strike="noStrike" cap="none" normalizeH="0" baseline="0" dirty="0">
                <a:ln>
                  <a:noFill/>
                </a:ln>
                <a:solidFill>
                  <a:srgbClr val="000000"/>
                </a:solidFill>
                <a:effectLst/>
                <a:latin typeface="Consolas" panose="020B0609020204030204" pitchFamily="49" charset="0"/>
              </a:rPr>
              <a:t> </a:t>
            </a:r>
            <a:r>
              <a:rPr lang="en-US" altLang="en-US" sz="2200" dirty="0">
                <a:solidFill>
                  <a:srgbClr val="2B91AF"/>
                </a:solidFill>
                <a:latin typeface="Consolas" panose="020B0609020204030204" pitchFamily="49" charset="0"/>
              </a:rPr>
              <a:t>Human</a:t>
            </a:r>
            <a:r>
              <a:rPr kumimoji="0" lang="en-US" altLang="en-US" sz="2200" b="0" i="0" u="none" strike="noStrike" cap="none" normalizeH="0" baseline="0" dirty="0">
                <a:ln>
                  <a:noFill/>
                </a:ln>
                <a:solidFill>
                  <a:srgbClr val="000000"/>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000000"/>
                </a:solidFill>
                <a:effectLst/>
                <a:latin typeface="Consolas" panose="020B0609020204030204" pitchFamily="49" charset="0"/>
              </a:rPr>
              <a:t>}</a:t>
            </a:r>
            <a:r>
              <a:rPr kumimoji="0" lang="en-US" altLang="en-US" sz="2200" b="0" i="0" u="none" strike="noStrike" cap="none" normalizeH="0" baseline="0" dirty="0">
                <a:ln>
                  <a:noFill/>
                </a:ln>
                <a:solidFill>
                  <a:schemeClr val="tx1"/>
                </a:solidFill>
                <a:effectLst/>
              </a:rPr>
              <a:t> </a:t>
            </a:r>
            <a:endParaRPr kumimoji="0" lang="en-US" altLang="en-US" sz="2200" b="0"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DB990315-DADD-4939-9DF4-B4B66911D12F}"/>
              </a:ext>
            </a:extLst>
          </p:cNvPr>
          <p:cNvSpPr/>
          <p:nvPr/>
        </p:nvSpPr>
        <p:spPr>
          <a:xfrm>
            <a:off x="1172966" y="5830888"/>
            <a:ext cx="9846068" cy="646331"/>
          </a:xfrm>
          <a:prstGeom prst="rect">
            <a:avLst/>
          </a:prstGeom>
        </p:spPr>
        <p:txBody>
          <a:bodyPr wrap="square">
            <a:spAutoFit/>
          </a:bodyPr>
          <a:lstStyle/>
          <a:p>
            <a:pPr marL="285750" indent="-285750">
              <a:buFont typeface="Arial" panose="020B0604020202020204" pitchFamily="34" charset="0"/>
              <a:buChar char="•"/>
            </a:pPr>
            <a:r>
              <a:rPr lang="en-US" dirty="0">
                <a:solidFill>
                  <a:srgbClr val="222426"/>
                </a:solidFill>
                <a:latin typeface="PT Sans"/>
              </a:rPr>
              <a:t>Association of method definition to the method call is known as binding. There are two types of binding: </a:t>
            </a:r>
            <a:r>
              <a:rPr lang="en-US" dirty="0">
                <a:solidFill>
                  <a:srgbClr val="222426"/>
                </a:solidFill>
                <a:highlight>
                  <a:srgbClr val="FFFF00"/>
                </a:highlight>
                <a:latin typeface="PT Sans"/>
              </a:rPr>
              <a:t>Static binding and dynamic binding. </a:t>
            </a:r>
            <a:endParaRPr lang="en-US" dirty="0">
              <a:highlight>
                <a:srgbClr val="FFFF00"/>
              </a:highlight>
            </a:endParaRPr>
          </a:p>
        </p:txBody>
      </p:sp>
    </p:spTree>
    <p:extLst>
      <p:ext uri="{BB962C8B-B14F-4D97-AF65-F5344CB8AC3E}">
        <p14:creationId xmlns:p14="http://schemas.microsoft.com/office/powerpoint/2010/main" val="13796224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02B3F-3A38-4F37-B26C-49AED99E5366}"/>
              </a:ext>
            </a:extLst>
          </p:cNvPr>
          <p:cNvSpPr>
            <a:spLocks noGrp="1"/>
          </p:cNvSpPr>
          <p:nvPr>
            <p:ph type="title"/>
          </p:nvPr>
        </p:nvSpPr>
        <p:spPr>
          <a:xfrm>
            <a:off x="609600" y="0"/>
            <a:ext cx="10972800" cy="576262"/>
          </a:xfrm>
        </p:spPr>
        <p:txBody>
          <a:bodyPr>
            <a:normAutofit fontScale="90000"/>
          </a:bodyPr>
          <a:lstStyle/>
          <a:p>
            <a:pPr fontAlgn="auto">
              <a:spcAft>
                <a:spcPts val="0"/>
              </a:spcAft>
              <a:defRPr/>
            </a:pPr>
            <a:r>
              <a:rPr lang="en-US" dirty="0">
                <a:solidFill>
                  <a:srgbClr val="24B5A1"/>
                </a:solidFill>
                <a:latin typeface="Calibri" panose="020F0502020204030204" pitchFamily="34" charset="0"/>
              </a:rPr>
              <a:t>Example of </a:t>
            </a:r>
            <a:r>
              <a:rPr lang="en-US" dirty="0">
                <a:solidFill>
                  <a:srgbClr val="3380E6"/>
                </a:solidFill>
                <a:latin typeface="Calibri" panose="020F0502020204030204" pitchFamily="34" charset="0"/>
              </a:rPr>
              <a:t>Introduction </a:t>
            </a:r>
            <a:r>
              <a:rPr lang="en-US" altLang="en-US" dirty="0">
                <a:solidFill>
                  <a:srgbClr val="0000FF"/>
                </a:solidFill>
              </a:rPr>
              <a:t>Polymorphism</a:t>
            </a:r>
            <a:r>
              <a:rPr lang="en-US" altLang="en-US" dirty="0">
                <a:solidFill>
                  <a:srgbClr val="000000"/>
                </a:solidFill>
              </a:rPr>
              <a:t> </a:t>
            </a:r>
            <a:endParaRPr lang="en-US" dirty="0">
              <a:solidFill>
                <a:srgbClr val="3380E6"/>
              </a:solidFill>
              <a:latin typeface="Calibri" panose="020F0502020204030204" pitchFamily="34" charset="0"/>
            </a:endParaRPr>
          </a:p>
        </p:txBody>
      </p:sp>
      <p:sp>
        <p:nvSpPr>
          <p:cNvPr id="3" name="Text Placeholder 2">
            <a:extLst>
              <a:ext uri="{FF2B5EF4-FFF2-40B4-BE49-F238E27FC236}">
                <a16:creationId xmlns:a16="http://schemas.microsoft.com/office/drawing/2014/main" id="{E8D0D4C4-F6AE-44E7-BB3B-35D12E88BF4A}"/>
              </a:ext>
            </a:extLst>
          </p:cNvPr>
          <p:cNvSpPr>
            <a:spLocks noGrp="1" noChangeArrowheads="1"/>
          </p:cNvSpPr>
          <p:nvPr>
            <p:ph type="body" idx="1"/>
          </p:nvPr>
        </p:nvSpPr>
        <p:spPr bwMode="auto">
          <a:xfrm>
            <a:off x="506555" y="883652"/>
            <a:ext cx="9229761"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571500" indent="-571500">
              <a:spcBef>
                <a:spcPct val="0"/>
              </a:spcBef>
              <a:buClrTx/>
              <a:buSzTx/>
            </a:pPr>
            <a:r>
              <a:rPr kumimoji="0" lang="en-US" altLang="en-US" sz="3600" b="0" i="0" u="none" strike="noStrike" cap="none" normalizeH="0" baseline="0" dirty="0">
                <a:ln>
                  <a:noFill/>
                </a:ln>
                <a:solidFill>
                  <a:srgbClr val="000000"/>
                </a:solidFill>
                <a:effectLst/>
                <a:latin typeface="Calibri" panose="020F0502020204030204" pitchFamily="34" charset="0"/>
              </a:rPr>
              <a:t>Now we can create </a:t>
            </a:r>
            <a:r>
              <a:rPr kumimoji="0" lang="en-US" altLang="en-US" sz="3600" b="0" i="0" u="none" strike="noStrike" cap="none" normalizeH="0" baseline="0" dirty="0">
                <a:ln>
                  <a:noFill/>
                </a:ln>
                <a:solidFill>
                  <a:srgbClr val="DC143C"/>
                </a:solidFill>
                <a:effectLst/>
                <a:latin typeface="Calibri" panose="020F0502020204030204" pitchFamily="34" charset="0"/>
              </a:rPr>
              <a:t>Pig</a:t>
            </a:r>
            <a:r>
              <a:rPr kumimoji="0" lang="en-US" altLang="en-US" sz="3600" b="0" i="0" u="none" strike="noStrike" cap="none" normalizeH="0" baseline="0" dirty="0">
                <a:ln>
                  <a:noFill/>
                </a:ln>
                <a:solidFill>
                  <a:srgbClr val="000000"/>
                </a:solidFill>
                <a:effectLst/>
                <a:latin typeface="Calibri" panose="020F0502020204030204" pitchFamily="34" charset="0"/>
              </a:rPr>
              <a:t> and </a:t>
            </a:r>
            <a:r>
              <a:rPr kumimoji="0" lang="en-US" altLang="en-US" sz="3600" b="0" i="0" u="none" strike="noStrike" cap="none" normalizeH="0" baseline="0" dirty="0">
                <a:ln>
                  <a:noFill/>
                </a:ln>
                <a:solidFill>
                  <a:srgbClr val="DC143C"/>
                </a:solidFill>
                <a:effectLst/>
                <a:latin typeface="Calibri" panose="020F0502020204030204" pitchFamily="34" charset="0"/>
              </a:rPr>
              <a:t>Dog</a:t>
            </a:r>
            <a:r>
              <a:rPr kumimoji="0" lang="en-US" altLang="en-US" sz="3600" b="0" i="0" u="none" strike="noStrike" cap="none" normalizeH="0" baseline="0" dirty="0">
                <a:ln>
                  <a:noFill/>
                </a:ln>
                <a:solidFill>
                  <a:srgbClr val="000000"/>
                </a:solidFill>
                <a:effectLst/>
                <a:latin typeface="Calibri" panose="020F0502020204030204" pitchFamily="34" charset="0"/>
              </a:rPr>
              <a:t> objects and call the </a:t>
            </a:r>
            <a:r>
              <a:rPr kumimoji="0" lang="en-US" altLang="en-US" sz="3600" b="0" i="0" u="none" strike="noStrike" cap="none" normalizeH="0" baseline="0" dirty="0" err="1">
                <a:ln>
                  <a:noFill/>
                </a:ln>
                <a:solidFill>
                  <a:srgbClr val="DC143C"/>
                </a:solidFill>
                <a:effectLst/>
                <a:latin typeface="Calibri" panose="020F0502020204030204" pitchFamily="34" charset="0"/>
              </a:rPr>
              <a:t>animalSound</a:t>
            </a:r>
            <a:r>
              <a:rPr kumimoji="0" lang="en-US" altLang="en-US" sz="3600" b="0" i="0" u="none" strike="noStrike" cap="none" normalizeH="0" baseline="0" dirty="0">
                <a:ln>
                  <a:noFill/>
                </a:ln>
                <a:solidFill>
                  <a:srgbClr val="DC143C"/>
                </a:solidFill>
                <a:effectLst/>
                <a:latin typeface="Calibri" panose="020F0502020204030204" pitchFamily="34" charset="0"/>
              </a:rPr>
              <a:t>()</a:t>
            </a:r>
            <a:r>
              <a:rPr kumimoji="0" lang="en-US" altLang="en-US" sz="3600" b="0" i="0" u="none" strike="noStrike" cap="none" normalizeH="0" baseline="0" dirty="0">
                <a:ln>
                  <a:noFill/>
                </a:ln>
                <a:solidFill>
                  <a:srgbClr val="000000"/>
                </a:solidFill>
                <a:effectLst/>
                <a:latin typeface="Calibri" panose="020F0502020204030204" pitchFamily="34" charset="0"/>
              </a:rPr>
              <a:t> method on both of them:</a:t>
            </a:r>
            <a:r>
              <a:rPr kumimoji="0" lang="en-US" altLang="en-US" sz="3600" b="0" i="0" u="none" strike="noStrike" cap="none" normalizeH="0" baseline="0" dirty="0">
                <a:ln>
                  <a:noFill/>
                </a:ln>
                <a:solidFill>
                  <a:schemeClr val="tx1"/>
                </a:solidFill>
                <a:effectLst/>
                <a:latin typeface="Calibri" panose="020F0502020204030204" pitchFamily="34" charset="0"/>
              </a:rPr>
              <a:t> </a:t>
            </a:r>
          </a:p>
        </p:txBody>
      </p:sp>
    </p:spTree>
    <p:extLst>
      <p:ext uri="{BB962C8B-B14F-4D97-AF65-F5344CB8AC3E}">
        <p14:creationId xmlns:p14="http://schemas.microsoft.com/office/powerpoint/2010/main" val="21949447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02B3F-3A38-4F37-B26C-49AED99E5366}"/>
              </a:ext>
            </a:extLst>
          </p:cNvPr>
          <p:cNvSpPr>
            <a:spLocks noGrp="1"/>
          </p:cNvSpPr>
          <p:nvPr>
            <p:ph type="title"/>
          </p:nvPr>
        </p:nvSpPr>
        <p:spPr>
          <a:xfrm>
            <a:off x="609600" y="0"/>
            <a:ext cx="10972800" cy="576262"/>
          </a:xfrm>
        </p:spPr>
        <p:txBody>
          <a:bodyPr>
            <a:normAutofit fontScale="90000"/>
          </a:bodyPr>
          <a:lstStyle/>
          <a:p>
            <a:pPr fontAlgn="auto">
              <a:spcAft>
                <a:spcPts val="0"/>
              </a:spcAft>
              <a:defRPr/>
            </a:pPr>
            <a:r>
              <a:rPr lang="en-US" dirty="0">
                <a:solidFill>
                  <a:srgbClr val="24B5A1"/>
                </a:solidFill>
                <a:latin typeface="Calibri" panose="020F0502020204030204" pitchFamily="34" charset="0"/>
              </a:rPr>
              <a:t>Example of</a:t>
            </a:r>
            <a:r>
              <a:rPr lang="en-US" dirty="0">
                <a:solidFill>
                  <a:srgbClr val="3380E6"/>
                </a:solidFill>
                <a:latin typeface="Calibri" panose="020F0502020204030204" pitchFamily="34" charset="0"/>
              </a:rPr>
              <a:t> </a:t>
            </a:r>
            <a:r>
              <a:rPr lang="en-US" altLang="en-US" dirty="0">
                <a:solidFill>
                  <a:srgbClr val="0000FF"/>
                </a:solidFill>
              </a:rPr>
              <a:t>Polymorphism</a:t>
            </a:r>
            <a:r>
              <a:rPr lang="en-US" altLang="en-US" dirty="0">
                <a:solidFill>
                  <a:srgbClr val="000000"/>
                </a:solidFill>
              </a:rPr>
              <a:t> </a:t>
            </a:r>
            <a:endParaRPr lang="en-US" dirty="0">
              <a:solidFill>
                <a:srgbClr val="3380E6"/>
              </a:solidFill>
              <a:latin typeface="Calibri" panose="020F0502020204030204" pitchFamily="34" charset="0"/>
            </a:endParaRPr>
          </a:p>
        </p:txBody>
      </p:sp>
      <p:sp>
        <p:nvSpPr>
          <p:cNvPr id="8" name="Rectangle 7">
            <a:extLst>
              <a:ext uri="{FF2B5EF4-FFF2-40B4-BE49-F238E27FC236}">
                <a16:creationId xmlns:a16="http://schemas.microsoft.com/office/drawing/2014/main" id="{3089F6D1-0B0E-4102-B63A-6C86C536FC84}"/>
              </a:ext>
            </a:extLst>
          </p:cNvPr>
          <p:cNvSpPr/>
          <p:nvPr/>
        </p:nvSpPr>
        <p:spPr>
          <a:xfrm>
            <a:off x="496584" y="460736"/>
            <a:ext cx="11198832" cy="6397264"/>
          </a:xfrm>
          <a:prstGeom prst="rect">
            <a:avLst/>
          </a:prstGeom>
        </p:spPr>
        <p:txBody>
          <a:bodyPr wrap="square">
            <a:spAutoFit/>
          </a:bodyPr>
          <a:lstStyle/>
          <a:p>
            <a:pPr marL="0" marR="0">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class </a:t>
            </a: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Animal {</a:t>
            </a:r>
            <a:b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b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    </a:t>
            </a:r>
            <a:r>
              <a:rPr lang="en-US"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public void </a:t>
            </a:r>
            <a:r>
              <a:rPr lang="en-US" dirty="0" err="1">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animalSound</a:t>
            </a: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 {</a:t>
            </a:r>
            <a:b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b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        </a:t>
            </a:r>
            <a:r>
              <a:rPr lang="en-US" dirty="0" err="1">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System.out.println</a:t>
            </a: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a:t>
            </a:r>
            <a:r>
              <a:rPr lang="en-US" dirty="0">
                <a:solidFill>
                  <a:srgbClr val="6A8759"/>
                </a:solidFill>
                <a:latin typeface="Courier New" panose="02070309020205020404" pitchFamily="49" charset="0"/>
                <a:ea typeface="Times New Roman" panose="02020603050405020304" pitchFamily="18" charset="0"/>
                <a:cs typeface="Times New Roman" panose="02020603050405020304" pitchFamily="18" charset="0"/>
              </a:rPr>
              <a:t>"The animal makes a sound"</a:t>
            </a: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a:t>
            </a:r>
            <a:r>
              <a:rPr lang="en-US"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a:t>
            </a:r>
            <a:br>
              <a:rPr lang="en-US"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br>
            <a:r>
              <a:rPr lang="en-US"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    </a:t>
            </a: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 }</a:t>
            </a:r>
            <a:b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br>
            <a:r>
              <a:rPr lang="en-US"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class </a:t>
            </a: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Pig </a:t>
            </a:r>
            <a:r>
              <a:rPr lang="en-US"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extends </a:t>
            </a: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Animal {</a:t>
            </a:r>
            <a:b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b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    </a:t>
            </a:r>
            <a:r>
              <a:rPr lang="en-US"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public void </a:t>
            </a:r>
            <a:r>
              <a:rPr lang="en-US" dirty="0" err="1">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animalSound</a:t>
            </a: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 {</a:t>
            </a:r>
            <a:b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b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        </a:t>
            </a:r>
            <a:r>
              <a:rPr lang="en-US" dirty="0" err="1">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System.out.println</a:t>
            </a: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a:t>
            </a:r>
            <a:r>
              <a:rPr lang="en-US" dirty="0">
                <a:solidFill>
                  <a:srgbClr val="6A8759"/>
                </a:solidFill>
                <a:latin typeface="Courier New" panose="02070309020205020404" pitchFamily="49" charset="0"/>
                <a:ea typeface="Times New Roman" panose="02020603050405020304" pitchFamily="18" charset="0"/>
                <a:cs typeface="Times New Roman" panose="02020603050405020304" pitchFamily="18" charset="0"/>
              </a:rPr>
              <a:t>"The pig says: wee wee"</a:t>
            </a: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a:t>
            </a:r>
            <a:r>
              <a:rPr lang="en-US"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a:t>
            </a:r>
            <a:br>
              <a:rPr lang="en-US"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br>
            <a:r>
              <a:rPr lang="en-US"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    </a:t>
            </a: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 }</a:t>
            </a:r>
            <a:b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br>
            <a:r>
              <a:rPr lang="en-US"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class </a:t>
            </a: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Dog </a:t>
            </a:r>
            <a:r>
              <a:rPr lang="en-US"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extends </a:t>
            </a: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Animal {</a:t>
            </a:r>
            <a:b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b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    </a:t>
            </a:r>
            <a:r>
              <a:rPr lang="en-US"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public void </a:t>
            </a:r>
            <a:r>
              <a:rPr lang="en-US" dirty="0" err="1">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animalSound</a:t>
            </a: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 {</a:t>
            </a:r>
            <a:b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b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        </a:t>
            </a:r>
            <a:r>
              <a:rPr lang="en-US" dirty="0" err="1">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System.out.println</a:t>
            </a: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a:t>
            </a:r>
            <a:r>
              <a:rPr lang="en-US" dirty="0">
                <a:solidFill>
                  <a:srgbClr val="6A8759"/>
                </a:solidFill>
                <a:latin typeface="Courier New" panose="02070309020205020404" pitchFamily="49" charset="0"/>
                <a:ea typeface="Times New Roman" panose="02020603050405020304" pitchFamily="18" charset="0"/>
                <a:cs typeface="Times New Roman" panose="02020603050405020304" pitchFamily="18" charset="0"/>
              </a:rPr>
              <a:t>"The dog says: bow wow"</a:t>
            </a: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a:t>
            </a:r>
            <a:r>
              <a:rPr lang="en-US"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a:t>
            </a:r>
            <a:br>
              <a:rPr lang="en-US"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br>
            <a:r>
              <a:rPr lang="en-US"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    </a:t>
            </a: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 }</a:t>
            </a:r>
            <a:b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br>
            <a:r>
              <a:rPr lang="en-US"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class </a:t>
            </a: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Main {</a:t>
            </a:r>
            <a:b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b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    </a:t>
            </a:r>
            <a:r>
              <a:rPr lang="en-US"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public static void </a:t>
            </a: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main(String[] </a:t>
            </a:r>
            <a:r>
              <a:rPr lang="en-US" dirty="0" err="1">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args</a:t>
            </a: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 {</a:t>
            </a:r>
            <a:b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b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        Animal </a:t>
            </a:r>
            <a:r>
              <a:rPr lang="en-US" dirty="0" err="1">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myAnimal</a:t>
            </a: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 = </a:t>
            </a:r>
            <a:r>
              <a:rPr lang="en-US"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new </a:t>
            </a: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Animal()</a:t>
            </a:r>
            <a:r>
              <a:rPr lang="en-US"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  </a:t>
            </a:r>
            <a:r>
              <a:rPr lang="en-US" dirty="0">
                <a:solidFill>
                  <a:srgbClr val="808080"/>
                </a:solidFill>
                <a:latin typeface="Courier New" panose="02070309020205020404" pitchFamily="49" charset="0"/>
                <a:ea typeface="Times New Roman" panose="02020603050405020304" pitchFamily="18" charset="0"/>
                <a:cs typeface="Times New Roman" panose="02020603050405020304" pitchFamily="18" charset="0"/>
              </a:rPr>
              <a:t>// Create an Animal object</a:t>
            </a:r>
            <a:br>
              <a:rPr lang="en-US" dirty="0">
                <a:solidFill>
                  <a:srgbClr val="808080"/>
                </a:solidFill>
                <a:latin typeface="Courier New" panose="02070309020205020404" pitchFamily="49" charset="0"/>
                <a:ea typeface="Times New Roman" panose="02020603050405020304" pitchFamily="18" charset="0"/>
                <a:cs typeface="Times New Roman" panose="02020603050405020304" pitchFamily="18" charset="0"/>
              </a:rPr>
            </a:br>
            <a:r>
              <a:rPr lang="en-US" dirty="0">
                <a:solidFill>
                  <a:srgbClr val="808080"/>
                </a:solidFill>
                <a:latin typeface="Courier New" panose="02070309020205020404" pitchFamily="49" charset="0"/>
                <a:ea typeface="Times New Roman" panose="02020603050405020304" pitchFamily="18" charset="0"/>
                <a:cs typeface="Times New Roman" panose="02020603050405020304" pitchFamily="18" charset="0"/>
              </a:rPr>
              <a:t>        </a:t>
            </a: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Animal </a:t>
            </a:r>
            <a:r>
              <a:rPr lang="en-US" dirty="0" err="1">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myPig</a:t>
            </a: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 = </a:t>
            </a:r>
            <a:r>
              <a:rPr lang="en-US"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new </a:t>
            </a: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Pig()</a:t>
            </a:r>
            <a:r>
              <a:rPr lang="en-US"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  </a:t>
            </a:r>
            <a:r>
              <a:rPr lang="en-US" dirty="0">
                <a:solidFill>
                  <a:srgbClr val="808080"/>
                </a:solidFill>
                <a:latin typeface="Courier New" panose="02070309020205020404" pitchFamily="49" charset="0"/>
                <a:ea typeface="Times New Roman" panose="02020603050405020304" pitchFamily="18" charset="0"/>
                <a:cs typeface="Times New Roman" panose="02020603050405020304" pitchFamily="18" charset="0"/>
              </a:rPr>
              <a:t>// Create a Pig object</a:t>
            </a:r>
            <a:br>
              <a:rPr lang="en-US" dirty="0">
                <a:solidFill>
                  <a:srgbClr val="808080"/>
                </a:solidFill>
                <a:latin typeface="Courier New" panose="02070309020205020404" pitchFamily="49" charset="0"/>
                <a:ea typeface="Times New Roman" panose="02020603050405020304" pitchFamily="18" charset="0"/>
                <a:cs typeface="Times New Roman" panose="02020603050405020304" pitchFamily="18" charset="0"/>
              </a:rPr>
            </a:br>
            <a:r>
              <a:rPr lang="en-US" dirty="0">
                <a:solidFill>
                  <a:srgbClr val="808080"/>
                </a:solidFill>
                <a:latin typeface="Courier New" panose="02070309020205020404" pitchFamily="49" charset="0"/>
                <a:ea typeface="Times New Roman" panose="02020603050405020304" pitchFamily="18" charset="0"/>
                <a:cs typeface="Times New Roman" panose="02020603050405020304" pitchFamily="18" charset="0"/>
              </a:rPr>
              <a:t>        </a:t>
            </a: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Animal </a:t>
            </a:r>
            <a:r>
              <a:rPr lang="en-US" dirty="0" err="1">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myDog</a:t>
            </a: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 = </a:t>
            </a:r>
            <a:r>
              <a:rPr lang="en-US"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new </a:t>
            </a: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Dog()</a:t>
            </a:r>
            <a:r>
              <a:rPr lang="en-US"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  </a:t>
            </a:r>
            <a:r>
              <a:rPr lang="en-US" dirty="0">
                <a:solidFill>
                  <a:srgbClr val="808080"/>
                </a:solidFill>
                <a:latin typeface="Courier New" panose="02070309020205020404" pitchFamily="49" charset="0"/>
                <a:ea typeface="Times New Roman" panose="02020603050405020304" pitchFamily="18" charset="0"/>
                <a:cs typeface="Times New Roman" panose="02020603050405020304" pitchFamily="18" charset="0"/>
              </a:rPr>
              <a:t>// Create a Dog object</a:t>
            </a:r>
            <a:br>
              <a:rPr lang="en-US" dirty="0">
                <a:solidFill>
                  <a:srgbClr val="808080"/>
                </a:solidFill>
                <a:latin typeface="Courier New" panose="02070309020205020404" pitchFamily="49" charset="0"/>
                <a:ea typeface="Times New Roman" panose="02020603050405020304" pitchFamily="18" charset="0"/>
                <a:cs typeface="Times New Roman" panose="02020603050405020304" pitchFamily="18" charset="0"/>
              </a:rPr>
            </a:br>
            <a:r>
              <a:rPr lang="en-US" dirty="0">
                <a:solidFill>
                  <a:srgbClr val="808080"/>
                </a:solidFill>
                <a:latin typeface="Courier New" panose="02070309020205020404" pitchFamily="49" charset="0"/>
                <a:ea typeface="Times New Roman" panose="02020603050405020304" pitchFamily="18" charset="0"/>
                <a:cs typeface="Times New Roman" panose="02020603050405020304" pitchFamily="18" charset="0"/>
              </a:rPr>
              <a:t>        </a:t>
            </a:r>
            <a:r>
              <a:rPr lang="en-US" dirty="0" err="1">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myAnimal.animalSound</a:t>
            </a: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a:t>
            </a:r>
            <a:r>
              <a:rPr lang="en-US"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a:t>
            </a:r>
            <a:br>
              <a:rPr lang="en-US"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br>
            <a:r>
              <a:rPr lang="en-US"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        </a:t>
            </a:r>
            <a:r>
              <a:rPr lang="en-US" dirty="0" err="1">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myPig.animalSound</a:t>
            </a: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a:t>
            </a:r>
            <a:r>
              <a:rPr lang="en-US"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a:t>
            </a:r>
            <a:br>
              <a:rPr lang="en-US"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br>
            <a:r>
              <a:rPr lang="en-US"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        </a:t>
            </a:r>
            <a:r>
              <a:rPr lang="en-US" dirty="0" err="1">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myDog.animalSound</a:t>
            </a: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a:t>
            </a:r>
            <a:r>
              <a:rPr lang="en-US"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a:t>
            </a:r>
            <a:br>
              <a:rPr lang="en-US"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br>
            <a:r>
              <a:rPr lang="en-US"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    </a:t>
            </a:r>
            <a:r>
              <a:rPr lang="en-US"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188909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7E33D9-6781-4829-B43F-1335B43A5FAB}"/>
              </a:ext>
            </a:extLst>
          </p:cNvPr>
          <p:cNvSpPr>
            <a:spLocks noGrp="1"/>
          </p:cNvSpPr>
          <p:nvPr>
            <p:ph idx="1"/>
          </p:nvPr>
        </p:nvSpPr>
        <p:spPr/>
        <p:txBody>
          <a:bodyPr/>
          <a:lstStyle/>
          <a:p>
            <a:pPr marL="852482" indent="-742950" eaLnBrk="1" hangingPunct="1">
              <a:spcBef>
                <a:spcPts val="1800"/>
              </a:spcBef>
              <a:buFont typeface="+mj-lt"/>
              <a:buAutoNum type="arabicPeriod"/>
              <a:defRPr/>
            </a:pPr>
            <a:r>
              <a:rPr lang="en-US" sz="2800" dirty="0">
                <a:highlight>
                  <a:srgbClr val="00FF00"/>
                </a:highlight>
              </a:rPr>
              <a:t>Create extra two classes for two different additional animals and customize their own </a:t>
            </a:r>
            <a:r>
              <a:rPr lang="en-US" sz="2800" dirty="0" err="1">
                <a:highlight>
                  <a:srgbClr val="00FF00"/>
                </a:highlight>
              </a:rPr>
              <a:t>animalSound</a:t>
            </a:r>
            <a:r>
              <a:rPr lang="en-US" sz="2800" dirty="0">
                <a:highlight>
                  <a:srgbClr val="00FF00"/>
                </a:highlight>
              </a:rPr>
              <a:t> methods e.g.</a:t>
            </a:r>
          </a:p>
          <a:p>
            <a:pPr marL="1108069" lvl="1" indent="-742950" eaLnBrk="1" hangingPunct="1">
              <a:spcBef>
                <a:spcPts val="1800"/>
              </a:spcBef>
              <a:buFont typeface="+mj-lt"/>
              <a:buAutoNum type="alphaLcParenR"/>
              <a:defRPr/>
            </a:pPr>
            <a:r>
              <a:rPr lang="en-US" sz="2400" dirty="0">
                <a:highlight>
                  <a:srgbClr val="00FF00"/>
                </a:highlight>
              </a:rPr>
              <a:t>Cow </a:t>
            </a:r>
          </a:p>
          <a:p>
            <a:pPr marL="1108069" lvl="1" indent="-742950" eaLnBrk="1" hangingPunct="1">
              <a:spcBef>
                <a:spcPts val="1800"/>
              </a:spcBef>
              <a:buFont typeface="+mj-lt"/>
              <a:buAutoNum type="alphaLcParenR"/>
              <a:defRPr/>
            </a:pPr>
            <a:r>
              <a:rPr lang="en-US" sz="2400" dirty="0">
                <a:highlight>
                  <a:srgbClr val="00FF00"/>
                </a:highlight>
              </a:rPr>
              <a:t>Dock </a:t>
            </a:r>
          </a:p>
          <a:p>
            <a:pPr marL="852482" indent="-742950" eaLnBrk="1" hangingPunct="1">
              <a:spcBef>
                <a:spcPts val="1800"/>
              </a:spcBef>
              <a:buFont typeface="+mj-lt"/>
              <a:buAutoNum type="arabicPeriod"/>
              <a:defRPr/>
            </a:pPr>
            <a:r>
              <a:rPr lang="en-US" sz="2800" dirty="0">
                <a:highlight>
                  <a:srgbClr val="00FF00"/>
                </a:highlight>
              </a:rPr>
              <a:t>Create their objects in two different ways as shown in the example above e.g.</a:t>
            </a:r>
          </a:p>
          <a:p>
            <a:pPr marL="109532" indent="0" eaLnBrk="1" hangingPunct="1">
              <a:spcBef>
                <a:spcPts val="800"/>
              </a:spcBef>
              <a:buNone/>
              <a:defRPr/>
            </a:pPr>
            <a:r>
              <a:rPr lang="en-US" sz="2800"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dirty="0" err="1">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myCow</a:t>
            </a:r>
            <a:r>
              <a:rPr lang="en-US" sz="2000"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 = </a:t>
            </a:r>
            <a:r>
              <a:rPr lang="en-US" sz="2000"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new </a:t>
            </a:r>
            <a:r>
              <a:rPr lang="en-US" sz="2000"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Cow()</a:t>
            </a:r>
            <a:r>
              <a:rPr lang="en-US" sz="2000"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dirty="0">
                <a:solidFill>
                  <a:srgbClr val="808080"/>
                </a:solidFill>
                <a:latin typeface="Courier New" panose="02070309020205020404" pitchFamily="49" charset="0"/>
                <a:ea typeface="Times New Roman" panose="02020603050405020304" pitchFamily="18" charset="0"/>
                <a:cs typeface="Times New Roman" panose="02020603050405020304" pitchFamily="18" charset="0"/>
              </a:rPr>
              <a:t>// Create a Cow object</a:t>
            </a:r>
            <a:br>
              <a:rPr lang="en-US" sz="2000" dirty="0">
                <a:solidFill>
                  <a:srgbClr val="808080"/>
                </a:solidFill>
                <a:latin typeface="Courier New" panose="02070309020205020404" pitchFamily="49" charset="0"/>
                <a:ea typeface="Times New Roman" panose="02020603050405020304" pitchFamily="18" charset="0"/>
                <a:cs typeface="Times New Roman" panose="02020603050405020304" pitchFamily="18" charset="0"/>
              </a:rPr>
            </a:br>
            <a:r>
              <a:rPr lang="en-US" sz="2000" dirty="0">
                <a:solidFill>
                  <a:srgbClr val="808080"/>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Animal </a:t>
            </a:r>
            <a:r>
              <a:rPr lang="en-US" sz="2000" dirty="0" err="1">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myCow</a:t>
            </a:r>
            <a:r>
              <a:rPr lang="en-US" sz="2000"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 = </a:t>
            </a:r>
            <a:r>
              <a:rPr lang="en-US" sz="2000"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new </a:t>
            </a:r>
            <a:r>
              <a:rPr lang="en-US" sz="2000"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Cow()</a:t>
            </a:r>
            <a:r>
              <a:rPr lang="en-US" sz="2000"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dirty="0">
                <a:solidFill>
                  <a:srgbClr val="808080"/>
                </a:solidFill>
                <a:latin typeface="Courier New" panose="02070309020205020404" pitchFamily="49" charset="0"/>
                <a:ea typeface="Times New Roman" panose="02020603050405020304" pitchFamily="18" charset="0"/>
                <a:cs typeface="Times New Roman" panose="02020603050405020304" pitchFamily="18" charset="0"/>
              </a:rPr>
              <a:t>// Create ALSO a Cow object</a:t>
            </a:r>
            <a:endParaRPr lang="en-US" sz="2000" dirty="0"/>
          </a:p>
          <a:p>
            <a:pPr marL="852482" indent="-742950" eaLnBrk="1" hangingPunct="1">
              <a:spcBef>
                <a:spcPts val="800"/>
              </a:spcBef>
              <a:buFont typeface="+mj-lt"/>
              <a:buAutoNum type="arabicPeriod"/>
              <a:defRPr/>
            </a:pPr>
            <a:endParaRPr lang="en-US" sz="3600" dirty="0">
              <a:highlight>
                <a:srgbClr val="00FF00"/>
              </a:highlight>
            </a:endParaRPr>
          </a:p>
          <a:p>
            <a:pPr marL="852482" indent="-742950" eaLnBrk="1" hangingPunct="1">
              <a:spcBef>
                <a:spcPts val="800"/>
              </a:spcBef>
              <a:buFont typeface="+mj-lt"/>
              <a:buAutoNum type="arabicPeriod"/>
              <a:defRPr/>
            </a:pPr>
            <a:endParaRPr lang="en-US" sz="3600" dirty="0">
              <a:highlight>
                <a:srgbClr val="00FF00"/>
              </a:highlight>
            </a:endParaRPr>
          </a:p>
          <a:p>
            <a:pPr marL="852482" indent="-742950" eaLnBrk="1" hangingPunct="1">
              <a:spcBef>
                <a:spcPts val="800"/>
              </a:spcBef>
              <a:buFont typeface="+mj-lt"/>
              <a:buAutoNum type="arabicPeriod"/>
              <a:defRPr/>
            </a:pPr>
            <a:endParaRPr lang="en-US" sz="3200" u="sng" dirty="0">
              <a:highlight>
                <a:srgbClr val="00FF00"/>
              </a:highlight>
            </a:endParaRPr>
          </a:p>
          <a:p>
            <a:pPr marL="365110" indent="-255578" eaLnBrk="1" hangingPunct="1">
              <a:spcBef>
                <a:spcPts val="800"/>
              </a:spcBef>
              <a:defRPr/>
            </a:pPr>
            <a:endParaRPr lang="en-US" sz="3600" u="sng" dirty="0">
              <a:highlight>
                <a:srgbClr val="00FF00"/>
              </a:highlight>
            </a:endParaRPr>
          </a:p>
          <a:p>
            <a:pPr marL="365110" indent="-255578" eaLnBrk="1" hangingPunct="1">
              <a:defRPr/>
            </a:pPr>
            <a:endParaRPr lang="en-US" dirty="0"/>
          </a:p>
        </p:txBody>
      </p:sp>
      <p:sp>
        <p:nvSpPr>
          <p:cNvPr id="3" name="Title 2">
            <a:extLst>
              <a:ext uri="{FF2B5EF4-FFF2-40B4-BE49-F238E27FC236}">
                <a16:creationId xmlns:a16="http://schemas.microsoft.com/office/drawing/2014/main" id="{0410AE0A-1DA0-48E5-95DB-ACAB55C99987}"/>
              </a:ext>
            </a:extLst>
          </p:cNvPr>
          <p:cNvSpPr>
            <a:spLocks noGrp="1"/>
          </p:cNvSpPr>
          <p:nvPr>
            <p:ph type="title"/>
          </p:nvPr>
        </p:nvSpPr>
        <p:spPr/>
        <p:txBody>
          <a:bodyPr/>
          <a:lstStyle/>
          <a:p>
            <a:pPr eaLnBrk="1" hangingPunct="1">
              <a:defRPr/>
            </a:pPr>
            <a:r>
              <a:rPr lang="en-US" dirty="0">
                <a:highlight>
                  <a:srgbClr val="FFFF00"/>
                </a:highlight>
              </a:rPr>
              <a:t>CLASS ACTIVITIES</a:t>
            </a:r>
          </a:p>
        </p:txBody>
      </p:sp>
    </p:spTree>
    <p:extLst>
      <p:ext uri="{BB962C8B-B14F-4D97-AF65-F5344CB8AC3E}">
        <p14:creationId xmlns:p14="http://schemas.microsoft.com/office/powerpoint/2010/main" val="3849333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2F468-C534-408E-9AD8-A018B3220348}"/>
              </a:ext>
            </a:extLst>
          </p:cNvPr>
          <p:cNvSpPr>
            <a:spLocks noGrp="1"/>
          </p:cNvSpPr>
          <p:nvPr>
            <p:ph type="title"/>
          </p:nvPr>
        </p:nvSpPr>
        <p:spPr/>
        <p:txBody>
          <a:bodyPr>
            <a:normAutofit/>
          </a:bodyPr>
          <a:lstStyle/>
          <a:p>
            <a:pPr fontAlgn="auto">
              <a:spcAft>
                <a:spcPts val="0"/>
              </a:spcAft>
              <a:defRPr/>
            </a:pPr>
            <a:r>
              <a:rPr lang="en-US" dirty="0">
                <a:solidFill>
                  <a:srgbClr val="24B5A1"/>
                </a:solidFill>
                <a:latin typeface="Calibri" panose="020F0502020204030204" pitchFamily="34" charset="0"/>
              </a:rPr>
              <a:t>10.3  </a:t>
            </a:r>
            <a:r>
              <a:rPr lang="en-US" dirty="0">
                <a:solidFill>
                  <a:srgbClr val="3380E6"/>
                </a:solidFill>
                <a:latin typeface="Calibri" panose="020F0502020204030204" pitchFamily="34" charset="0"/>
              </a:rPr>
              <a:t>Demonstrating Polymorphic Behavior (Cont.)</a:t>
            </a:r>
          </a:p>
        </p:txBody>
      </p:sp>
      <p:sp>
        <p:nvSpPr>
          <p:cNvPr id="26627" name="Text Placeholder 2">
            <a:extLst>
              <a:ext uri="{FF2B5EF4-FFF2-40B4-BE49-F238E27FC236}">
                <a16:creationId xmlns:a16="http://schemas.microsoft.com/office/drawing/2014/main" id="{5776FC87-E364-4205-9FE9-0B7CB2694AA4}"/>
              </a:ext>
            </a:extLst>
          </p:cNvPr>
          <p:cNvSpPr>
            <a:spLocks noGrp="1"/>
          </p:cNvSpPr>
          <p:nvPr>
            <p:ph type="body" idx="1"/>
          </p:nvPr>
        </p:nvSpPr>
        <p:spPr/>
        <p:txBody>
          <a:bodyPr/>
          <a:lstStyle/>
          <a:p>
            <a:pPr eaLnBrk="1" hangingPunct="1"/>
            <a:r>
              <a:rPr lang="en-US" altLang="en-US" sz="2500" dirty="0">
                <a:solidFill>
                  <a:srgbClr val="000000"/>
                </a:solidFill>
              </a:rPr>
              <a:t>A superclass object cannot be treated as a subclass object, because a superclass object is </a:t>
            </a:r>
            <a:r>
              <a:rPr lang="en-US" altLang="en-US" sz="2500" i="1" dirty="0">
                <a:solidFill>
                  <a:srgbClr val="000000"/>
                </a:solidFill>
              </a:rPr>
              <a:t>not </a:t>
            </a:r>
            <a:r>
              <a:rPr lang="en-US" altLang="en-US" sz="2500" dirty="0">
                <a:solidFill>
                  <a:srgbClr val="000000"/>
                </a:solidFill>
              </a:rPr>
              <a:t>an object of any of its subclasses. </a:t>
            </a:r>
          </a:p>
          <a:p>
            <a:pPr eaLnBrk="1" hangingPunct="1"/>
            <a:r>
              <a:rPr lang="en-US" altLang="en-US" sz="2500" dirty="0">
                <a:solidFill>
                  <a:srgbClr val="000000"/>
                </a:solidFill>
              </a:rPr>
              <a:t>The </a:t>
            </a:r>
            <a:r>
              <a:rPr lang="en-US" altLang="en-US" sz="2500" b="1" i="1" dirty="0">
                <a:solidFill>
                  <a:srgbClr val="000000"/>
                </a:solidFill>
              </a:rPr>
              <a:t>is-a </a:t>
            </a:r>
            <a:r>
              <a:rPr lang="en-US" altLang="en-US" sz="2500" dirty="0">
                <a:solidFill>
                  <a:srgbClr val="000000"/>
                </a:solidFill>
              </a:rPr>
              <a:t>relationship applies only up the hierarchy from a subclass to its direct (and indirect) </a:t>
            </a:r>
            <a:r>
              <a:rPr lang="en-US" altLang="en-US" sz="2500" dirty="0" err="1">
                <a:solidFill>
                  <a:srgbClr val="000000"/>
                </a:solidFill>
              </a:rPr>
              <a:t>superclasses</a:t>
            </a:r>
            <a:r>
              <a:rPr lang="en-US" altLang="en-US" sz="2500" dirty="0">
                <a:solidFill>
                  <a:srgbClr val="000000"/>
                </a:solidFill>
              </a:rPr>
              <a:t>, and not down the hierarchy.</a:t>
            </a:r>
          </a:p>
          <a:p>
            <a:pPr eaLnBrk="1" hangingPunct="1"/>
            <a:r>
              <a:rPr lang="en-US" altLang="en-US" sz="2500" dirty="0">
                <a:solidFill>
                  <a:srgbClr val="000000"/>
                </a:solidFill>
              </a:rPr>
              <a:t>The Java compiler </a:t>
            </a:r>
            <a:r>
              <a:rPr lang="en-US" altLang="en-US" sz="2500" i="1" dirty="0">
                <a:solidFill>
                  <a:srgbClr val="000000"/>
                </a:solidFill>
              </a:rPr>
              <a:t>does </a:t>
            </a:r>
            <a:r>
              <a:rPr lang="en-US" altLang="en-US" sz="2500" dirty="0">
                <a:solidFill>
                  <a:srgbClr val="000000"/>
                </a:solidFill>
              </a:rPr>
              <a:t>allow the assignment of a superclass reference to a subclass variable if you explicitly </a:t>
            </a:r>
            <a:r>
              <a:rPr lang="en-US" altLang="en-US" sz="2500" i="1" dirty="0">
                <a:solidFill>
                  <a:srgbClr val="000000"/>
                </a:solidFill>
              </a:rPr>
              <a:t>cast</a:t>
            </a:r>
            <a:r>
              <a:rPr lang="en-US" altLang="en-US" sz="2500" dirty="0">
                <a:solidFill>
                  <a:srgbClr val="000000"/>
                </a:solidFill>
              </a:rPr>
              <a:t> the superclass reference to the subclass type</a:t>
            </a:r>
          </a:p>
          <a:p>
            <a:pPr lvl="1" eaLnBrk="1" hangingPunct="1"/>
            <a:r>
              <a:rPr lang="en-US" altLang="en-US" sz="2100" dirty="0">
                <a:solidFill>
                  <a:srgbClr val="000000"/>
                </a:solidFill>
              </a:rPr>
              <a:t>A technique known as </a:t>
            </a:r>
            <a:r>
              <a:rPr lang="en-US" altLang="en-US" sz="2100" dirty="0" err="1">
                <a:solidFill>
                  <a:srgbClr val="0000FF"/>
                </a:solidFill>
              </a:rPr>
              <a:t>downcasting</a:t>
            </a:r>
            <a:r>
              <a:rPr lang="en-US" altLang="en-US" sz="2100" dirty="0">
                <a:solidFill>
                  <a:srgbClr val="000000"/>
                </a:solidFill>
              </a:rPr>
              <a:t> that enables a program to invoke subclass methods that are not in the superclass. </a:t>
            </a:r>
          </a:p>
        </p:txBody>
      </p:sp>
      <p:sp>
        <p:nvSpPr>
          <p:cNvPr id="4" name="Footer Placeholder 3">
            <a:extLst>
              <a:ext uri="{FF2B5EF4-FFF2-40B4-BE49-F238E27FC236}">
                <a16:creationId xmlns:a16="http://schemas.microsoft.com/office/drawing/2014/main" id="{8F4CE417-F374-4D71-B077-C6A42BA87D8F}"/>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31714268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12">
            <a:extLst>
              <a:ext uri="{FF2B5EF4-FFF2-40B4-BE49-F238E27FC236}">
                <a16:creationId xmlns:a16="http://schemas.microsoft.com/office/drawing/2014/main" id="{9A1BD414-85F4-422E-8C6D-18815607065F}"/>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979613"/>
            <a:ext cx="12192000" cy="2897187"/>
          </a:xfrm>
          <a:prstGeom prst="rect">
            <a:avLst/>
          </a:prstGeom>
        </p:spPr>
      </p:pic>
      <p:sp>
        <p:nvSpPr>
          <p:cNvPr id="2" name="Footer Placeholder 1">
            <a:extLst>
              <a:ext uri="{FF2B5EF4-FFF2-40B4-BE49-F238E27FC236}">
                <a16:creationId xmlns:a16="http://schemas.microsoft.com/office/drawing/2014/main" id="{C9A95F34-68BD-4929-B597-5B37994A9049}"/>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40881476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AA1A1-169C-425F-85AD-0AFAEE85882D}"/>
              </a:ext>
            </a:extLst>
          </p:cNvPr>
          <p:cNvSpPr>
            <a:spLocks noGrp="1"/>
          </p:cNvSpPr>
          <p:nvPr>
            <p:ph type="title"/>
          </p:nvPr>
        </p:nvSpPr>
        <p:spPr>
          <a:xfrm>
            <a:off x="609600" y="274639"/>
            <a:ext cx="10972800" cy="567842"/>
          </a:xfrm>
        </p:spPr>
        <p:txBody>
          <a:bodyPr>
            <a:normAutofit fontScale="90000"/>
          </a:bodyPr>
          <a:lstStyle/>
          <a:p>
            <a:pPr algn="ctr" fontAlgn="auto">
              <a:spcAft>
                <a:spcPts val="0"/>
              </a:spcAft>
              <a:defRPr/>
            </a:pPr>
            <a:r>
              <a:rPr lang="en-US" dirty="0">
                <a:solidFill>
                  <a:srgbClr val="24B5A1"/>
                </a:solidFill>
                <a:latin typeface="Calibri" panose="020F0502020204030204" pitchFamily="34" charset="0"/>
              </a:rPr>
              <a:t>Example II of </a:t>
            </a:r>
            <a:r>
              <a:rPr lang="en-US" altLang="en-US" dirty="0">
                <a:solidFill>
                  <a:srgbClr val="0000FF"/>
                </a:solidFill>
              </a:rPr>
              <a:t>Polymorphism</a:t>
            </a:r>
            <a:endParaRPr lang="en-US" dirty="0">
              <a:solidFill>
                <a:srgbClr val="3380E6"/>
              </a:solidFill>
              <a:latin typeface="Calibri" panose="020F0502020204030204" pitchFamily="34" charset="0"/>
            </a:endParaRPr>
          </a:p>
        </p:txBody>
      </p:sp>
      <p:sp>
        <p:nvSpPr>
          <p:cNvPr id="15363" name="Text Placeholder 2">
            <a:extLst>
              <a:ext uri="{FF2B5EF4-FFF2-40B4-BE49-F238E27FC236}">
                <a16:creationId xmlns:a16="http://schemas.microsoft.com/office/drawing/2014/main" id="{CDBB7022-3480-45F8-A0EF-4AE9756E16F7}"/>
              </a:ext>
            </a:extLst>
          </p:cNvPr>
          <p:cNvSpPr>
            <a:spLocks noGrp="1"/>
          </p:cNvSpPr>
          <p:nvPr>
            <p:ph type="body" idx="1"/>
          </p:nvPr>
        </p:nvSpPr>
        <p:spPr>
          <a:xfrm>
            <a:off x="559763" y="992723"/>
            <a:ext cx="10972800" cy="4525962"/>
          </a:xfrm>
        </p:spPr>
        <p:txBody>
          <a:bodyPr/>
          <a:lstStyle/>
          <a:p>
            <a:pPr eaLnBrk="1" hangingPunct="1">
              <a:lnSpc>
                <a:spcPct val="90000"/>
              </a:lnSpc>
            </a:pPr>
            <a:r>
              <a:rPr lang="en-US" altLang="en-US" dirty="0">
                <a:solidFill>
                  <a:srgbClr val="000000"/>
                </a:solidFill>
              </a:rPr>
              <a:t>Example: Suppose we create a program that simulates the movement of several types of animals for a biological study. </a:t>
            </a:r>
          </a:p>
          <a:p>
            <a:pPr eaLnBrk="1" hangingPunct="1">
              <a:lnSpc>
                <a:spcPct val="90000"/>
              </a:lnSpc>
            </a:pPr>
            <a:r>
              <a:rPr lang="en-US" altLang="en-US" dirty="0">
                <a:solidFill>
                  <a:srgbClr val="000000"/>
                </a:solidFill>
              </a:rPr>
              <a:t>Classes </a:t>
            </a:r>
            <a:r>
              <a:rPr lang="en-US" altLang="en-US" dirty="0">
                <a:solidFill>
                  <a:srgbClr val="000000"/>
                </a:solidFill>
                <a:latin typeface="Consolas" panose="020B0609020204030204" pitchFamily="49" charset="0"/>
              </a:rPr>
              <a:t>Fish</a:t>
            </a:r>
            <a:r>
              <a:rPr lang="en-US" altLang="en-US" dirty="0">
                <a:solidFill>
                  <a:srgbClr val="000000"/>
                </a:solidFill>
              </a:rPr>
              <a:t>, </a:t>
            </a:r>
            <a:r>
              <a:rPr lang="en-US" altLang="en-US" dirty="0">
                <a:solidFill>
                  <a:srgbClr val="000000"/>
                </a:solidFill>
                <a:latin typeface="Consolas" panose="020B0609020204030204" pitchFamily="49" charset="0"/>
              </a:rPr>
              <a:t>Frog</a:t>
            </a:r>
            <a:r>
              <a:rPr lang="en-US" altLang="en-US" dirty="0">
                <a:solidFill>
                  <a:srgbClr val="000000"/>
                </a:solidFill>
              </a:rPr>
              <a:t> and </a:t>
            </a:r>
            <a:r>
              <a:rPr lang="en-US" altLang="en-US" dirty="0">
                <a:solidFill>
                  <a:srgbClr val="000000"/>
                </a:solidFill>
                <a:latin typeface="Consolas" panose="020B0609020204030204" pitchFamily="49" charset="0"/>
              </a:rPr>
              <a:t>Bird</a:t>
            </a:r>
            <a:r>
              <a:rPr lang="en-US" altLang="en-US" dirty="0">
                <a:solidFill>
                  <a:srgbClr val="000000"/>
                </a:solidFill>
              </a:rPr>
              <a:t> represent the three types of animals under investigation. </a:t>
            </a:r>
          </a:p>
          <a:p>
            <a:pPr lvl="1" eaLnBrk="1" hangingPunct="1">
              <a:lnSpc>
                <a:spcPct val="90000"/>
              </a:lnSpc>
            </a:pPr>
            <a:r>
              <a:rPr lang="en-US" altLang="en-US" dirty="0">
                <a:solidFill>
                  <a:srgbClr val="000000"/>
                </a:solidFill>
              </a:rPr>
              <a:t>Each class extends superclass </a:t>
            </a:r>
            <a:r>
              <a:rPr lang="en-US" altLang="en-US" dirty="0">
                <a:solidFill>
                  <a:srgbClr val="000000"/>
                </a:solidFill>
                <a:latin typeface="Consolas" panose="020B0609020204030204" pitchFamily="49" charset="0"/>
              </a:rPr>
              <a:t>Animal</a:t>
            </a:r>
            <a:r>
              <a:rPr lang="en-US" altLang="en-US" dirty="0">
                <a:solidFill>
                  <a:srgbClr val="000000"/>
                </a:solidFill>
              </a:rPr>
              <a:t>, which contains a method </a:t>
            </a:r>
            <a:r>
              <a:rPr lang="en-US" altLang="en-US" dirty="0">
                <a:solidFill>
                  <a:srgbClr val="000000"/>
                </a:solidFill>
                <a:latin typeface="Consolas" panose="020B0609020204030204" pitchFamily="49" charset="0"/>
              </a:rPr>
              <a:t>move</a:t>
            </a:r>
            <a:r>
              <a:rPr lang="en-US" altLang="en-US" dirty="0">
                <a:solidFill>
                  <a:srgbClr val="000000"/>
                </a:solidFill>
              </a:rPr>
              <a:t> and maintains an animal’s current location as </a:t>
            </a:r>
            <a:r>
              <a:rPr lang="en-US" altLang="en-US" i="1" dirty="0">
                <a:solidFill>
                  <a:srgbClr val="000000"/>
                </a:solidFill>
              </a:rPr>
              <a:t>x-y </a:t>
            </a:r>
            <a:r>
              <a:rPr lang="en-US" altLang="en-US" dirty="0">
                <a:solidFill>
                  <a:srgbClr val="000000"/>
                </a:solidFill>
              </a:rPr>
              <a:t>coordinates. </a:t>
            </a:r>
          </a:p>
          <a:p>
            <a:pPr lvl="1" eaLnBrk="1" hangingPunct="1">
              <a:lnSpc>
                <a:spcPct val="90000"/>
              </a:lnSpc>
            </a:pPr>
            <a:r>
              <a:rPr lang="en-US" altLang="en-US" dirty="0">
                <a:solidFill>
                  <a:srgbClr val="000000"/>
                </a:solidFill>
              </a:rPr>
              <a:t>Each subclass implements method </a:t>
            </a:r>
            <a:r>
              <a:rPr lang="en-US" altLang="en-US" dirty="0">
                <a:solidFill>
                  <a:srgbClr val="000000"/>
                </a:solidFill>
                <a:latin typeface="Consolas" panose="020B0609020204030204" pitchFamily="49" charset="0"/>
              </a:rPr>
              <a:t>move</a:t>
            </a:r>
            <a:r>
              <a:rPr lang="en-US" altLang="en-US" dirty="0">
                <a:solidFill>
                  <a:srgbClr val="000000"/>
                </a:solidFill>
              </a:rPr>
              <a:t>. </a:t>
            </a:r>
          </a:p>
          <a:p>
            <a:pPr lvl="1" eaLnBrk="1" hangingPunct="1">
              <a:lnSpc>
                <a:spcPct val="90000"/>
              </a:lnSpc>
            </a:pPr>
            <a:r>
              <a:rPr lang="en-US" altLang="en-US" dirty="0">
                <a:solidFill>
                  <a:srgbClr val="000000"/>
                </a:solidFill>
              </a:rPr>
              <a:t>A program maintains an </a:t>
            </a:r>
            <a:r>
              <a:rPr lang="en-US" altLang="en-US" dirty="0">
                <a:solidFill>
                  <a:srgbClr val="000000"/>
                </a:solidFill>
                <a:latin typeface="Consolas" panose="020B0609020204030204" pitchFamily="49" charset="0"/>
              </a:rPr>
              <a:t>Animal</a:t>
            </a:r>
            <a:r>
              <a:rPr lang="en-US" altLang="en-US" dirty="0">
                <a:solidFill>
                  <a:srgbClr val="000000"/>
                </a:solidFill>
              </a:rPr>
              <a:t> array containing references to objects of the various </a:t>
            </a:r>
            <a:r>
              <a:rPr lang="en-US" altLang="en-US" dirty="0">
                <a:solidFill>
                  <a:srgbClr val="000000"/>
                </a:solidFill>
                <a:latin typeface="Consolas" panose="020B0609020204030204" pitchFamily="49" charset="0"/>
              </a:rPr>
              <a:t>Animal</a:t>
            </a:r>
            <a:r>
              <a:rPr lang="en-US" altLang="en-US" dirty="0">
                <a:solidFill>
                  <a:srgbClr val="000000"/>
                </a:solidFill>
              </a:rPr>
              <a:t> subclasses. </a:t>
            </a:r>
          </a:p>
          <a:p>
            <a:pPr lvl="1" eaLnBrk="1" hangingPunct="1">
              <a:lnSpc>
                <a:spcPct val="90000"/>
              </a:lnSpc>
            </a:pPr>
            <a:r>
              <a:rPr lang="en-US" altLang="en-US" dirty="0">
                <a:solidFill>
                  <a:srgbClr val="000000"/>
                </a:solidFill>
              </a:rPr>
              <a:t>To simulate the animals’ movements, the program sends each object the same message once per second—namely, </a:t>
            </a:r>
            <a:r>
              <a:rPr lang="en-US" altLang="en-US" dirty="0">
                <a:solidFill>
                  <a:srgbClr val="000000"/>
                </a:solidFill>
                <a:latin typeface="Consolas" panose="020B0609020204030204" pitchFamily="49" charset="0"/>
              </a:rPr>
              <a:t>move</a:t>
            </a:r>
            <a:r>
              <a:rPr lang="en-US" altLang="en-US" dirty="0">
                <a:solidFill>
                  <a:srgbClr val="000000"/>
                </a:solidFill>
              </a:rPr>
              <a:t>. </a:t>
            </a:r>
          </a:p>
        </p:txBody>
      </p:sp>
      <p:sp>
        <p:nvSpPr>
          <p:cNvPr id="4" name="Footer Placeholder 3">
            <a:extLst>
              <a:ext uri="{FF2B5EF4-FFF2-40B4-BE49-F238E27FC236}">
                <a16:creationId xmlns:a16="http://schemas.microsoft.com/office/drawing/2014/main" id="{03FE3A7A-E055-4BCC-8AE1-A09F93287AE3}"/>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40570026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FC4CD-402F-406A-A5F7-642F019AAFD1}"/>
              </a:ext>
            </a:extLst>
          </p:cNvPr>
          <p:cNvSpPr>
            <a:spLocks noGrp="1"/>
          </p:cNvSpPr>
          <p:nvPr>
            <p:ph type="title"/>
          </p:nvPr>
        </p:nvSpPr>
        <p:spPr/>
        <p:txBody>
          <a:bodyPr/>
          <a:lstStyle/>
          <a:p>
            <a:pPr fontAlgn="auto">
              <a:spcAft>
                <a:spcPts val="0"/>
              </a:spcAft>
              <a:defRPr/>
            </a:pPr>
            <a:r>
              <a:rPr lang="en-US" altLang="en-US" dirty="0">
                <a:solidFill>
                  <a:srgbClr val="0000FF"/>
                </a:solidFill>
              </a:rPr>
              <a:t>Polymorphism </a:t>
            </a:r>
            <a:r>
              <a:rPr lang="en-US" dirty="0">
                <a:solidFill>
                  <a:srgbClr val="24B5A1"/>
                </a:solidFill>
                <a:latin typeface="Calibri" panose="020F0502020204030204" pitchFamily="34" charset="0"/>
              </a:rPr>
              <a:t> </a:t>
            </a:r>
            <a:r>
              <a:rPr lang="en-US" dirty="0">
                <a:solidFill>
                  <a:srgbClr val="3380E6"/>
                </a:solidFill>
                <a:latin typeface="Calibri" panose="020F0502020204030204" pitchFamily="34" charset="0"/>
              </a:rPr>
              <a:t>Introduction (Cont.)</a:t>
            </a:r>
          </a:p>
        </p:txBody>
      </p:sp>
      <p:sp>
        <p:nvSpPr>
          <p:cNvPr id="16387" name="Text Placeholder 2">
            <a:extLst>
              <a:ext uri="{FF2B5EF4-FFF2-40B4-BE49-F238E27FC236}">
                <a16:creationId xmlns:a16="http://schemas.microsoft.com/office/drawing/2014/main" id="{CFF17CDE-86E3-4604-BAAE-C77740E226BC}"/>
              </a:ext>
            </a:extLst>
          </p:cNvPr>
          <p:cNvSpPr>
            <a:spLocks noGrp="1"/>
          </p:cNvSpPr>
          <p:nvPr>
            <p:ph type="body" idx="1"/>
          </p:nvPr>
        </p:nvSpPr>
        <p:spPr/>
        <p:txBody>
          <a:bodyPr/>
          <a:lstStyle/>
          <a:p>
            <a:pPr eaLnBrk="1" hangingPunct="1">
              <a:lnSpc>
                <a:spcPct val="80000"/>
              </a:lnSpc>
            </a:pPr>
            <a:r>
              <a:rPr lang="en-US" altLang="en-US" sz="2500" dirty="0">
                <a:solidFill>
                  <a:srgbClr val="000000"/>
                </a:solidFill>
              </a:rPr>
              <a:t>Each specific type of </a:t>
            </a:r>
            <a:r>
              <a:rPr lang="en-US" altLang="en-US" sz="2500" dirty="0">
                <a:solidFill>
                  <a:srgbClr val="000000"/>
                </a:solidFill>
                <a:latin typeface="Consolas" panose="020B0609020204030204" pitchFamily="49" charset="0"/>
              </a:rPr>
              <a:t>Animal</a:t>
            </a:r>
            <a:r>
              <a:rPr lang="en-US" altLang="en-US" sz="2500" dirty="0">
                <a:solidFill>
                  <a:srgbClr val="000000"/>
                </a:solidFill>
              </a:rPr>
              <a:t> responds to a </a:t>
            </a:r>
            <a:r>
              <a:rPr lang="en-US" altLang="en-US" sz="2500" dirty="0">
                <a:solidFill>
                  <a:srgbClr val="000000"/>
                </a:solidFill>
                <a:latin typeface="Consolas" panose="020B0609020204030204" pitchFamily="49" charset="0"/>
              </a:rPr>
              <a:t>move</a:t>
            </a:r>
            <a:r>
              <a:rPr lang="en-US" altLang="en-US" sz="2500" dirty="0">
                <a:solidFill>
                  <a:srgbClr val="000000"/>
                </a:solidFill>
              </a:rPr>
              <a:t> message in a unique way:</a:t>
            </a:r>
          </a:p>
          <a:p>
            <a:pPr lvl="1" eaLnBrk="1" hangingPunct="1">
              <a:lnSpc>
                <a:spcPct val="80000"/>
              </a:lnSpc>
            </a:pPr>
            <a:r>
              <a:rPr lang="en-US" altLang="en-US" sz="2100" dirty="0">
                <a:solidFill>
                  <a:srgbClr val="000000"/>
                </a:solidFill>
              </a:rPr>
              <a:t>a </a:t>
            </a:r>
            <a:r>
              <a:rPr lang="en-US" altLang="en-US" sz="2100" dirty="0">
                <a:solidFill>
                  <a:srgbClr val="000000"/>
                </a:solidFill>
                <a:latin typeface="Consolas" panose="020B0609020204030204" pitchFamily="49" charset="0"/>
              </a:rPr>
              <a:t>Fish</a:t>
            </a:r>
            <a:r>
              <a:rPr lang="en-US" altLang="en-US" sz="2100" dirty="0">
                <a:solidFill>
                  <a:srgbClr val="000000"/>
                </a:solidFill>
              </a:rPr>
              <a:t> might swim three feet</a:t>
            </a:r>
          </a:p>
          <a:p>
            <a:pPr lvl="1" eaLnBrk="1" hangingPunct="1">
              <a:lnSpc>
                <a:spcPct val="80000"/>
              </a:lnSpc>
            </a:pPr>
            <a:r>
              <a:rPr lang="en-US" altLang="en-US" sz="2100" dirty="0">
                <a:solidFill>
                  <a:srgbClr val="000000"/>
                </a:solidFill>
              </a:rPr>
              <a:t>a </a:t>
            </a:r>
            <a:r>
              <a:rPr lang="en-US" altLang="en-US" sz="2100" dirty="0">
                <a:solidFill>
                  <a:srgbClr val="000000"/>
                </a:solidFill>
                <a:latin typeface="Consolas" panose="020B0609020204030204" pitchFamily="49" charset="0"/>
              </a:rPr>
              <a:t>Frog</a:t>
            </a:r>
            <a:r>
              <a:rPr lang="en-US" altLang="en-US" sz="2100" dirty="0">
                <a:solidFill>
                  <a:srgbClr val="000000"/>
                </a:solidFill>
              </a:rPr>
              <a:t> might jump five feet</a:t>
            </a:r>
          </a:p>
          <a:p>
            <a:pPr lvl="1" eaLnBrk="1" hangingPunct="1">
              <a:lnSpc>
                <a:spcPct val="80000"/>
              </a:lnSpc>
            </a:pPr>
            <a:r>
              <a:rPr lang="en-US" altLang="en-US" sz="2100" dirty="0">
                <a:solidFill>
                  <a:srgbClr val="000000"/>
                </a:solidFill>
              </a:rPr>
              <a:t>a </a:t>
            </a:r>
            <a:r>
              <a:rPr lang="en-US" altLang="en-US" sz="2100" dirty="0">
                <a:solidFill>
                  <a:srgbClr val="000000"/>
                </a:solidFill>
                <a:latin typeface="Consolas" panose="020B0609020204030204" pitchFamily="49" charset="0"/>
              </a:rPr>
              <a:t>Bird</a:t>
            </a:r>
            <a:r>
              <a:rPr lang="en-US" altLang="en-US" sz="2100" dirty="0">
                <a:solidFill>
                  <a:srgbClr val="000000"/>
                </a:solidFill>
              </a:rPr>
              <a:t> might fly ten feet. </a:t>
            </a:r>
          </a:p>
          <a:p>
            <a:pPr eaLnBrk="1" hangingPunct="1">
              <a:lnSpc>
                <a:spcPct val="80000"/>
              </a:lnSpc>
            </a:pPr>
            <a:r>
              <a:rPr lang="en-US" altLang="en-US" sz="2500" dirty="0">
                <a:solidFill>
                  <a:srgbClr val="000000"/>
                </a:solidFill>
              </a:rPr>
              <a:t>The program issues the same message (i.e., </a:t>
            </a:r>
            <a:r>
              <a:rPr lang="en-US" altLang="en-US" sz="2500" dirty="0">
                <a:solidFill>
                  <a:srgbClr val="000000"/>
                </a:solidFill>
                <a:latin typeface="Consolas" panose="020B0609020204030204" pitchFamily="49" charset="0"/>
              </a:rPr>
              <a:t>move</a:t>
            </a:r>
            <a:r>
              <a:rPr lang="en-US" altLang="en-US" sz="2500" dirty="0">
                <a:solidFill>
                  <a:srgbClr val="000000"/>
                </a:solidFill>
              </a:rPr>
              <a:t>) to each animal object, but each object knows how to modify its x-y coordinates appropriately for its specific type of movement. </a:t>
            </a:r>
          </a:p>
          <a:p>
            <a:pPr eaLnBrk="1" hangingPunct="1">
              <a:lnSpc>
                <a:spcPct val="80000"/>
              </a:lnSpc>
            </a:pPr>
            <a:r>
              <a:rPr lang="en-US" altLang="en-US" sz="2500" dirty="0">
                <a:solidFill>
                  <a:srgbClr val="000000"/>
                </a:solidFill>
              </a:rPr>
              <a:t>Relying on each object to know how to “do the right thing” in response to the same method call is the key concept of polymorphism. </a:t>
            </a:r>
          </a:p>
          <a:p>
            <a:pPr eaLnBrk="1" hangingPunct="1">
              <a:lnSpc>
                <a:spcPct val="80000"/>
              </a:lnSpc>
            </a:pPr>
            <a:r>
              <a:rPr lang="en-US" altLang="en-US" sz="2500" dirty="0">
                <a:solidFill>
                  <a:srgbClr val="000000"/>
                </a:solidFill>
              </a:rPr>
              <a:t>The same message sent to a variety of objects has “</a:t>
            </a:r>
            <a:r>
              <a:rPr lang="en-US" altLang="en-US" sz="2500" b="1" dirty="0">
                <a:solidFill>
                  <a:srgbClr val="000000"/>
                </a:solidFill>
              </a:rPr>
              <a:t>many forms</a:t>
            </a:r>
            <a:r>
              <a:rPr lang="en-US" altLang="en-US" sz="2500" dirty="0">
                <a:solidFill>
                  <a:srgbClr val="000000"/>
                </a:solidFill>
              </a:rPr>
              <a:t>” of results—hence the term polymorphism.</a:t>
            </a:r>
          </a:p>
        </p:txBody>
      </p:sp>
      <p:sp>
        <p:nvSpPr>
          <p:cNvPr id="4" name="Footer Placeholder 3">
            <a:extLst>
              <a:ext uri="{FF2B5EF4-FFF2-40B4-BE49-F238E27FC236}">
                <a16:creationId xmlns:a16="http://schemas.microsoft.com/office/drawing/2014/main" id="{21252286-B25D-4134-A2EE-0C496EC437A4}"/>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32411050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3959E-D39B-4562-9EC4-AB8509A194B5}"/>
              </a:ext>
            </a:extLst>
          </p:cNvPr>
          <p:cNvSpPr>
            <a:spLocks noGrp="1"/>
          </p:cNvSpPr>
          <p:nvPr>
            <p:ph type="title"/>
          </p:nvPr>
        </p:nvSpPr>
        <p:spPr/>
        <p:txBody>
          <a:bodyPr/>
          <a:lstStyle/>
          <a:p>
            <a:pPr fontAlgn="auto">
              <a:spcAft>
                <a:spcPts val="0"/>
              </a:spcAft>
              <a:defRPr/>
            </a:pPr>
            <a:r>
              <a:rPr lang="en-US" altLang="en-US" dirty="0">
                <a:solidFill>
                  <a:srgbClr val="0000FF"/>
                </a:solidFill>
              </a:rPr>
              <a:t>Polymorphism </a:t>
            </a:r>
            <a:r>
              <a:rPr lang="en-US" dirty="0">
                <a:solidFill>
                  <a:srgbClr val="24B5A1"/>
                </a:solidFill>
                <a:latin typeface="Calibri" panose="020F0502020204030204" pitchFamily="34" charset="0"/>
              </a:rPr>
              <a:t> </a:t>
            </a:r>
            <a:r>
              <a:rPr lang="en-US" dirty="0">
                <a:solidFill>
                  <a:srgbClr val="3380E6"/>
                </a:solidFill>
                <a:latin typeface="Calibri" panose="020F0502020204030204" pitchFamily="34" charset="0"/>
              </a:rPr>
              <a:t>Introduction (Cont.)</a:t>
            </a:r>
          </a:p>
        </p:txBody>
      </p:sp>
      <p:sp>
        <p:nvSpPr>
          <p:cNvPr id="17411" name="Text Placeholder 2">
            <a:extLst>
              <a:ext uri="{FF2B5EF4-FFF2-40B4-BE49-F238E27FC236}">
                <a16:creationId xmlns:a16="http://schemas.microsoft.com/office/drawing/2014/main" id="{A3DCB48C-A1C5-49F3-9E31-F87A6100117F}"/>
              </a:ext>
            </a:extLst>
          </p:cNvPr>
          <p:cNvSpPr>
            <a:spLocks noGrp="1"/>
          </p:cNvSpPr>
          <p:nvPr>
            <p:ph type="body" idx="1"/>
          </p:nvPr>
        </p:nvSpPr>
        <p:spPr/>
        <p:txBody>
          <a:bodyPr/>
          <a:lstStyle/>
          <a:p>
            <a:pPr eaLnBrk="1" hangingPunct="1"/>
            <a:r>
              <a:rPr lang="en-US" altLang="en-US" dirty="0">
                <a:solidFill>
                  <a:srgbClr val="000000"/>
                </a:solidFill>
              </a:rPr>
              <a:t>With polymorphism, we can design and implement systems that are easily </a:t>
            </a:r>
            <a:r>
              <a:rPr lang="en-US" altLang="en-US" i="1" dirty="0">
                <a:solidFill>
                  <a:srgbClr val="000000"/>
                </a:solidFill>
              </a:rPr>
              <a:t>extensible</a:t>
            </a:r>
          </a:p>
          <a:p>
            <a:pPr lvl="1" eaLnBrk="1" hangingPunct="1"/>
            <a:r>
              <a:rPr lang="en-US" altLang="en-US" dirty="0">
                <a:solidFill>
                  <a:srgbClr val="000000"/>
                </a:solidFill>
              </a:rPr>
              <a:t>New classes can be added with little or no modification to the general portions of the program, as long as the new classes are part of the inheritance hierarchy that the program processes generically. </a:t>
            </a:r>
          </a:p>
          <a:p>
            <a:pPr lvl="1" eaLnBrk="1" hangingPunct="1"/>
            <a:r>
              <a:rPr lang="en-US" altLang="en-US" dirty="0">
                <a:solidFill>
                  <a:srgbClr val="000000"/>
                </a:solidFill>
              </a:rPr>
              <a:t>The new classes simply “plug right in.”</a:t>
            </a:r>
          </a:p>
          <a:p>
            <a:pPr lvl="1" eaLnBrk="1" hangingPunct="1"/>
            <a:r>
              <a:rPr lang="en-US" altLang="en-US" dirty="0">
                <a:solidFill>
                  <a:srgbClr val="000000"/>
                </a:solidFill>
              </a:rPr>
              <a:t>The only parts of a program that must be altered to accommodate new classes are those that require direct knowledge of the new classes that we add to the hierarchy. </a:t>
            </a:r>
          </a:p>
        </p:txBody>
      </p:sp>
    </p:spTree>
    <p:extLst>
      <p:ext uri="{BB962C8B-B14F-4D97-AF65-F5344CB8AC3E}">
        <p14:creationId xmlns:p14="http://schemas.microsoft.com/office/powerpoint/2010/main" val="18890040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2AA75-F11A-4F1C-A66F-7737B71D3E3A}"/>
              </a:ext>
            </a:extLst>
          </p:cNvPr>
          <p:cNvSpPr>
            <a:spLocks noGrp="1"/>
          </p:cNvSpPr>
          <p:nvPr>
            <p:ph type="title"/>
          </p:nvPr>
        </p:nvSpPr>
        <p:spPr/>
        <p:txBody>
          <a:bodyPr/>
          <a:lstStyle/>
          <a:p>
            <a:pPr fontAlgn="auto">
              <a:spcAft>
                <a:spcPts val="0"/>
              </a:spcAft>
              <a:defRPr/>
            </a:pPr>
            <a:r>
              <a:rPr lang="en-US" altLang="en-US" dirty="0">
                <a:solidFill>
                  <a:srgbClr val="0000FF"/>
                </a:solidFill>
              </a:rPr>
              <a:t>Polymorphism </a:t>
            </a:r>
            <a:r>
              <a:rPr lang="en-US" dirty="0">
                <a:solidFill>
                  <a:srgbClr val="24B5A1"/>
                </a:solidFill>
                <a:latin typeface="Calibri" panose="020F0502020204030204" pitchFamily="34" charset="0"/>
              </a:rPr>
              <a:t> </a:t>
            </a:r>
            <a:r>
              <a:rPr lang="en-US" dirty="0">
                <a:solidFill>
                  <a:srgbClr val="3380E6"/>
                </a:solidFill>
                <a:latin typeface="Calibri" panose="020F0502020204030204" pitchFamily="34" charset="0"/>
              </a:rPr>
              <a:t>Introduction (Cont.)</a:t>
            </a:r>
          </a:p>
        </p:txBody>
      </p:sp>
      <p:sp>
        <p:nvSpPr>
          <p:cNvPr id="18435" name="Text Placeholder 2">
            <a:extLst>
              <a:ext uri="{FF2B5EF4-FFF2-40B4-BE49-F238E27FC236}">
                <a16:creationId xmlns:a16="http://schemas.microsoft.com/office/drawing/2014/main" id="{4DD09AD4-EB3E-491D-B6DB-5D2E4E091515}"/>
              </a:ext>
            </a:extLst>
          </p:cNvPr>
          <p:cNvSpPr>
            <a:spLocks noGrp="1"/>
          </p:cNvSpPr>
          <p:nvPr>
            <p:ph type="body" idx="1"/>
          </p:nvPr>
        </p:nvSpPr>
        <p:spPr/>
        <p:txBody>
          <a:bodyPr/>
          <a:lstStyle/>
          <a:p>
            <a:pPr eaLnBrk="1" hangingPunct="1"/>
            <a:r>
              <a:rPr lang="en-US" altLang="en-US" dirty="0">
                <a:solidFill>
                  <a:srgbClr val="000000"/>
                </a:solidFill>
              </a:rPr>
              <a:t>Once a class implements an interface, all objects of that class have an </a:t>
            </a:r>
            <a:r>
              <a:rPr lang="en-US" altLang="en-US" i="1" dirty="0">
                <a:solidFill>
                  <a:srgbClr val="000000"/>
                </a:solidFill>
              </a:rPr>
              <a:t>is-a </a:t>
            </a:r>
            <a:r>
              <a:rPr lang="en-US" altLang="en-US" dirty="0">
                <a:solidFill>
                  <a:srgbClr val="000000"/>
                </a:solidFill>
              </a:rPr>
              <a:t>relationship with the interface type, and all objects of the class are guaranteed to provide the functionality described by the interface. </a:t>
            </a:r>
          </a:p>
          <a:p>
            <a:pPr eaLnBrk="1" hangingPunct="1"/>
            <a:r>
              <a:rPr lang="en-US" altLang="en-US" dirty="0">
                <a:solidFill>
                  <a:srgbClr val="000000"/>
                </a:solidFill>
              </a:rPr>
              <a:t>This is true of all subclasses of that class as well.</a:t>
            </a:r>
          </a:p>
          <a:p>
            <a:pPr eaLnBrk="1" hangingPunct="1"/>
            <a:r>
              <a:rPr lang="en-US" altLang="en-US" dirty="0">
                <a:solidFill>
                  <a:srgbClr val="000000"/>
                </a:solidFill>
              </a:rPr>
              <a:t>Interfaces are particularly useful for assigning common functionality to possibly unrelated classes. </a:t>
            </a:r>
          </a:p>
          <a:p>
            <a:pPr lvl="1" eaLnBrk="1" hangingPunct="1"/>
            <a:r>
              <a:rPr lang="en-US" altLang="en-US" dirty="0">
                <a:solidFill>
                  <a:srgbClr val="000000"/>
                </a:solidFill>
              </a:rPr>
              <a:t>Allows objects of unrelated classes to be processed polymorphically—objects of classes that implement the same interface can respond to all of the interface method calls. </a:t>
            </a:r>
          </a:p>
        </p:txBody>
      </p:sp>
      <p:sp>
        <p:nvSpPr>
          <p:cNvPr id="4" name="Footer Placeholder 3">
            <a:extLst>
              <a:ext uri="{FF2B5EF4-FFF2-40B4-BE49-F238E27FC236}">
                <a16:creationId xmlns:a16="http://schemas.microsoft.com/office/drawing/2014/main" id="{DA50CB82-6530-498A-B9BC-083C552FCA6E}"/>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34400903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1B7BE-DD13-413B-8CA4-740588E6E501}"/>
              </a:ext>
            </a:extLst>
          </p:cNvPr>
          <p:cNvSpPr>
            <a:spLocks noGrp="1"/>
          </p:cNvSpPr>
          <p:nvPr>
            <p:ph type="title"/>
          </p:nvPr>
        </p:nvSpPr>
        <p:spPr/>
        <p:txBody>
          <a:bodyPr/>
          <a:lstStyle/>
          <a:p>
            <a:pPr fontAlgn="auto">
              <a:spcAft>
                <a:spcPts val="0"/>
              </a:spcAft>
              <a:defRPr/>
            </a:pPr>
            <a:r>
              <a:rPr lang="en-US" altLang="en-US" dirty="0">
                <a:solidFill>
                  <a:srgbClr val="0000FF"/>
                </a:solidFill>
              </a:rPr>
              <a:t>Polymorphism </a:t>
            </a:r>
            <a:r>
              <a:rPr lang="en-US" dirty="0">
                <a:solidFill>
                  <a:srgbClr val="24B5A1"/>
                </a:solidFill>
                <a:latin typeface="Calibri" panose="020F0502020204030204" pitchFamily="34" charset="0"/>
              </a:rPr>
              <a:t> </a:t>
            </a:r>
            <a:r>
              <a:rPr lang="en-US" dirty="0">
                <a:solidFill>
                  <a:srgbClr val="3380E6"/>
                </a:solidFill>
                <a:latin typeface="Calibri" panose="020F0502020204030204" pitchFamily="34" charset="0"/>
              </a:rPr>
              <a:t>Introduction (Cont.)</a:t>
            </a:r>
          </a:p>
        </p:txBody>
      </p:sp>
      <p:sp>
        <p:nvSpPr>
          <p:cNvPr id="19459" name="Text Placeholder 2">
            <a:extLst>
              <a:ext uri="{FF2B5EF4-FFF2-40B4-BE49-F238E27FC236}">
                <a16:creationId xmlns:a16="http://schemas.microsoft.com/office/drawing/2014/main" id="{72B43E3E-0B5F-44AD-BBEC-DB4A93B580BF}"/>
              </a:ext>
            </a:extLst>
          </p:cNvPr>
          <p:cNvSpPr>
            <a:spLocks noGrp="1"/>
          </p:cNvSpPr>
          <p:nvPr>
            <p:ph type="body" idx="1"/>
          </p:nvPr>
        </p:nvSpPr>
        <p:spPr/>
        <p:txBody>
          <a:bodyPr/>
          <a:lstStyle/>
          <a:p>
            <a:pPr eaLnBrk="1" hangingPunct="1"/>
            <a:r>
              <a:rPr lang="en-US" altLang="en-US" dirty="0">
                <a:solidFill>
                  <a:srgbClr val="000000"/>
                </a:solidFill>
              </a:rPr>
              <a:t>The module continues with an introduction to Java </a:t>
            </a:r>
            <a:r>
              <a:rPr lang="en-US" altLang="en-US" i="1" dirty="0">
                <a:solidFill>
                  <a:srgbClr val="000000"/>
                </a:solidFill>
              </a:rPr>
              <a:t>interfaces</a:t>
            </a:r>
            <a:r>
              <a:rPr lang="en-US" altLang="en-US" dirty="0">
                <a:solidFill>
                  <a:srgbClr val="000000"/>
                </a:solidFill>
              </a:rPr>
              <a:t>, which are particularly useful for assigning </a:t>
            </a:r>
            <a:r>
              <a:rPr lang="en-US" altLang="en-US" i="1" dirty="0">
                <a:solidFill>
                  <a:srgbClr val="000000"/>
                </a:solidFill>
              </a:rPr>
              <a:t>common</a:t>
            </a:r>
            <a:r>
              <a:rPr lang="en-US" altLang="en-US" dirty="0">
                <a:solidFill>
                  <a:srgbClr val="000000"/>
                </a:solidFill>
              </a:rPr>
              <a:t> functionality to possibly unrelated classes.  </a:t>
            </a:r>
          </a:p>
          <a:p>
            <a:pPr eaLnBrk="1" hangingPunct="1"/>
            <a:r>
              <a:rPr lang="en-US" altLang="en-US" dirty="0">
                <a:solidFill>
                  <a:srgbClr val="000000"/>
                </a:solidFill>
              </a:rPr>
              <a:t>This allows objects of these classes to be processed polymorphically—objects of classes that </a:t>
            </a:r>
            <a:r>
              <a:rPr lang="en-US" altLang="en-US" dirty="0">
                <a:solidFill>
                  <a:srgbClr val="0000FF"/>
                </a:solidFill>
              </a:rPr>
              <a:t>implement</a:t>
            </a:r>
            <a:r>
              <a:rPr lang="en-US" altLang="en-US" dirty="0">
                <a:solidFill>
                  <a:srgbClr val="000000"/>
                </a:solidFill>
              </a:rPr>
              <a:t> the </a:t>
            </a:r>
            <a:r>
              <a:rPr lang="en-US" altLang="en-US" i="1" dirty="0">
                <a:solidFill>
                  <a:srgbClr val="000000"/>
                </a:solidFill>
              </a:rPr>
              <a:t>same</a:t>
            </a:r>
            <a:r>
              <a:rPr lang="en-US" altLang="en-US" dirty="0">
                <a:solidFill>
                  <a:srgbClr val="000000"/>
                </a:solidFill>
              </a:rPr>
              <a:t> interface can respond to all of the interface method calls. </a:t>
            </a:r>
          </a:p>
        </p:txBody>
      </p:sp>
      <p:sp>
        <p:nvSpPr>
          <p:cNvPr id="4" name="Footer Placeholder 3">
            <a:extLst>
              <a:ext uri="{FF2B5EF4-FFF2-40B4-BE49-F238E27FC236}">
                <a16:creationId xmlns:a16="http://schemas.microsoft.com/office/drawing/2014/main" id="{DB4DDA8A-7694-4FDC-B3DF-8DF7BC96D301}"/>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11918210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82DE9-F59D-4E53-9F2A-33C3D04ADFDD}"/>
              </a:ext>
            </a:extLst>
          </p:cNvPr>
          <p:cNvSpPr>
            <a:spLocks noGrp="1"/>
          </p:cNvSpPr>
          <p:nvPr>
            <p:ph type="title"/>
          </p:nvPr>
        </p:nvSpPr>
        <p:spPr/>
        <p:txBody>
          <a:bodyPr/>
          <a:lstStyle/>
          <a:p>
            <a:pPr fontAlgn="auto">
              <a:spcAft>
                <a:spcPts val="0"/>
              </a:spcAft>
              <a:defRPr/>
            </a:pPr>
            <a:r>
              <a:rPr lang="en-US" dirty="0">
                <a:solidFill>
                  <a:srgbClr val="24B5A1"/>
                </a:solidFill>
                <a:latin typeface="Calibri" panose="020F0502020204030204" pitchFamily="34" charset="0"/>
              </a:rPr>
              <a:t>10.2  </a:t>
            </a:r>
            <a:r>
              <a:rPr lang="en-US" dirty="0">
                <a:solidFill>
                  <a:srgbClr val="3380E6"/>
                </a:solidFill>
                <a:latin typeface="Calibri" panose="020F0502020204030204" pitchFamily="34" charset="0"/>
              </a:rPr>
              <a:t>Polymorphism: More Examples </a:t>
            </a:r>
          </a:p>
        </p:txBody>
      </p:sp>
      <p:sp>
        <p:nvSpPr>
          <p:cNvPr id="20483" name="Text Placeholder 2">
            <a:extLst>
              <a:ext uri="{FF2B5EF4-FFF2-40B4-BE49-F238E27FC236}">
                <a16:creationId xmlns:a16="http://schemas.microsoft.com/office/drawing/2014/main" id="{789EEC2D-AEDA-4C71-8F04-5A08B8184233}"/>
              </a:ext>
            </a:extLst>
          </p:cNvPr>
          <p:cNvSpPr>
            <a:spLocks noGrp="1"/>
          </p:cNvSpPr>
          <p:nvPr>
            <p:ph type="body" idx="1"/>
          </p:nvPr>
        </p:nvSpPr>
        <p:spPr/>
        <p:txBody>
          <a:bodyPr/>
          <a:lstStyle/>
          <a:p>
            <a:pPr eaLnBrk="1" hangingPunct="1"/>
            <a:r>
              <a:rPr lang="en-US" altLang="en-US" sz="2500" dirty="0">
                <a:solidFill>
                  <a:srgbClr val="000000"/>
                </a:solidFill>
              </a:rPr>
              <a:t>Example: Quadrilaterals</a:t>
            </a:r>
          </a:p>
          <a:p>
            <a:pPr lvl="1" eaLnBrk="1" hangingPunct="1"/>
            <a:r>
              <a:rPr lang="en-US" altLang="en-US" sz="2100" dirty="0">
                <a:solidFill>
                  <a:srgbClr val="000000"/>
                </a:solidFill>
              </a:rPr>
              <a:t>If </a:t>
            </a:r>
            <a:r>
              <a:rPr lang="en-US" altLang="en-US" sz="2100" dirty="0">
                <a:solidFill>
                  <a:srgbClr val="000000"/>
                </a:solidFill>
                <a:latin typeface="Consolas" panose="020B0609020204030204" pitchFamily="49" charset="0"/>
              </a:rPr>
              <a:t>Rectangle</a:t>
            </a:r>
            <a:r>
              <a:rPr lang="en-US" altLang="en-US" sz="2100" dirty="0">
                <a:solidFill>
                  <a:srgbClr val="000000"/>
                </a:solidFill>
              </a:rPr>
              <a:t> is derived from </a:t>
            </a:r>
            <a:r>
              <a:rPr lang="en-US" altLang="en-US" sz="2100" dirty="0">
                <a:solidFill>
                  <a:srgbClr val="000000"/>
                </a:solidFill>
                <a:latin typeface="Consolas" panose="020B0609020204030204" pitchFamily="49" charset="0"/>
              </a:rPr>
              <a:t>Quadrilateral</a:t>
            </a:r>
            <a:r>
              <a:rPr lang="en-US" altLang="en-US" sz="2100" dirty="0">
                <a:solidFill>
                  <a:srgbClr val="000000"/>
                </a:solidFill>
              </a:rPr>
              <a:t>, then a </a:t>
            </a:r>
            <a:r>
              <a:rPr lang="en-US" altLang="en-US" sz="2100" dirty="0">
                <a:solidFill>
                  <a:srgbClr val="000000"/>
                </a:solidFill>
                <a:latin typeface="Consolas" panose="020B0609020204030204" pitchFamily="49" charset="0"/>
              </a:rPr>
              <a:t>Rectangle</a:t>
            </a:r>
            <a:r>
              <a:rPr lang="en-US" altLang="en-US" sz="2100" dirty="0">
                <a:solidFill>
                  <a:srgbClr val="000000"/>
                </a:solidFill>
              </a:rPr>
              <a:t> object is a more specific version of a </a:t>
            </a:r>
            <a:r>
              <a:rPr lang="en-US" altLang="en-US" sz="2100" dirty="0">
                <a:solidFill>
                  <a:srgbClr val="000000"/>
                </a:solidFill>
                <a:latin typeface="Consolas" panose="020B0609020204030204" pitchFamily="49" charset="0"/>
              </a:rPr>
              <a:t>Quadrilateral</a:t>
            </a:r>
            <a:r>
              <a:rPr lang="en-US" altLang="en-US" sz="2100" dirty="0">
                <a:solidFill>
                  <a:srgbClr val="000000"/>
                </a:solidFill>
              </a:rPr>
              <a:t>. </a:t>
            </a:r>
          </a:p>
          <a:p>
            <a:pPr lvl="1" eaLnBrk="1" hangingPunct="1"/>
            <a:r>
              <a:rPr lang="en-US" altLang="en-US" sz="2100" dirty="0">
                <a:solidFill>
                  <a:srgbClr val="000000"/>
                </a:solidFill>
              </a:rPr>
              <a:t>Any operation that can be performed on a </a:t>
            </a:r>
            <a:r>
              <a:rPr lang="en-US" altLang="en-US" sz="2100" dirty="0">
                <a:solidFill>
                  <a:srgbClr val="000000"/>
                </a:solidFill>
                <a:latin typeface="Consolas" panose="020B0609020204030204" pitchFamily="49" charset="0"/>
              </a:rPr>
              <a:t>Quadrilateral</a:t>
            </a:r>
            <a:r>
              <a:rPr lang="en-US" altLang="en-US" sz="2100" dirty="0">
                <a:solidFill>
                  <a:srgbClr val="000000"/>
                </a:solidFill>
              </a:rPr>
              <a:t> can also be performed on a </a:t>
            </a:r>
            <a:r>
              <a:rPr lang="en-US" altLang="en-US" sz="2100" dirty="0">
                <a:solidFill>
                  <a:srgbClr val="000000"/>
                </a:solidFill>
                <a:latin typeface="Consolas" panose="020B0609020204030204" pitchFamily="49" charset="0"/>
              </a:rPr>
              <a:t>Rectangle</a:t>
            </a:r>
            <a:r>
              <a:rPr lang="en-US" altLang="en-US" sz="2100" dirty="0">
                <a:solidFill>
                  <a:srgbClr val="000000"/>
                </a:solidFill>
              </a:rPr>
              <a:t>. </a:t>
            </a:r>
          </a:p>
          <a:p>
            <a:pPr lvl="1" eaLnBrk="1" hangingPunct="1"/>
            <a:r>
              <a:rPr lang="en-US" altLang="en-US" sz="2100" dirty="0">
                <a:solidFill>
                  <a:srgbClr val="000000"/>
                </a:solidFill>
              </a:rPr>
              <a:t>These operations can also be performed on other </a:t>
            </a:r>
            <a:r>
              <a:rPr lang="en-US" altLang="en-US" sz="2100" dirty="0">
                <a:solidFill>
                  <a:srgbClr val="000000"/>
                </a:solidFill>
                <a:latin typeface="Consolas" panose="020B0609020204030204" pitchFamily="49" charset="0"/>
              </a:rPr>
              <a:t>Quadrilateral</a:t>
            </a:r>
            <a:r>
              <a:rPr lang="en-US" altLang="en-US" sz="2100" dirty="0">
                <a:solidFill>
                  <a:srgbClr val="000000"/>
                </a:solidFill>
              </a:rPr>
              <a:t>s, such as </a:t>
            </a:r>
            <a:r>
              <a:rPr lang="en-US" altLang="en-US" sz="2100" dirty="0">
                <a:solidFill>
                  <a:srgbClr val="000000"/>
                </a:solidFill>
                <a:latin typeface="Consolas" panose="020B0609020204030204" pitchFamily="49" charset="0"/>
              </a:rPr>
              <a:t>Square</a:t>
            </a:r>
            <a:r>
              <a:rPr lang="en-US" altLang="en-US" sz="2100" dirty="0">
                <a:solidFill>
                  <a:srgbClr val="000000"/>
                </a:solidFill>
              </a:rPr>
              <a:t>s, </a:t>
            </a:r>
            <a:r>
              <a:rPr lang="en-US" altLang="en-US" sz="2100" dirty="0">
                <a:solidFill>
                  <a:srgbClr val="000000"/>
                </a:solidFill>
                <a:latin typeface="Consolas" panose="020B0609020204030204" pitchFamily="49" charset="0"/>
              </a:rPr>
              <a:t>Parallelogram</a:t>
            </a:r>
            <a:r>
              <a:rPr lang="en-US" altLang="en-US" sz="2100" dirty="0">
                <a:solidFill>
                  <a:srgbClr val="000000"/>
                </a:solidFill>
              </a:rPr>
              <a:t>s and </a:t>
            </a:r>
            <a:r>
              <a:rPr lang="en-US" altLang="en-US" sz="2100" dirty="0">
                <a:solidFill>
                  <a:srgbClr val="000000"/>
                </a:solidFill>
                <a:latin typeface="Consolas" panose="020B0609020204030204" pitchFamily="49" charset="0"/>
              </a:rPr>
              <a:t>Trapezoid</a:t>
            </a:r>
            <a:r>
              <a:rPr lang="en-US" altLang="en-US" sz="2100" dirty="0">
                <a:solidFill>
                  <a:srgbClr val="000000"/>
                </a:solidFill>
              </a:rPr>
              <a:t>s. </a:t>
            </a:r>
          </a:p>
          <a:p>
            <a:pPr lvl="1" eaLnBrk="1" hangingPunct="1"/>
            <a:r>
              <a:rPr lang="en-US" altLang="en-US" sz="2100" dirty="0">
                <a:solidFill>
                  <a:srgbClr val="000000"/>
                </a:solidFill>
              </a:rPr>
              <a:t>Polymorphism occurs when a program invokes a method through a superclass </a:t>
            </a:r>
            <a:r>
              <a:rPr lang="en-US" altLang="en-US" sz="2100" dirty="0">
                <a:solidFill>
                  <a:srgbClr val="000000"/>
                </a:solidFill>
                <a:latin typeface="Consolas" panose="020B0609020204030204" pitchFamily="49" charset="0"/>
              </a:rPr>
              <a:t>Quadrilateral</a:t>
            </a:r>
            <a:r>
              <a:rPr lang="en-US" altLang="en-US" sz="2100" dirty="0">
                <a:solidFill>
                  <a:srgbClr val="000000"/>
                </a:solidFill>
              </a:rPr>
              <a:t> variable—at execution time, the correct subclass version of the method is called, based on the type of the reference stored in the superclass variable. </a:t>
            </a:r>
          </a:p>
        </p:txBody>
      </p:sp>
      <p:sp>
        <p:nvSpPr>
          <p:cNvPr id="4" name="Footer Placeholder 3">
            <a:extLst>
              <a:ext uri="{FF2B5EF4-FFF2-40B4-BE49-F238E27FC236}">
                <a16:creationId xmlns:a16="http://schemas.microsoft.com/office/drawing/2014/main" id="{27B5BA48-F4F5-493C-9EED-AD7EB56B770A}"/>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12381610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24F27-1ADE-4605-88EC-21668084D92E}"/>
              </a:ext>
            </a:extLst>
          </p:cNvPr>
          <p:cNvSpPr>
            <a:spLocks noGrp="1"/>
          </p:cNvSpPr>
          <p:nvPr>
            <p:ph type="title"/>
          </p:nvPr>
        </p:nvSpPr>
        <p:spPr/>
        <p:txBody>
          <a:bodyPr>
            <a:normAutofit/>
          </a:bodyPr>
          <a:lstStyle/>
          <a:p>
            <a:pPr fontAlgn="auto">
              <a:spcAft>
                <a:spcPts val="0"/>
              </a:spcAft>
              <a:defRPr/>
            </a:pPr>
            <a:r>
              <a:rPr lang="en-US" dirty="0">
                <a:solidFill>
                  <a:srgbClr val="24B5A1"/>
                </a:solidFill>
                <a:latin typeface="Calibri" panose="020F0502020204030204" pitchFamily="34" charset="0"/>
              </a:rPr>
              <a:t>10.2  </a:t>
            </a:r>
            <a:r>
              <a:rPr lang="en-US" dirty="0">
                <a:solidFill>
                  <a:srgbClr val="3380E6"/>
                </a:solidFill>
                <a:latin typeface="Calibri" panose="020F0502020204030204" pitchFamily="34" charset="0"/>
              </a:rPr>
              <a:t>Polymorphism Examples (Cont.)</a:t>
            </a:r>
          </a:p>
        </p:txBody>
      </p:sp>
      <p:sp>
        <p:nvSpPr>
          <p:cNvPr id="21507" name="Text Placeholder 2">
            <a:extLst>
              <a:ext uri="{FF2B5EF4-FFF2-40B4-BE49-F238E27FC236}">
                <a16:creationId xmlns:a16="http://schemas.microsoft.com/office/drawing/2014/main" id="{7C458BBA-B58A-4D2B-8CF3-F9866F437569}"/>
              </a:ext>
            </a:extLst>
          </p:cNvPr>
          <p:cNvSpPr>
            <a:spLocks noGrp="1"/>
          </p:cNvSpPr>
          <p:nvPr>
            <p:ph type="body" idx="1"/>
          </p:nvPr>
        </p:nvSpPr>
        <p:spPr/>
        <p:txBody>
          <a:bodyPr/>
          <a:lstStyle/>
          <a:p>
            <a:pPr eaLnBrk="1" hangingPunct="1">
              <a:lnSpc>
                <a:spcPct val="80000"/>
              </a:lnSpc>
            </a:pPr>
            <a:r>
              <a:rPr lang="en-US" altLang="en-US" sz="2500" dirty="0">
                <a:solidFill>
                  <a:srgbClr val="000000"/>
                </a:solidFill>
              </a:rPr>
              <a:t>Example: Space Objects in a Video Game</a:t>
            </a:r>
          </a:p>
          <a:p>
            <a:pPr lvl="1" eaLnBrk="1" hangingPunct="1">
              <a:lnSpc>
                <a:spcPct val="80000"/>
              </a:lnSpc>
            </a:pPr>
            <a:r>
              <a:rPr lang="en-US" altLang="en-US" sz="2100" dirty="0">
                <a:solidFill>
                  <a:srgbClr val="000000"/>
                </a:solidFill>
              </a:rPr>
              <a:t>A video game manipulates objects of classes </a:t>
            </a:r>
            <a:r>
              <a:rPr lang="en-US" altLang="en-US" sz="2100" dirty="0">
                <a:solidFill>
                  <a:srgbClr val="000000"/>
                </a:solidFill>
                <a:latin typeface="Consolas" panose="020B0609020204030204" pitchFamily="49" charset="0"/>
              </a:rPr>
              <a:t>Martian</a:t>
            </a:r>
            <a:r>
              <a:rPr lang="en-US" altLang="en-US" sz="2100" dirty="0">
                <a:solidFill>
                  <a:srgbClr val="000000"/>
                </a:solidFill>
              </a:rPr>
              <a:t>, </a:t>
            </a:r>
            <a:r>
              <a:rPr lang="en-US" altLang="en-US" sz="2100" dirty="0">
                <a:solidFill>
                  <a:srgbClr val="000000"/>
                </a:solidFill>
                <a:latin typeface="Consolas" panose="020B0609020204030204" pitchFamily="49" charset="0"/>
              </a:rPr>
              <a:t>Venusian</a:t>
            </a:r>
            <a:r>
              <a:rPr lang="en-US" altLang="en-US" sz="2100" dirty="0">
                <a:solidFill>
                  <a:srgbClr val="000000"/>
                </a:solidFill>
              </a:rPr>
              <a:t>, </a:t>
            </a:r>
            <a:r>
              <a:rPr lang="en-US" altLang="en-US" sz="2100" dirty="0">
                <a:solidFill>
                  <a:srgbClr val="000000"/>
                </a:solidFill>
                <a:latin typeface="Consolas" panose="020B0609020204030204" pitchFamily="49" charset="0"/>
              </a:rPr>
              <a:t>Plutonian</a:t>
            </a:r>
            <a:r>
              <a:rPr lang="en-US" altLang="en-US" sz="2100" dirty="0">
                <a:solidFill>
                  <a:srgbClr val="000000"/>
                </a:solidFill>
              </a:rPr>
              <a:t>, </a:t>
            </a:r>
            <a:r>
              <a:rPr lang="en-US" altLang="en-US" sz="2100" dirty="0" err="1">
                <a:solidFill>
                  <a:srgbClr val="000000"/>
                </a:solidFill>
                <a:latin typeface="Consolas" panose="020B0609020204030204" pitchFamily="49" charset="0"/>
              </a:rPr>
              <a:t>SpaceShip</a:t>
            </a:r>
            <a:r>
              <a:rPr lang="en-US" altLang="en-US" sz="2100" dirty="0">
                <a:solidFill>
                  <a:srgbClr val="000000"/>
                </a:solidFill>
              </a:rPr>
              <a:t> and </a:t>
            </a:r>
            <a:r>
              <a:rPr lang="en-US" altLang="en-US" sz="2100" dirty="0" err="1">
                <a:solidFill>
                  <a:srgbClr val="000000"/>
                </a:solidFill>
                <a:latin typeface="Consolas" panose="020B0609020204030204" pitchFamily="49" charset="0"/>
              </a:rPr>
              <a:t>LaserBeam</a:t>
            </a:r>
            <a:r>
              <a:rPr lang="en-US" altLang="en-US" sz="2100" dirty="0">
                <a:solidFill>
                  <a:srgbClr val="000000"/>
                </a:solidFill>
              </a:rPr>
              <a:t>. Each inherits from </a:t>
            </a:r>
            <a:r>
              <a:rPr lang="en-US" altLang="en-US" sz="2100" dirty="0" err="1">
                <a:solidFill>
                  <a:srgbClr val="000000"/>
                </a:solidFill>
                <a:latin typeface="Consolas" panose="020B0609020204030204" pitchFamily="49" charset="0"/>
              </a:rPr>
              <a:t>SpaceObject</a:t>
            </a:r>
            <a:r>
              <a:rPr lang="en-US" altLang="en-US" sz="2100" dirty="0">
                <a:solidFill>
                  <a:srgbClr val="000000"/>
                </a:solidFill>
              </a:rPr>
              <a:t> and overrides its </a:t>
            </a:r>
            <a:r>
              <a:rPr lang="en-US" altLang="en-US" sz="2100" dirty="0">
                <a:solidFill>
                  <a:srgbClr val="000000"/>
                </a:solidFill>
                <a:latin typeface="Consolas" panose="020B0609020204030204" pitchFamily="49" charset="0"/>
              </a:rPr>
              <a:t>draw</a:t>
            </a:r>
            <a:r>
              <a:rPr lang="en-US" altLang="en-US" sz="2100" dirty="0">
                <a:solidFill>
                  <a:srgbClr val="000000"/>
                </a:solidFill>
              </a:rPr>
              <a:t> method.</a:t>
            </a:r>
          </a:p>
          <a:p>
            <a:pPr lvl="1" eaLnBrk="1" hangingPunct="1">
              <a:lnSpc>
                <a:spcPct val="80000"/>
              </a:lnSpc>
            </a:pPr>
            <a:r>
              <a:rPr lang="en-US" altLang="en-US" sz="2100" dirty="0">
                <a:solidFill>
                  <a:srgbClr val="000000"/>
                </a:solidFill>
              </a:rPr>
              <a:t>A screen manager maintains a collection of references to objects of the various classes and periodically sends each object the same message—namely, </a:t>
            </a:r>
            <a:r>
              <a:rPr lang="en-US" altLang="en-US" sz="2100" dirty="0">
                <a:solidFill>
                  <a:srgbClr val="000000"/>
                </a:solidFill>
                <a:latin typeface="Consolas" panose="020B0609020204030204" pitchFamily="49" charset="0"/>
              </a:rPr>
              <a:t>draw</a:t>
            </a:r>
            <a:r>
              <a:rPr lang="en-US" altLang="en-US" sz="2100" dirty="0">
                <a:solidFill>
                  <a:srgbClr val="000000"/>
                </a:solidFill>
              </a:rPr>
              <a:t>. </a:t>
            </a:r>
          </a:p>
          <a:p>
            <a:pPr lvl="1" eaLnBrk="1" hangingPunct="1">
              <a:lnSpc>
                <a:spcPct val="80000"/>
              </a:lnSpc>
            </a:pPr>
            <a:r>
              <a:rPr lang="en-US" altLang="en-US" sz="2100" dirty="0">
                <a:solidFill>
                  <a:srgbClr val="000000"/>
                </a:solidFill>
              </a:rPr>
              <a:t>Each object responds in a unique way. </a:t>
            </a:r>
          </a:p>
          <a:p>
            <a:pPr lvl="2" eaLnBrk="1" hangingPunct="1">
              <a:lnSpc>
                <a:spcPct val="80000"/>
              </a:lnSpc>
            </a:pPr>
            <a:r>
              <a:rPr lang="en-US" altLang="en-US" sz="1900" dirty="0">
                <a:solidFill>
                  <a:srgbClr val="000000"/>
                </a:solidFill>
              </a:rPr>
              <a:t>A </a:t>
            </a:r>
            <a:r>
              <a:rPr lang="en-US" altLang="en-US" sz="1900" dirty="0">
                <a:solidFill>
                  <a:srgbClr val="000000"/>
                </a:solidFill>
                <a:latin typeface="Consolas" panose="020B0609020204030204" pitchFamily="49" charset="0"/>
              </a:rPr>
              <a:t>Martian</a:t>
            </a:r>
            <a:r>
              <a:rPr lang="en-US" altLang="en-US" sz="1900" dirty="0">
                <a:solidFill>
                  <a:srgbClr val="000000"/>
                </a:solidFill>
              </a:rPr>
              <a:t> object might draw itself in red with green eyes and the appropriate number of antennae. </a:t>
            </a:r>
          </a:p>
          <a:p>
            <a:pPr lvl="2" eaLnBrk="1" hangingPunct="1">
              <a:lnSpc>
                <a:spcPct val="80000"/>
              </a:lnSpc>
            </a:pPr>
            <a:r>
              <a:rPr lang="en-US" altLang="en-US" sz="1900" dirty="0">
                <a:solidFill>
                  <a:srgbClr val="000000"/>
                </a:solidFill>
              </a:rPr>
              <a:t>A </a:t>
            </a:r>
            <a:r>
              <a:rPr lang="en-US" altLang="en-US" sz="1900" dirty="0" err="1">
                <a:solidFill>
                  <a:srgbClr val="000000"/>
                </a:solidFill>
                <a:latin typeface="Consolas" panose="020B0609020204030204" pitchFamily="49" charset="0"/>
              </a:rPr>
              <a:t>SpaceShip</a:t>
            </a:r>
            <a:r>
              <a:rPr lang="en-US" altLang="en-US" sz="1900" dirty="0">
                <a:solidFill>
                  <a:srgbClr val="000000"/>
                </a:solidFill>
              </a:rPr>
              <a:t> object might draw itself as a bright silver flying saucer. </a:t>
            </a:r>
          </a:p>
          <a:p>
            <a:pPr lvl="2" eaLnBrk="1" hangingPunct="1">
              <a:lnSpc>
                <a:spcPct val="80000"/>
              </a:lnSpc>
            </a:pPr>
            <a:r>
              <a:rPr lang="en-US" altLang="en-US" sz="1900" dirty="0">
                <a:solidFill>
                  <a:srgbClr val="000000"/>
                </a:solidFill>
              </a:rPr>
              <a:t>A </a:t>
            </a:r>
            <a:r>
              <a:rPr lang="en-US" altLang="en-US" sz="1900" dirty="0" err="1">
                <a:solidFill>
                  <a:srgbClr val="000000"/>
                </a:solidFill>
                <a:latin typeface="Consolas" panose="020B0609020204030204" pitchFamily="49" charset="0"/>
              </a:rPr>
              <a:t>LaserBeam</a:t>
            </a:r>
            <a:r>
              <a:rPr lang="en-US" altLang="en-US" sz="1900" dirty="0">
                <a:solidFill>
                  <a:srgbClr val="000000"/>
                </a:solidFill>
              </a:rPr>
              <a:t> object might draw itself as a bright red beam across the screen. </a:t>
            </a:r>
          </a:p>
          <a:p>
            <a:pPr lvl="1" eaLnBrk="1" hangingPunct="1">
              <a:lnSpc>
                <a:spcPct val="80000"/>
              </a:lnSpc>
            </a:pPr>
            <a:r>
              <a:rPr lang="en-US" altLang="en-US" sz="2100" dirty="0">
                <a:solidFill>
                  <a:srgbClr val="000000"/>
                </a:solidFill>
              </a:rPr>
              <a:t>The same message (in this case, </a:t>
            </a:r>
            <a:r>
              <a:rPr lang="en-US" altLang="en-US" sz="2100" dirty="0">
                <a:solidFill>
                  <a:srgbClr val="000000"/>
                </a:solidFill>
                <a:latin typeface="Consolas" panose="020B0609020204030204" pitchFamily="49" charset="0"/>
              </a:rPr>
              <a:t>draw</a:t>
            </a:r>
            <a:r>
              <a:rPr lang="en-US" altLang="en-US" sz="2100" dirty="0">
                <a:solidFill>
                  <a:srgbClr val="000000"/>
                </a:solidFill>
              </a:rPr>
              <a:t>) sent to a variety of objects has “many forms” of results.</a:t>
            </a:r>
          </a:p>
        </p:txBody>
      </p:sp>
      <p:sp>
        <p:nvSpPr>
          <p:cNvPr id="4" name="Footer Placeholder 3">
            <a:extLst>
              <a:ext uri="{FF2B5EF4-FFF2-40B4-BE49-F238E27FC236}">
                <a16:creationId xmlns:a16="http://schemas.microsoft.com/office/drawing/2014/main" id="{64F1117D-38F1-4F46-824D-A271BA779303}"/>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24053045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7C78D-9F41-49F3-88C8-1E9BD999AEA0}"/>
              </a:ext>
            </a:extLst>
          </p:cNvPr>
          <p:cNvSpPr>
            <a:spLocks noGrp="1"/>
          </p:cNvSpPr>
          <p:nvPr>
            <p:ph type="title"/>
          </p:nvPr>
        </p:nvSpPr>
        <p:spPr/>
        <p:txBody>
          <a:bodyPr>
            <a:normAutofit/>
          </a:bodyPr>
          <a:lstStyle/>
          <a:p>
            <a:pPr fontAlgn="auto">
              <a:spcAft>
                <a:spcPts val="0"/>
              </a:spcAft>
              <a:defRPr/>
            </a:pPr>
            <a:r>
              <a:rPr lang="en-US" dirty="0">
                <a:solidFill>
                  <a:srgbClr val="24B5A1"/>
                </a:solidFill>
                <a:latin typeface="Calibri" panose="020F0502020204030204" pitchFamily="34" charset="0"/>
              </a:rPr>
              <a:t>10.2  </a:t>
            </a:r>
            <a:r>
              <a:rPr lang="en-US" dirty="0">
                <a:solidFill>
                  <a:srgbClr val="3380E6"/>
                </a:solidFill>
                <a:latin typeface="Calibri" panose="020F0502020204030204" pitchFamily="34" charset="0"/>
              </a:rPr>
              <a:t>Polymorphism Examples (Cont.)</a:t>
            </a:r>
          </a:p>
        </p:txBody>
      </p:sp>
      <p:sp>
        <p:nvSpPr>
          <p:cNvPr id="22531" name="Text Placeholder 2">
            <a:extLst>
              <a:ext uri="{FF2B5EF4-FFF2-40B4-BE49-F238E27FC236}">
                <a16:creationId xmlns:a16="http://schemas.microsoft.com/office/drawing/2014/main" id="{3F463F70-2EBF-47A5-8ED1-32E3F5EF526E}"/>
              </a:ext>
            </a:extLst>
          </p:cNvPr>
          <p:cNvSpPr>
            <a:spLocks noGrp="1"/>
          </p:cNvSpPr>
          <p:nvPr>
            <p:ph type="body" idx="1"/>
          </p:nvPr>
        </p:nvSpPr>
        <p:spPr/>
        <p:txBody>
          <a:bodyPr/>
          <a:lstStyle/>
          <a:p>
            <a:pPr eaLnBrk="1" hangingPunct="1">
              <a:lnSpc>
                <a:spcPct val="90000"/>
              </a:lnSpc>
            </a:pPr>
            <a:r>
              <a:rPr lang="en-US" altLang="en-US" dirty="0">
                <a:solidFill>
                  <a:srgbClr val="000000"/>
                </a:solidFill>
              </a:rPr>
              <a:t>A screen manager might use polymorphism to facilitate adding new classes to a system with minimal modifications to the system’s code. </a:t>
            </a:r>
          </a:p>
          <a:p>
            <a:pPr eaLnBrk="1" hangingPunct="1">
              <a:lnSpc>
                <a:spcPct val="90000"/>
              </a:lnSpc>
            </a:pPr>
            <a:r>
              <a:rPr lang="en-US" altLang="en-US" dirty="0">
                <a:solidFill>
                  <a:srgbClr val="000000"/>
                </a:solidFill>
              </a:rPr>
              <a:t>To add new objects to our video game:</a:t>
            </a:r>
          </a:p>
          <a:p>
            <a:pPr lvl="1" eaLnBrk="1" hangingPunct="1">
              <a:lnSpc>
                <a:spcPct val="90000"/>
              </a:lnSpc>
            </a:pPr>
            <a:r>
              <a:rPr lang="en-US" altLang="en-US" dirty="0">
                <a:solidFill>
                  <a:srgbClr val="000000"/>
                </a:solidFill>
              </a:rPr>
              <a:t>Build a class that extends </a:t>
            </a:r>
            <a:r>
              <a:rPr lang="en-US" altLang="en-US" dirty="0" err="1">
                <a:solidFill>
                  <a:srgbClr val="000000"/>
                </a:solidFill>
                <a:latin typeface="Consolas" panose="020B0609020204030204" pitchFamily="49" charset="0"/>
              </a:rPr>
              <a:t>SpaceObject</a:t>
            </a:r>
            <a:r>
              <a:rPr lang="en-US" altLang="en-US" dirty="0">
                <a:solidFill>
                  <a:srgbClr val="000000"/>
                </a:solidFill>
              </a:rPr>
              <a:t> and provides its own </a:t>
            </a:r>
            <a:r>
              <a:rPr lang="en-US" altLang="en-US" dirty="0">
                <a:solidFill>
                  <a:srgbClr val="000000"/>
                </a:solidFill>
                <a:latin typeface="Consolas" panose="020B0609020204030204" pitchFamily="49" charset="0"/>
              </a:rPr>
              <a:t>draw</a:t>
            </a:r>
            <a:r>
              <a:rPr lang="en-US" altLang="en-US" dirty="0">
                <a:solidFill>
                  <a:srgbClr val="000000"/>
                </a:solidFill>
              </a:rPr>
              <a:t> method implementation. </a:t>
            </a:r>
          </a:p>
          <a:p>
            <a:pPr lvl="1" eaLnBrk="1" hangingPunct="1">
              <a:lnSpc>
                <a:spcPct val="90000"/>
              </a:lnSpc>
            </a:pPr>
            <a:r>
              <a:rPr lang="en-US" altLang="en-US" dirty="0">
                <a:solidFill>
                  <a:srgbClr val="000000"/>
                </a:solidFill>
              </a:rPr>
              <a:t>When objects of that class appear in the </a:t>
            </a:r>
            <a:r>
              <a:rPr lang="en-US" altLang="en-US" dirty="0" err="1">
                <a:solidFill>
                  <a:srgbClr val="000000"/>
                </a:solidFill>
                <a:latin typeface="Consolas" panose="020B0609020204030204" pitchFamily="49" charset="0"/>
              </a:rPr>
              <a:t>SpaceObject</a:t>
            </a:r>
            <a:r>
              <a:rPr lang="en-US" altLang="en-US" dirty="0">
                <a:solidFill>
                  <a:srgbClr val="000000"/>
                </a:solidFill>
              </a:rPr>
              <a:t> collection, the screen-manager code </a:t>
            </a:r>
            <a:r>
              <a:rPr lang="en-US" altLang="en-US" i="1" dirty="0">
                <a:solidFill>
                  <a:srgbClr val="000000"/>
                </a:solidFill>
              </a:rPr>
              <a:t>invokes method </a:t>
            </a:r>
            <a:r>
              <a:rPr lang="en-US" altLang="en-US" i="1" dirty="0">
                <a:solidFill>
                  <a:srgbClr val="000000"/>
                </a:solidFill>
                <a:latin typeface="Consolas" panose="020B0609020204030204" pitchFamily="49" charset="0"/>
              </a:rPr>
              <a:t>draw</a:t>
            </a:r>
            <a:r>
              <a:rPr lang="en-US" altLang="en-US" i="1" dirty="0">
                <a:solidFill>
                  <a:srgbClr val="000000"/>
                </a:solidFill>
              </a:rPr>
              <a:t>, exactly as it does for every other object in the collection, regardless of its type.</a:t>
            </a:r>
            <a:r>
              <a:rPr lang="en-US" altLang="en-US" dirty="0">
                <a:solidFill>
                  <a:srgbClr val="000000"/>
                </a:solidFill>
              </a:rPr>
              <a:t> </a:t>
            </a:r>
          </a:p>
          <a:p>
            <a:pPr lvl="1" eaLnBrk="1" hangingPunct="1">
              <a:lnSpc>
                <a:spcPct val="90000"/>
              </a:lnSpc>
            </a:pPr>
            <a:r>
              <a:rPr lang="en-US" altLang="en-US" dirty="0">
                <a:solidFill>
                  <a:srgbClr val="000000"/>
                </a:solidFill>
              </a:rPr>
              <a:t>So the new objects simply “plug right in” without any modification of the screen manager code by the programmer. </a:t>
            </a:r>
          </a:p>
        </p:txBody>
      </p:sp>
      <p:sp>
        <p:nvSpPr>
          <p:cNvPr id="4" name="Footer Placeholder 3">
            <a:extLst>
              <a:ext uri="{FF2B5EF4-FFF2-40B4-BE49-F238E27FC236}">
                <a16:creationId xmlns:a16="http://schemas.microsoft.com/office/drawing/2014/main" id="{B3C3C1FD-C23F-4AB7-8F02-2D4545C37F93}"/>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42712374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10">
            <a:extLst>
              <a:ext uri="{FF2B5EF4-FFF2-40B4-BE49-F238E27FC236}">
                <a16:creationId xmlns:a16="http://schemas.microsoft.com/office/drawing/2014/main" id="{E6193CCB-9A84-4B6F-B6DB-BA86FC8D304A}"/>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944563"/>
            <a:ext cx="12192000" cy="4968875"/>
          </a:xfrm>
          <a:prstGeom prst="rect">
            <a:avLst/>
          </a:prstGeom>
        </p:spPr>
      </p:pic>
      <p:sp>
        <p:nvSpPr>
          <p:cNvPr id="2" name="Footer Placeholder 1">
            <a:extLst>
              <a:ext uri="{FF2B5EF4-FFF2-40B4-BE49-F238E27FC236}">
                <a16:creationId xmlns:a16="http://schemas.microsoft.com/office/drawing/2014/main" id="{6EE7DEDA-DA4A-4B3F-8C4E-FD97FFE90F04}"/>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1158382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11">
            <a:extLst>
              <a:ext uri="{FF2B5EF4-FFF2-40B4-BE49-F238E27FC236}">
                <a16:creationId xmlns:a16="http://schemas.microsoft.com/office/drawing/2014/main" id="{8BB41A90-4D92-4757-B10A-16FC69C275CC}"/>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704850"/>
            <a:ext cx="12192000" cy="5448300"/>
          </a:xfrm>
          <a:prstGeom prst="rect">
            <a:avLst/>
          </a:prstGeom>
        </p:spPr>
      </p:pic>
      <p:sp>
        <p:nvSpPr>
          <p:cNvPr id="2" name="Footer Placeholder 1">
            <a:extLst>
              <a:ext uri="{FF2B5EF4-FFF2-40B4-BE49-F238E27FC236}">
                <a16:creationId xmlns:a16="http://schemas.microsoft.com/office/drawing/2014/main" id="{F5AE8DBC-91D3-4EBE-9258-6F5C6D12EB83}"/>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11647217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13">
            <a:extLst>
              <a:ext uri="{FF2B5EF4-FFF2-40B4-BE49-F238E27FC236}">
                <a16:creationId xmlns:a16="http://schemas.microsoft.com/office/drawing/2014/main" id="{A60F1483-BD74-4D46-8E3B-F083E8EB1814}"/>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81994"/>
            <a:ext cx="12192000" cy="6953196"/>
          </a:xfrm>
          <a:prstGeom prst="rect">
            <a:avLst/>
          </a:prstGeom>
        </p:spPr>
      </p:pic>
      <p:sp>
        <p:nvSpPr>
          <p:cNvPr id="4" name="Rectangle 3">
            <a:extLst>
              <a:ext uri="{FF2B5EF4-FFF2-40B4-BE49-F238E27FC236}">
                <a16:creationId xmlns:a16="http://schemas.microsoft.com/office/drawing/2014/main" id="{A5C587BB-9F8D-4FE7-9DD5-9CDF37090C33}"/>
              </a:ext>
            </a:extLst>
          </p:cNvPr>
          <p:cNvSpPr/>
          <p:nvPr/>
        </p:nvSpPr>
        <p:spPr>
          <a:xfrm>
            <a:off x="1151957" y="281994"/>
            <a:ext cx="10168746" cy="375552"/>
          </a:xfrm>
          <a:prstGeom prst="rect">
            <a:avLst/>
          </a:prstGeom>
        </p:spPr>
        <p:txBody>
          <a:bodyPr wrap="none">
            <a:spAutoFit/>
          </a:bodyPr>
          <a:lstStyle/>
          <a:p>
            <a:pPr marL="0" marR="0">
              <a:lnSpc>
                <a:spcPct val="107000"/>
              </a:lnSpc>
              <a:spcBef>
                <a:spcPts val="0"/>
              </a:spcBef>
              <a:spcAft>
                <a:spcPts val="800"/>
              </a:spcAft>
            </a:pPr>
            <a:r>
              <a:rPr lang="en-US" b="1" dirty="0">
                <a:highlight>
                  <a:srgbClr val="00FF00"/>
                </a:highlight>
                <a:latin typeface="Calibri" panose="020F0502020204030204" pitchFamily="34" charset="0"/>
                <a:ea typeface="Calibri" panose="020F0502020204030204" pitchFamily="34" charset="0"/>
                <a:cs typeface="Times New Roman" panose="02020603050405020304" pitchFamily="18" charset="0"/>
              </a:rPr>
              <a:t>CODE SAMPLES in MS Word </a:t>
            </a:r>
            <a:r>
              <a:rPr lang="en-US" b="1" dirty="0">
                <a:latin typeface="Calibri" panose="020F0502020204030204" pitchFamily="34" charset="0"/>
                <a:ea typeface="Calibri" panose="020F0502020204030204" pitchFamily="34" charset="0"/>
                <a:cs typeface="Times New Roman" panose="02020603050405020304" pitchFamily="18" charset="0"/>
              </a:rPr>
              <a:t>-EXAMPLES FOR POLYMORPHISM TEST (Using the codes we had in Chapter 9)</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778522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14">
            <a:extLst>
              <a:ext uri="{FF2B5EF4-FFF2-40B4-BE49-F238E27FC236}">
                <a16:creationId xmlns:a16="http://schemas.microsoft.com/office/drawing/2014/main" id="{02D6CA6F-E7CE-4BB0-9061-B208D8956665}"/>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217170" y="0"/>
            <a:ext cx="12824460" cy="7269479"/>
          </a:xfrm>
          <a:prstGeom prst="rect">
            <a:avLst/>
          </a:prstGeom>
        </p:spPr>
      </p:pic>
    </p:spTree>
    <p:extLst>
      <p:ext uri="{BB962C8B-B14F-4D97-AF65-F5344CB8AC3E}">
        <p14:creationId xmlns:p14="http://schemas.microsoft.com/office/powerpoint/2010/main" val="32892103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15">
            <a:extLst>
              <a:ext uri="{FF2B5EF4-FFF2-40B4-BE49-F238E27FC236}">
                <a16:creationId xmlns:a16="http://schemas.microsoft.com/office/drawing/2014/main" id="{A15A2D1B-8DC2-4017-B489-1BB0D98C33C6}"/>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457201"/>
            <a:ext cx="12192000" cy="6217920"/>
          </a:xfrm>
          <a:prstGeom prst="rect">
            <a:avLst/>
          </a:prstGeom>
        </p:spPr>
      </p:pic>
    </p:spTree>
    <p:extLst>
      <p:ext uri="{BB962C8B-B14F-4D97-AF65-F5344CB8AC3E}">
        <p14:creationId xmlns:p14="http://schemas.microsoft.com/office/powerpoint/2010/main" val="8847373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16">
            <a:extLst>
              <a:ext uri="{FF2B5EF4-FFF2-40B4-BE49-F238E27FC236}">
                <a16:creationId xmlns:a16="http://schemas.microsoft.com/office/drawing/2014/main" id="{FE6ACF2D-4913-4354-B6DD-E9AF8281EB87}"/>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42863"/>
            <a:ext cx="12192000" cy="6772275"/>
          </a:xfrm>
          <a:prstGeom prst="rect">
            <a:avLst/>
          </a:prstGeom>
        </p:spPr>
      </p:pic>
      <p:sp>
        <p:nvSpPr>
          <p:cNvPr id="2" name="Footer Placeholder 1">
            <a:extLst>
              <a:ext uri="{FF2B5EF4-FFF2-40B4-BE49-F238E27FC236}">
                <a16:creationId xmlns:a16="http://schemas.microsoft.com/office/drawing/2014/main" id="{5E88FE8D-3366-4447-BA0D-2ACF891FBE31}"/>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23869415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17">
            <a:extLst>
              <a:ext uri="{FF2B5EF4-FFF2-40B4-BE49-F238E27FC236}">
                <a16:creationId xmlns:a16="http://schemas.microsoft.com/office/drawing/2014/main" id="{DDE22E18-29E2-4645-8514-F402D9DB1588}"/>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133475"/>
            <a:ext cx="12192000" cy="4591050"/>
          </a:xfrm>
          <a:prstGeom prst="rect">
            <a:avLst/>
          </a:prstGeom>
        </p:spPr>
      </p:pic>
      <p:sp>
        <p:nvSpPr>
          <p:cNvPr id="2" name="Footer Placeholder 1">
            <a:extLst>
              <a:ext uri="{FF2B5EF4-FFF2-40B4-BE49-F238E27FC236}">
                <a16:creationId xmlns:a16="http://schemas.microsoft.com/office/drawing/2014/main" id="{AC270804-D877-4B49-81FA-0D9F227A216A}"/>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17546972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B8754-72E2-4862-96CA-FB080177DD86}"/>
              </a:ext>
            </a:extLst>
          </p:cNvPr>
          <p:cNvSpPr>
            <a:spLocks noGrp="1"/>
          </p:cNvSpPr>
          <p:nvPr>
            <p:ph type="title"/>
          </p:nvPr>
        </p:nvSpPr>
        <p:spPr/>
        <p:txBody>
          <a:bodyPr>
            <a:normAutofit/>
          </a:bodyPr>
          <a:lstStyle/>
          <a:p>
            <a:pPr fontAlgn="auto">
              <a:spcAft>
                <a:spcPts val="0"/>
              </a:spcAft>
              <a:defRPr/>
            </a:pPr>
            <a:r>
              <a:rPr lang="en-US" dirty="0">
                <a:solidFill>
                  <a:srgbClr val="24B5A1"/>
                </a:solidFill>
                <a:latin typeface="Calibri" panose="020F0502020204030204" pitchFamily="34" charset="0"/>
              </a:rPr>
              <a:t>10.3  </a:t>
            </a:r>
            <a:r>
              <a:rPr lang="en-US" dirty="0">
                <a:solidFill>
                  <a:srgbClr val="3380E6"/>
                </a:solidFill>
                <a:latin typeface="Calibri" panose="020F0502020204030204" pitchFamily="34" charset="0"/>
              </a:rPr>
              <a:t>Demonstrating Polymorphic Behavior (Cont.)</a:t>
            </a:r>
          </a:p>
        </p:txBody>
      </p:sp>
      <p:sp>
        <p:nvSpPr>
          <p:cNvPr id="32771" name="Text Placeholder 2">
            <a:extLst>
              <a:ext uri="{FF2B5EF4-FFF2-40B4-BE49-F238E27FC236}">
                <a16:creationId xmlns:a16="http://schemas.microsoft.com/office/drawing/2014/main" id="{3A946693-EDAB-441D-BCBC-C5801BB7B5F5}"/>
              </a:ext>
            </a:extLst>
          </p:cNvPr>
          <p:cNvSpPr>
            <a:spLocks noGrp="1"/>
          </p:cNvSpPr>
          <p:nvPr>
            <p:ph type="body" idx="1"/>
          </p:nvPr>
        </p:nvSpPr>
        <p:spPr/>
        <p:txBody>
          <a:bodyPr/>
          <a:lstStyle/>
          <a:p>
            <a:pPr eaLnBrk="1" hangingPunct="1">
              <a:lnSpc>
                <a:spcPct val="90000"/>
              </a:lnSpc>
            </a:pPr>
            <a:r>
              <a:rPr lang="en-US" altLang="en-US" sz="2500" i="1" dirty="0">
                <a:solidFill>
                  <a:srgbClr val="000000"/>
                </a:solidFill>
              </a:rPr>
              <a:t>When a superclass variable contains a reference to a subclass object, and that reference is used to call a method, the subclass version of the method is called. </a:t>
            </a:r>
          </a:p>
          <a:p>
            <a:pPr lvl="1" eaLnBrk="1" hangingPunct="1">
              <a:lnSpc>
                <a:spcPct val="90000"/>
              </a:lnSpc>
            </a:pPr>
            <a:r>
              <a:rPr lang="en-US" altLang="en-US" sz="2100" dirty="0">
                <a:solidFill>
                  <a:srgbClr val="000000"/>
                </a:solidFill>
              </a:rPr>
              <a:t>The Java compiler allows this “crossover” because an object of a subclass </a:t>
            </a:r>
            <a:r>
              <a:rPr lang="en-US" altLang="en-US" sz="2100" i="1" dirty="0">
                <a:solidFill>
                  <a:srgbClr val="000000"/>
                </a:solidFill>
              </a:rPr>
              <a:t>is an </a:t>
            </a:r>
            <a:r>
              <a:rPr lang="en-US" altLang="en-US" sz="2100" dirty="0">
                <a:solidFill>
                  <a:srgbClr val="000000"/>
                </a:solidFill>
              </a:rPr>
              <a:t>object of its superclass (but </a:t>
            </a:r>
            <a:r>
              <a:rPr lang="en-US" altLang="en-US" sz="2100" i="1" dirty="0">
                <a:solidFill>
                  <a:srgbClr val="000000"/>
                </a:solidFill>
              </a:rPr>
              <a:t>not </a:t>
            </a:r>
            <a:r>
              <a:rPr lang="en-US" altLang="en-US" sz="2100" dirty="0">
                <a:solidFill>
                  <a:srgbClr val="000000"/>
                </a:solidFill>
              </a:rPr>
              <a:t>vice versa). </a:t>
            </a:r>
          </a:p>
          <a:p>
            <a:pPr eaLnBrk="1" hangingPunct="1">
              <a:lnSpc>
                <a:spcPct val="90000"/>
              </a:lnSpc>
            </a:pPr>
            <a:r>
              <a:rPr lang="en-US" altLang="en-US" sz="2500" dirty="0">
                <a:solidFill>
                  <a:srgbClr val="000000"/>
                </a:solidFill>
              </a:rPr>
              <a:t>When the compiler encounters a method call made through a variable, the compiler determines if the method can be called by checking the variable’s class type. </a:t>
            </a:r>
          </a:p>
          <a:p>
            <a:pPr lvl="1" eaLnBrk="1" hangingPunct="1">
              <a:lnSpc>
                <a:spcPct val="90000"/>
              </a:lnSpc>
            </a:pPr>
            <a:r>
              <a:rPr lang="en-US" altLang="en-US" sz="2100" dirty="0">
                <a:solidFill>
                  <a:srgbClr val="000000"/>
                </a:solidFill>
              </a:rPr>
              <a:t>If that class contains the proper method declaration (or inherits one), the call is compiled. </a:t>
            </a:r>
          </a:p>
          <a:p>
            <a:pPr eaLnBrk="1" hangingPunct="1">
              <a:lnSpc>
                <a:spcPct val="90000"/>
              </a:lnSpc>
            </a:pPr>
            <a:r>
              <a:rPr lang="en-US" altLang="en-US" sz="2500" dirty="0">
                <a:solidFill>
                  <a:srgbClr val="000000"/>
                </a:solidFill>
              </a:rPr>
              <a:t>At execution time, the type of the object to which the variable refers determines the actual method to use. </a:t>
            </a:r>
          </a:p>
          <a:p>
            <a:pPr lvl="1" eaLnBrk="1" hangingPunct="1">
              <a:lnSpc>
                <a:spcPct val="90000"/>
              </a:lnSpc>
            </a:pPr>
            <a:r>
              <a:rPr lang="en-US" altLang="en-US" sz="2100" dirty="0">
                <a:solidFill>
                  <a:srgbClr val="000000"/>
                </a:solidFill>
              </a:rPr>
              <a:t>This process is called </a:t>
            </a:r>
            <a:r>
              <a:rPr lang="en-US" altLang="en-US" sz="2100" dirty="0">
                <a:solidFill>
                  <a:srgbClr val="000000"/>
                </a:solidFill>
                <a:highlight>
                  <a:srgbClr val="FFFF00"/>
                </a:highlight>
              </a:rPr>
              <a:t>dynamic binding</a:t>
            </a:r>
            <a:r>
              <a:rPr lang="en-US" altLang="en-US" sz="2100" dirty="0">
                <a:solidFill>
                  <a:srgbClr val="000000"/>
                </a:solidFill>
              </a:rPr>
              <a:t>.</a:t>
            </a:r>
          </a:p>
        </p:txBody>
      </p:sp>
      <p:sp>
        <p:nvSpPr>
          <p:cNvPr id="4" name="Footer Placeholder 3">
            <a:extLst>
              <a:ext uri="{FF2B5EF4-FFF2-40B4-BE49-F238E27FC236}">
                <a16:creationId xmlns:a16="http://schemas.microsoft.com/office/drawing/2014/main" id="{68A14184-513B-437E-8ABE-99150BFF132E}"/>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3493890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B8754-72E2-4862-96CA-FB080177DD86}"/>
              </a:ext>
            </a:extLst>
          </p:cNvPr>
          <p:cNvSpPr>
            <a:spLocks noGrp="1"/>
          </p:cNvSpPr>
          <p:nvPr>
            <p:ph type="title"/>
          </p:nvPr>
        </p:nvSpPr>
        <p:spPr>
          <a:xfrm>
            <a:off x="609600" y="274638"/>
            <a:ext cx="10972800" cy="362360"/>
          </a:xfrm>
        </p:spPr>
        <p:txBody>
          <a:bodyPr>
            <a:normAutofit fontScale="90000"/>
          </a:bodyPr>
          <a:lstStyle/>
          <a:p>
            <a:pPr fontAlgn="auto">
              <a:spcAft>
                <a:spcPts val="0"/>
              </a:spcAft>
              <a:defRPr/>
            </a:pPr>
            <a:r>
              <a:rPr lang="en-US" dirty="0">
                <a:solidFill>
                  <a:srgbClr val="24B5A1"/>
                </a:solidFill>
                <a:latin typeface="Calibri" panose="020F0502020204030204" pitchFamily="34" charset="0"/>
              </a:rPr>
              <a:t>10.3  </a:t>
            </a:r>
            <a:r>
              <a:rPr lang="en-US" dirty="0">
                <a:solidFill>
                  <a:srgbClr val="3380E6"/>
                </a:solidFill>
                <a:latin typeface="Calibri" panose="020F0502020204030204" pitchFamily="34" charset="0"/>
              </a:rPr>
              <a:t> </a:t>
            </a:r>
            <a:r>
              <a:rPr lang="en-US" sz="5300" dirty="0">
                <a:solidFill>
                  <a:srgbClr val="3380E6"/>
                </a:solidFill>
                <a:latin typeface="Calibri" panose="020F0502020204030204" pitchFamily="34" charset="0"/>
              </a:rPr>
              <a:t>Static and dynamic binding in java</a:t>
            </a:r>
          </a:p>
        </p:txBody>
      </p:sp>
      <p:sp>
        <p:nvSpPr>
          <p:cNvPr id="32771" name="Text Placeholder 2">
            <a:extLst>
              <a:ext uri="{FF2B5EF4-FFF2-40B4-BE49-F238E27FC236}">
                <a16:creationId xmlns:a16="http://schemas.microsoft.com/office/drawing/2014/main" id="{3A946693-EDAB-441D-BCBC-C5801BB7B5F5}"/>
              </a:ext>
            </a:extLst>
          </p:cNvPr>
          <p:cNvSpPr>
            <a:spLocks noGrp="1"/>
          </p:cNvSpPr>
          <p:nvPr>
            <p:ph type="body" idx="1"/>
          </p:nvPr>
        </p:nvSpPr>
        <p:spPr>
          <a:xfrm>
            <a:off x="681519" y="1116012"/>
            <a:ext cx="10972800" cy="5027933"/>
          </a:xfrm>
        </p:spPr>
        <p:txBody>
          <a:bodyPr/>
          <a:lstStyle/>
          <a:p>
            <a:pPr>
              <a:lnSpc>
                <a:spcPct val="90000"/>
              </a:lnSpc>
            </a:pPr>
            <a:r>
              <a:rPr lang="en-US" dirty="0"/>
              <a:t>Association of method call to the method body is known as </a:t>
            </a:r>
            <a:r>
              <a:rPr lang="en-US" b="1" dirty="0">
                <a:highlight>
                  <a:srgbClr val="FFFF00"/>
                </a:highlight>
              </a:rPr>
              <a:t>binding</a:t>
            </a:r>
            <a:r>
              <a:rPr lang="en-US" dirty="0">
                <a:highlight>
                  <a:srgbClr val="FFFF00"/>
                </a:highlight>
              </a:rPr>
              <a:t>.</a:t>
            </a:r>
          </a:p>
          <a:p>
            <a:pPr>
              <a:lnSpc>
                <a:spcPct val="90000"/>
              </a:lnSpc>
            </a:pPr>
            <a:r>
              <a:rPr lang="en-US" dirty="0"/>
              <a:t>There are two types of binding: </a:t>
            </a:r>
          </a:p>
          <a:p>
            <a:pPr lvl="1">
              <a:lnSpc>
                <a:spcPct val="90000"/>
              </a:lnSpc>
            </a:pPr>
            <a:r>
              <a:rPr lang="en-US" b="1" dirty="0"/>
              <a:t>Static Binding</a:t>
            </a:r>
            <a:r>
              <a:rPr lang="en-US" dirty="0"/>
              <a:t> that happens at compile time and </a:t>
            </a:r>
          </a:p>
          <a:p>
            <a:pPr lvl="1">
              <a:lnSpc>
                <a:spcPct val="90000"/>
              </a:lnSpc>
            </a:pPr>
            <a:r>
              <a:rPr lang="en-US" b="1" dirty="0"/>
              <a:t>Dynamic Binding</a:t>
            </a:r>
            <a:r>
              <a:rPr lang="en-US" dirty="0"/>
              <a:t> that happens at runtime. </a:t>
            </a:r>
          </a:p>
          <a:p>
            <a:pPr lvl="1">
              <a:lnSpc>
                <a:spcPct val="90000"/>
              </a:lnSpc>
            </a:pPr>
            <a:r>
              <a:rPr lang="en-US" dirty="0"/>
              <a:t>Before I explain static and dynamic binding in java, lets see few terms that will help you understand this concept better.</a:t>
            </a:r>
          </a:p>
          <a:p>
            <a:pPr lvl="1">
              <a:lnSpc>
                <a:spcPct val="90000"/>
              </a:lnSpc>
            </a:pPr>
            <a:endParaRPr lang="en-US" altLang="en-US" sz="2100" dirty="0">
              <a:solidFill>
                <a:srgbClr val="000000"/>
              </a:solidFill>
            </a:endParaRPr>
          </a:p>
          <a:p>
            <a:pPr lvl="1">
              <a:lnSpc>
                <a:spcPct val="90000"/>
              </a:lnSpc>
            </a:pPr>
            <a:r>
              <a:rPr lang="en-US" b="1" dirty="0">
                <a:highlight>
                  <a:srgbClr val="FFFF00"/>
                </a:highlight>
              </a:rPr>
              <a:t>What is reference and object?</a:t>
            </a:r>
          </a:p>
          <a:p>
            <a:pPr lvl="1">
              <a:lnSpc>
                <a:spcPct val="90000"/>
              </a:lnSpc>
            </a:pPr>
            <a:endParaRPr lang="en-US" altLang="en-US" sz="2100" dirty="0">
              <a:solidFill>
                <a:srgbClr val="000000"/>
              </a:solidFill>
            </a:endParaRPr>
          </a:p>
        </p:txBody>
      </p:sp>
    </p:spTree>
    <p:extLst>
      <p:ext uri="{BB962C8B-B14F-4D97-AF65-F5344CB8AC3E}">
        <p14:creationId xmlns:p14="http://schemas.microsoft.com/office/powerpoint/2010/main" val="2873519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B8754-72E2-4862-96CA-FB080177DD86}"/>
              </a:ext>
            </a:extLst>
          </p:cNvPr>
          <p:cNvSpPr>
            <a:spLocks noGrp="1"/>
          </p:cNvSpPr>
          <p:nvPr>
            <p:ph type="title"/>
          </p:nvPr>
        </p:nvSpPr>
        <p:spPr>
          <a:xfrm>
            <a:off x="609600" y="189091"/>
            <a:ext cx="10972800" cy="362360"/>
          </a:xfrm>
        </p:spPr>
        <p:txBody>
          <a:bodyPr>
            <a:normAutofit fontScale="90000"/>
          </a:bodyPr>
          <a:lstStyle/>
          <a:p>
            <a:pPr fontAlgn="auto">
              <a:spcAft>
                <a:spcPts val="0"/>
              </a:spcAft>
              <a:defRPr/>
            </a:pPr>
            <a:r>
              <a:rPr lang="en-US" dirty="0">
                <a:solidFill>
                  <a:srgbClr val="24B5A1"/>
                </a:solidFill>
                <a:latin typeface="Calibri" panose="020F0502020204030204" pitchFamily="34" charset="0"/>
              </a:rPr>
              <a:t> </a:t>
            </a:r>
            <a:r>
              <a:rPr lang="en-US" dirty="0">
                <a:solidFill>
                  <a:srgbClr val="3380E6"/>
                </a:solidFill>
                <a:latin typeface="Calibri" panose="020F0502020204030204" pitchFamily="34" charset="0"/>
              </a:rPr>
              <a:t> </a:t>
            </a:r>
            <a:r>
              <a:rPr lang="en-US" dirty="0">
                <a:solidFill>
                  <a:srgbClr val="3380E6"/>
                </a:solidFill>
                <a:highlight>
                  <a:srgbClr val="00FF00"/>
                </a:highlight>
                <a:latin typeface="Calibri" panose="020F0502020204030204" pitchFamily="34" charset="0"/>
              </a:rPr>
              <a:t>RECALLED: </a:t>
            </a:r>
            <a:r>
              <a:rPr lang="en-US" sz="5300" dirty="0">
                <a:solidFill>
                  <a:srgbClr val="3380E6"/>
                </a:solidFill>
                <a:latin typeface="Calibri" panose="020F0502020204030204" pitchFamily="34" charset="0"/>
              </a:rPr>
              <a:t>What is reference and object?</a:t>
            </a:r>
          </a:p>
        </p:txBody>
      </p:sp>
      <p:sp>
        <p:nvSpPr>
          <p:cNvPr id="7" name="Rectangle 3">
            <a:extLst>
              <a:ext uri="{FF2B5EF4-FFF2-40B4-BE49-F238E27FC236}">
                <a16:creationId xmlns:a16="http://schemas.microsoft.com/office/drawing/2014/main" id="{BF966868-73CB-4E08-AEBF-13861A057053}"/>
              </a:ext>
            </a:extLst>
          </p:cNvPr>
          <p:cNvSpPr>
            <a:spLocks noChangeArrowheads="1"/>
          </p:cNvSpPr>
          <p:nvPr/>
        </p:nvSpPr>
        <p:spPr bwMode="auto">
          <a:xfrm>
            <a:off x="986319" y="691019"/>
            <a:ext cx="9626885" cy="513986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00008B"/>
                </a:solidFill>
                <a:effectLst/>
                <a:latin typeface="Consolas" panose="020B0609020204030204" pitchFamily="49" charset="0"/>
              </a:rPr>
              <a:t>class</a:t>
            </a:r>
            <a:r>
              <a:rPr kumimoji="0" lang="en-US" altLang="en-US" sz="2200" b="0" i="0" u="none" strike="noStrike" cap="none" normalizeH="0" baseline="0" dirty="0">
                <a:ln>
                  <a:noFill/>
                </a:ln>
                <a:solidFill>
                  <a:srgbClr val="000000"/>
                </a:solidFill>
                <a:effectLst/>
                <a:latin typeface="Consolas" panose="020B0609020204030204" pitchFamily="49" charset="0"/>
              </a:rPr>
              <a:t> </a:t>
            </a:r>
            <a:r>
              <a:rPr kumimoji="0" lang="en-US" altLang="en-US" sz="2200" b="0" i="0" u="none" strike="noStrike" cap="none" normalizeH="0" baseline="0" dirty="0">
                <a:ln>
                  <a:noFill/>
                </a:ln>
                <a:solidFill>
                  <a:srgbClr val="2B91AF"/>
                </a:solidFill>
                <a:effectLst/>
                <a:latin typeface="Consolas" panose="020B0609020204030204" pitchFamily="49" charset="0"/>
              </a:rPr>
              <a:t>Human</a:t>
            </a:r>
            <a:r>
              <a:rPr kumimoji="0" lang="en-US" altLang="en-US" sz="2200" b="0" i="0" u="none" strike="noStrike" cap="none" normalizeH="0" baseline="0" dirty="0">
                <a:ln>
                  <a:noFill/>
                </a:ln>
                <a:solidFill>
                  <a:srgbClr val="000000"/>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00008B"/>
                </a:solidFill>
                <a:effectLst/>
                <a:latin typeface="Consolas" panose="020B0609020204030204" pitchFamily="49" charset="0"/>
              </a:rPr>
              <a:t>class</a:t>
            </a:r>
            <a:r>
              <a:rPr kumimoji="0" lang="en-US" altLang="en-US" sz="2200" b="0" i="0" u="none" strike="noStrike" cap="none" normalizeH="0" baseline="0" dirty="0">
                <a:ln>
                  <a:noFill/>
                </a:ln>
                <a:solidFill>
                  <a:srgbClr val="000000"/>
                </a:solidFill>
                <a:effectLst/>
                <a:latin typeface="Consolas" panose="020B0609020204030204" pitchFamily="49" charset="0"/>
              </a:rPr>
              <a:t> </a:t>
            </a:r>
            <a:r>
              <a:rPr kumimoji="0" lang="en-US" altLang="en-US" sz="2200" b="0" i="0" u="none" strike="noStrike" cap="none" normalizeH="0" baseline="0" dirty="0">
                <a:ln>
                  <a:noFill/>
                </a:ln>
                <a:solidFill>
                  <a:srgbClr val="2B91AF"/>
                </a:solidFill>
                <a:effectLst/>
                <a:latin typeface="Consolas" panose="020B0609020204030204" pitchFamily="49" charset="0"/>
              </a:rPr>
              <a:t>Boy</a:t>
            </a:r>
            <a:r>
              <a:rPr kumimoji="0" lang="en-US" altLang="en-US" sz="2200" b="0" i="0" u="none" strike="noStrike" cap="none" normalizeH="0" baseline="0" dirty="0">
                <a:ln>
                  <a:noFill/>
                </a:ln>
                <a:solidFill>
                  <a:srgbClr val="000000"/>
                </a:solidFill>
                <a:effectLst/>
                <a:latin typeface="Consolas" panose="020B0609020204030204" pitchFamily="49" charset="0"/>
              </a:rPr>
              <a:t> </a:t>
            </a:r>
            <a:r>
              <a:rPr kumimoji="0" lang="en-US" altLang="en-US" sz="2200" b="0" i="0" u="none" strike="noStrike" cap="none" normalizeH="0" baseline="0" dirty="0">
                <a:ln>
                  <a:noFill/>
                </a:ln>
                <a:solidFill>
                  <a:srgbClr val="00008B"/>
                </a:solidFill>
                <a:effectLst/>
                <a:latin typeface="Consolas" panose="020B0609020204030204" pitchFamily="49" charset="0"/>
              </a:rPr>
              <a:t>extends</a:t>
            </a:r>
            <a:r>
              <a:rPr kumimoji="0" lang="en-US" altLang="en-US" sz="2200" b="0" i="0" u="none" strike="noStrike" cap="none" normalizeH="0" baseline="0" dirty="0">
                <a:ln>
                  <a:noFill/>
                </a:ln>
                <a:solidFill>
                  <a:srgbClr val="000000"/>
                </a:solidFill>
                <a:effectLst/>
                <a:latin typeface="Consolas" panose="020B0609020204030204" pitchFamily="49" charset="0"/>
              </a:rPr>
              <a:t> </a:t>
            </a:r>
            <a:r>
              <a:rPr kumimoji="0" lang="en-US" altLang="en-US" sz="2200" b="0" i="0" u="none" strike="noStrike" cap="none" normalizeH="0" baseline="0" dirty="0">
                <a:ln>
                  <a:noFill/>
                </a:ln>
                <a:solidFill>
                  <a:srgbClr val="2B91AF"/>
                </a:solidFill>
                <a:effectLst/>
                <a:latin typeface="Consolas" panose="020B0609020204030204" pitchFamily="49" charset="0"/>
              </a:rPr>
              <a:t>Human</a:t>
            </a:r>
            <a:r>
              <a:rPr kumimoji="0" lang="en-US" altLang="en-US" sz="22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200" dirty="0">
              <a:solidFill>
                <a:srgbClr val="000000"/>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00008B"/>
                </a:solidFill>
                <a:effectLst/>
                <a:latin typeface="Consolas" panose="020B0609020204030204" pitchFamily="49" charset="0"/>
              </a:rPr>
              <a:t>public</a:t>
            </a:r>
            <a:r>
              <a:rPr kumimoji="0" lang="en-US" altLang="en-US" sz="2200" b="0" i="0" u="none" strike="noStrike" cap="none" normalizeH="0" baseline="0" dirty="0">
                <a:ln>
                  <a:noFill/>
                </a:ln>
                <a:solidFill>
                  <a:srgbClr val="000000"/>
                </a:solidFill>
                <a:effectLst/>
                <a:latin typeface="Consolas" panose="020B0609020204030204" pitchFamily="49" charset="0"/>
              </a:rPr>
              <a:t> </a:t>
            </a:r>
            <a:r>
              <a:rPr kumimoji="0" lang="en-US" altLang="en-US" sz="2200" b="0" i="0" u="none" strike="noStrike" cap="none" normalizeH="0" baseline="0" dirty="0">
                <a:ln>
                  <a:noFill/>
                </a:ln>
                <a:solidFill>
                  <a:srgbClr val="00008B"/>
                </a:solidFill>
                <a:effectLst/>
                <a:latin typeface="Consolas" panose="020B0609020204030204" pitchFamily="49" charset="0"/>
              </a:rPr>
              <a:t>static</a:t>
            </a:r>
            <a:r>
              <a:rPr kumimoji="0" lang="en-US" altLang="en-US" sz="2200" b="0" i="0" u="none" strike="noStrike" cap="none" normalizeH="0" baseline="0" dirty="0">
                <a:ln>
                  <a:noFill/>
                </a:ln>
                <a:solidFill>
                  <a:srgbClr val="000000"/>
                </a:solidFill>
                <a:effectLst/>
                <a:latin typeface="Consolas" panose="020B0609020204030204" pitchFamily="49" charset="0"/>
              </a:rPr>
              <a:t> </a:t>
            </a:r>
            <a:r>
              <a:rPr kumimoji="0" lang="en-US" altLang="en-US" sz="2200" b="0" i="0" u="none" strike="noStrike" cap="none" normalizeH="0" baseline="0" dirty="0">
                <a:ln>
                  <a:noFill/>
                </a:ln>
                <a:solidFill>
                  <a:srgbClr val="00008B"/>
                </a:solidFill>
                <a:effectLst/>
                <a:latin typeface="Consolas" panose="020B0609020204030204" pitchFamily="49" charset="0"/>
              </a:rPr>
              <a:t>void</a:t>
            </a:r>
            <a:r>
              <a:rPr kumimoji="0" lang="en-US" altLang="en-US" sz="2200" b="0" i="0" u="none" strike="noStrike" cap="none" normalizeH="0" baseline="0" dirty="0">
                <a:ln>
                  <a:noFill/>
                </a:ln>
                <a:solidFill>
                  <a:srgbClr val="000000"/>
                </a:solidFill>
                <a:effectLst/>
                <a:latin typeface="Consolas" panose="020B0609020204030204" pitchFamily="49" charset="0"/>
              </a:rPr>
              <a:t> main( </a:t>
            </a:r>
            <a:r>
              <a:rPr kumimoji="0" lang="en-US" altLang="en-US" sz="2200" b="0" i="0" u="none" strike="noStrike" cap="none" normalizeH="0" baseline="0" dirty="0">
                <a:ln>
                  <a:noFill/>
                </a:ln>
                <a:solidFill>
                  <a:srgbClr val="2B91AF"/>
                </a:solidFill>
                <a:effectLst/>
                <a:latin typeface="Consolas" panose="020B0609020204030204" pitchFamily="49" charset="0"/>
              </a:rPr>
              <a:t>String</a:t>
            </a:r>
            <a:r>
              <a:rPr kumimoji="0" lang="en-US" altLang="en-US" sz="2200" b="0" i="0" u="none" strike="noStrike" cap="none" normalizeH="0" baseline="0" dirty="0">
                <a:ln>
                  <a:noFill/>
                </a:ln>
                <a:solidFill>
                  <a:srgbClr val="000000"/>
                </a:solidFill>
                <a:effectLst/>
                <a:latin typeface="Consolas" panose="020B0609020204030204" pitchFamily="49" charset="0"/>
              </a:rPr>
              <a:t> </a:t>
            </a:r>
            <a:r>
              <a:rPr kumimoji="0" lang="en-US" altLang="en-US" sz="2200" b="0" i="0" u="none" strike="noStrike" cap="none" normalizeH="0" baseline="0" dirty="0" err="1">
                <a:ln>
                  <a:noFill/>
                </a:ln>
                <a:solidFill>
                  <a:srgbClr val="000000"/>
                </a:solidFill>
                <a:effectLst/>
                <a:latin typeface="Consolas" panose="020B0609020204030204" pitchFamily="49" charset="0"/>
              </a:rPr>
              <a:t>args</a:t>
            </a:r>
            <a:r>
              <a:rPr kumimoji="0" lang="en-US" altLang="en-US" sz="2200" b="0" i="0" u="none" strike="noStrike" cap="none" normalizeH="0" baseline="0" dirty="0">
                <a:ln>
                  <a:noFill/>
                </a:ln>
                <a:solidFill>
                  <a:srgbClr val="000000"/>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200" dirty="0">
              <a:solidFill>
                <a:srgbClr val="000000"/>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808080"/>
                </a:solidFill>
                <a:effectLst/>
                <a:latin typeface="Consolas" panose="020B0609020204030204" pitchFamily="49" charset="0"/>
              </a:rPr>
              <a:t>/*This statement simply creates an object of class *Boy and assigns a reference of Boy to it*/</a:t>
            </a:r>
            <a:r>
              <a:rPr kumimoji="0" lang="en-US" altLang="en-US"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200" dirty="0">
              <a:solidFill>
                <a:srgbClr val="000000"/>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2B91AF"/>
                </a:solidFill>
                <a:effectLst/>
                <a:latin typeface="Consolas" panose="020B0609020204030204" pitchFamily="49" charset="0"/>
              </a:rPr>
              <a:t>Boy</a:t>
            </a:r>
            <a:r>
              <a:rPr kumimoji="0" lang="en-US" altLang="en-US" sz="2200" b="0" i="0" u="none" strike="noStrike" cap="none" normalizeH="0" baseline="0" dirty="0">
                <a:ln>
                  <a:noFill/>
                </a:ln>
                <a:solidFill>
                  <a:srgbClr val="000000"/>
                </a:solidFill>
                <a:effectLst/>
                <a:latin typeface="Consolas" panose="020B0609020204030204" pitchFamily="49" charset="0"/>
              </a:rPr>
              <a:t> obj1 = </a:t>
            </a:r>
            <a:r>
              <a:rPr kumimoji="0" lang="en-US" altLang="en-US" sz="2200" b="0" i="0" u="none" strike="noStrike" cap="none" normalizeH="0" baseline="0" dirty="0">
                <a:ln>
                  <a:noFill/>
                </a:ln>
                <a:solidFill>
                  <a:srgbClr val="00008B"/>
                </a:solidFill>
                <a:effectLst/>
                <a:latin typeface="Consolas" panose="020B0609020204030204" pitchFamily="49" charset="0"/>
              </a:rPr>
              <a:t>new</a:t>
            </a:r>
            <a:r>
              <a:rPr kumimoji="0" lang="en-US" altLang="en-US" sz="2200" b="0" i="0" u="none" strike="noStrike" cap="none" normalizeH="0" baseline="0" dirty="0">
                <a:ln>
                  <a:noFill/>
                </a:ln>
                <a:solidFill>
                  <a:srgbClr val="000000"/>
                </a:solidFill>
                <a:effectLst/>
                <a:latin typeface="Consolas" panose="020B0609020204030204" pitchFamily="49" charset="0"/>
              </a:rPr>
              <a:t> </a:t>
            </a:r>
            <a:r>
              <a:rPr kumimoji="0" lang="en-US" altLang="en-US" sz="2200" b="0" i="0" u="none" strike="noStrike" cap="none" normalizeH="0" baseline="0" dirty="0">
                <a:ln>
                  <a:noFill/>
                </a:ln>
                <a:solidFill>
                  <a:srgbClr val="2B91AF"/>
                </a:solidFill>
                <a:effectLst/>
                <a:latin typeface="Consolas" panose="020B0609020204030204" pitchFamily="49" charset="0"/>
              </a:rPr>
              <a:t>Boy</a:t>
            </a:r>
            <a:r>
              <a:rPr kumimoji="0" lang="en-US" altLang="en-US" sz="22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rgbClr val="000000"/>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808080"/>
                </a:solidFill>
                <a:effectLst/>
                <a:latin typeface="Consolas" panose="020B0609020204030204" pitchFamily="49" charset="0"/>
              </a:rPr>
              <a:t>/* Since Boy extends Human class. The object creation can be done in this way. Parent class reference can have child class reference assigned to it */</a:t>
            </a:r>
            <a:r>
              <a:rPr kumimoji="0" lang="en-US" altLang="en-US"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2B91AF"/>
                </a:solidFill>
                <a:effectLst/>
                <a:latin typeface="Consolas" panose="020B0609020204030204" pitchFamily="49" charset="0"/>
              </a:rPr>
              <a:t>Human</a:t>
            </a:r>
            <a:r>
              <a:rPr kumimoji="0" lang="en-US" altLang="en-US" sz="2200" b="0" i="0" u="none" strike="noStrike" cap="none" normalizeH="0" baseline="0" dirty="0">
                <a:ln>
                  <a:noFill/>
                </a:ln>
                <a:solidFill>
                  <a:srgbClr val="000000"/>
                </a:solidFill>
                <a:effectLst/>
                <a:latin typeface="Consolas" panose="020B0609020204030204" pitchFamily="49" charset="0"/>
              </a:rPr>
              <a:t> obj2 = </a:t>
            </a:r>
            <a:r>
              <a:rPr kumimoji="0" lang="en-US" altLang="en-US" sz="2200" b="0" i="0" u="none" strike="noStrike" cap="none" normalizeH="0" baseline="0" dirty="0">
                <a:ln>
                  <a:noFill/>
                </a:ln>
                <a:solidFill>
                  <a:srgbClr val="00008B"/>
                </a:solidFill>
                <a:effectLst/>
                <a:latin typeface="Consolas" panose="020B0609020204030204" pitchFamily="49" charset="0"/>
              </a:rPr>
              <a:t>new</a:t>
            </a:r>
            <a:r>
              <a:rPr kumimoji="0" lang="en-US" altLang="en-US" sz="2200" b="0" i="0" u="none" strike="noStrike" cap="none" normalizeH="0" baseline="0" dirty="0">
                <a:ln>
                  <a:noFill/>
                </a:ln>
                <a:solidFill>
                  <a:srgbClr val="000000"/>
                </a:solidFill>
                <a:effectLst/>
                <a:latin typeface="Consolas" panose="020B0609020204030204" pitchFamily="49" charset="0"/>
              </a:rPr>
              <a:t> </a:t>
            </a:r>
            <a:r>
              <a:rPr kumimoji="0" lang="en-US" altLang="en-US" sz="2200" b="0" i="0" u="none" strike="noStrike" cap="none" normalizeH="0" baseline="0" dirty="0">
                <a:ln>
                  <a:noFill/>
                </a:ln>
                <a:solidFill>
                  <a:srgbClr val="2B91AF"/>
                </a:solidFill>
                <a:effectLst/>
                <a:latin typeface="Consolas" panose="020B0609020204030204" pitchFamily="49" charset="0"/>
              </a:rPr>
              <a:t>Boy</a:t>
            </a:r>
            <a:r>
              <a:rPr kumimoji="0" lang="en-US" altLang="en-US" sz="2200" b="0" i="0" u="none" strike="noStrike" cap="none" normalizeH="0" baseline="0" dirty="0">
                <a:ln>
                  <a:noFill/>
                </a:ln>
                <a:solidFill>
                  <a:srgbClr val="000000"/>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000000"/>
                </a:solidFill>
                <a:effectLst/>
                <a:latin typeface="Consolas" panose="020B0609020204030204" pitchFamily="49" charset="0"/>
              </a:rPr>
              <a:t>}</a:t>
            </a:r>
            <a:r>
              <a:rPr kumimoji="0" lang="en-US" altLang="en-US" sz="2200" b="0" i="0" u="none" strike="noStrike" cap="none" normalizeH="0" baseline="0" dirty="0">
                <a:ln>
                  <a:noFill/>
                </a:ln>
                <a:solidFill>
                  <a:schemeClr val="tx1"/>
                </a:solidFill>
                <a:effectLst/>
              </a:rPr>
              <a:t> </a:t>
            </a:r>
            <a:endParaRPr kumimoji="0" lang="en-US" altLang="en-US" sz="2200" b="0"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DB990315-DADD-4939-9DF4-B4B66911D12F}"/>
              </a:ext>
            </a:extLst>
          </p:cNvPr>
          <p:cNvSpPr/>
          <p:nvPr/>
        </p:nvSpPr>
        <p:spPr>
          <a:xfrm>
            <a:off x="1172966" y="5830888"/>
            <a:ext cx="9846068" cy="646331"/>
          </a:xfrm>
          <a:prstGeom prst="rect">
            <a:avLst/>
          </a:prstGeom>
        </p:spPr>
        <p:txBody>
          <a:bodyPr wrap="square">
            <a:spAutoFit/>
          </a:bodyPr>
          <a:lstStyle/>
          <a:p>
            <a:pPr marL="285750" indent="-285750">
              <a:buFont typeface="Arial" panose="020B0604020202020204" pitchFamily="34" charset="0"/>
              <a:buChar char="•"/>
            </a:pPr>
            <a:r>
              <a:rPr lang="en-US" dirty="0">
                <a:solidFill>
                  <a:srgbClr val="222426"/>
                </a:solidFill>
                <a:latin typeface="PT Sans"/>
              </a:rPr>
              <a:t>Association of method definition to the method call is known as binding. There are two types of binding: </a:t>
            </a:r>
            <a:r>
              <a:rPr lang="en-US" dirty="0">
                <a:solidFill>
                  <a:srgbClr val="222426"/>
                </a:solidFill>
                <a:highlight>
                  <a:srgbClr val="FFFF00"/>
                </a:highlight>
                <a:latin typeface="PT Sans"/>
              </a:rPr>
              <a:t>Static binding and dynamic binding. </a:t>
            </a:r>
            <a:endParaRPr lang="en-US" dirty="0">
              <a:highlight>
                <a:srgbClr val="FFFF00"/>
              </a:highlight>
            </a:endParaRPr>
          </a:p>
        </p:txBody>
      </p:sp>
    </p:spTree>
    <p:extLst>
      <p:ext uri="{BB962C8B-B14F-4D97-AF65-F5344CB8AC3E}">
        <p14:creationId xmlns:p14="http://schemas.microsoft.com/office/powerpoint/2010/main" val="10721408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B8754-72E2-4862-96CA-FB080177DD86}"/>
              </a:ext>
            </a:extLst>
          </p:cNvPr>
          <p:cNvSpPr>
            <a:spLocks noGrp="1"/>
          </p:cNvSpPr>
          <p:nvPr>
            <p:ph type="title"/>
          </p:nvPr>
        </p:nvSpPr>
        <p:spPr>
          <a:xfrm>
            <a:off x="609600" y="189091"/>
            <a:ext cx="10972800" cy="362360"/>
          </a:xfrm>
        </p:spPr>
        <p:txBody>
          <a:bodyPr>
            <a:normAutofit fontScale="90000"/>
          </a:bodyPr>
          <a:lstStyle/>
          <a:p>
            <a:pPr fontAlgn="auto">
              <a:spcAft>
                <a:spcPts val="0"/>
              </a:spcAft>
              <a:defRPr/>
            </a:pPr>
            <a:r>
              <a:rPr lang="en-US" dirty="0">
                <a:solidFill>
                  <a:srgbClr val="24B5A1"/>
                </a:solidFill>
                <a:latin typeface="Calibri" panose="020F0502020204030204" pitchFamily="34" charset="0"/>
              </a:rPr>
              <a:t> </a:t>
            </a:r>
            <a:r>
              <a:rPr lang="en-US" sz="5300" dirty="0">
                <a:solidFill>
                  <a:srgbClr val="3380E6"/>
                </a:solidFill>
                <a:latin typeface="Calibri" panose="020F0502020204030204" pitchFamily="34" charset="0"/>
              </a:rPr>
              <a:t>Static Binding or Early Binding</a:t>
            </a:r>
          </a:p>
        </p:txBody>
      </p:sp>
      <p:sp>
        <p:nvSpPr>
          <p:cNvPr id="8" name="Rectangle 7">
            <a:extLst>
              <a:ext uri="{FF2B5EF4-FFF2-40B4-BE49-F238E27FC236}">
                <a16:creationId xmlns:a16="http://schemas.microsoft.com/office/drawing/2014/main" id="{5E60890C-86AD-400A-A8DC-E890D5E1A2D9}"/>
              </a:ext>
            </a:extLst>
          </p:cNvPr>
          <p:cNvSpPr/>
          <p:nvPr/>
        </p:nvSpPr>
        <p:spPr>
          <a:xfrm>
            <a:off x="458912" y="766413"/>
            <a:ext cx="10647452" cy="3416320"/>
          </a:xfrm>
          <a:prstGeom prst="rect">
            <a:avLst/>
          </a:prstGeom>
        </p:spPr>
        <p:txBody>
          <a:bodyPr wrap="square">
            <a:spAutoFit/>
          </a:bodyPr>
          <a:lstStyle/>
          <a:p>
            <a:pPr marL="457200" indent="-457200">
              <a:spcBef>
                <a:spcPts val="1200"/>
              </a:spcBef>
              <a:buFont typeface="Arial" panose="020B0604020202020204" pitchFamily="34" charset="0"/>
              <a:buChar char="•"/>
            </a:pPr>
            <a:r>
              <a:rPr lang="en-US" sz="2800" dirty="0">
                <a:solidFill>
                  <a:srgbClr val="222426"/>
                </a:solidFill>
                <a:latin typeface="Calibri" panose="020F0502020204030204" pitchFamily="34" charset="0"/>
                <a:cs typeface="Calibri" panose="020F0502020204030204" pitchFamily="34" charset="0"/>
              </a:rPr>
              <a:t>The binding which can be resolved at compile time by compiler is known as </a:t>
            </a:r>
            <a:r>
              <a:rPr lang="en-US" sz="2800" dirty="0">
                <a:solidFill>
                  <a:srgbClr val="222426"/>
                </a:solidFill>
                <a:highlight>
                  <a:srgbClr val="FFFF00"/>
                </a:highlight>
                <a:latin typeface="Calibri" panose="020F0502020204030204" pitchFamily="34" charset="0"/>
                <a:cs typeface="Calibri" panose="020F0502020204030204" pitchFamily="34" charset="0"/>
              </a:rPr>
              <a:t>static or early binding</a:t>
            </a:r>
            <a:r>
              <a:rPr lang="en-US" sz="2800" dirty="0">
                <a:solidFill>
                  <a:srgbClr val="222426"/>
                </a:solidFill>
                <a:latin typeface="Calibri" panose="020F0502020204030204" pitchFamily="34" charset="0"/>
                <a:cs typeface="Calibri" panose="020F0502020204030204" pitchFamily="34" charset="0"/>
              </a:rPr>
              <a:t>. </a:t>
            </a:r>
          </a:p>
          <a:p>
            <a:pPr marL="457200" indent="-457200">
              <a:spcBef>
                <a:spcPts val="1200"/>
              </a:spcBef>
              <a:buFont typeface="Arial" panose="020B0604020202020204" pitchFamily="34" charset="0"/>
              <a:buChar char="•"/>
            </a:pPr>
            <a:r>
              <a:rPr lang="en-US" sz="2800" dirty="0">
                <a:solidFill>
                  <a:srgbClr val="222426"/>
                </a:solidFill>
                <a:latin typeface="Calibri" panose="020F0502020204030204" pitchFamily="34" charset="0"/>
                <a:cs typeface="Calibri" panose="020F0502020204030204" pitchFamily="34" charset="0"/>
              </a:rPr>
              <a:t>The binding of </a:t>
            </a:r>
            <a:r>
              <a:rPr lang="en-US" sz="2800" b="1" i="1" dirty="0">
                <a:solidFill>
                  <a:srgbClr val="222426"/>
                </a:solidFill>
                <a:latin typeface="Calibri" panose="020F0502020204030204" pitchFamily="34" charset="0"/>
                <a:cs typeface="Calibri" panose="020F0502020204030204" pitchFamily="34" charset="0"/>
              </a:rPr>
              <a:t>static, private </a:t>
            </a:r>
            <a:r>
              <a:rPr lang="en-US" sz="2800" dirty="0">
                <a:solidFill>
                  <a:srgbClr val="222426"/>
                </a:solidFill>
                <a:latin typeface="Calibri" panose="020F0502020204030204" pitchFamily="34" charset="0"/>
                <a:cs typeface="Calibri" panose="020F0502020204030204" pitchFamily="34" charset="0"/>
              </a:rPr>
              <a:t>and </a:t>
            </a:r>
            <a:r>
              <a:rPr lang="en-US" sz="2800" b="1" i="1" dirty="0">
                <a:solidFill>
                  <a:srgbClr val="222426"/>
                </a:solidFill>
                <a:latin typeface="Calibri" panose="020F0502020204030204" pitchFamily="34" charset="0"/>
                <a:cs typeface="Calibri" panose="020F0502020204030204" pitchFamily="34" charset="0"/>
              </a:rPr>
              <a:t>final </a:t>
            </a:r>
            <a:r>
              <a:rPr lang="en-US" sz="2800" dirty="0">
                <a:solidFill>
                  <a:srgbClr val="222426"/>
                </a:solidFill>
                <a:latin typeface="Calibri" panose="020F0502020204030204" pitchFamily="34" charset="0"/>
                <a:cs typeface="Calibri" panose="020F0502020204030204" pitchFamily="34" charset="0"/>
              </a:rPr>
              <a:t>methods is  </a:t>
            </a:r>
            <a:r>
              <a:rPr lang="en-US" sz="2800" b="1" dirty="0">
                <a:solidFill>
                  <a:srgbClr val="222426"/>
                </a:solidFill>
                <a:latin typeface="Calibri" panose="020F0502020204030204" pitchFamily="34" charset="0"/>
                <a:cs typeface="Calibri" panose="020F0502020204030204" pitchFamily="34" charset="0"/>
              </a:rPr>
              <a:t>compile-time</a:t>
            </a:r>
            <a:r>
              <a:rPr lang="en-US" sz="2800" dirty="0">
                <a:solidFill>
                  <a:srgbClr val="222426"/>
                </a:solidFill>
                <a:latin typeface="Calibri" panose="020F0502020204030204" pitchFamily="34" charset="0"/>
                <a:cs typeface="Calibri" panose="020F0502020204030204" pitchFamily="34" charset="0"/>
              </a:rPr>
              <a:t>. </a:t>
            </a:r>
          </a:p>
          <a:p>
            <a:pPr marL="457200" indent="-457200">
              <a:spcBef>
                <a:spcPts val="1200"/>
              </a:spcBef>
              <a:buFont typeface="Arial" panose="020B0604020202020204" pitchFamily="34" charset="0"/>
              <a:buChar char="•"/>
            </a:pPr>
            <a:r>
              <a:rPr lang="en-US" sz="2800" b="1" dirty="0">
                <a:solidFill>
                  <a:srgbClr val="222426"/>
                </a:solidFill>
                <a:latin typeface="Calibri" panose="020F0502020204030204" pitchFamily="34" charset="0"/>
                <a:cs typeface="Calibri" panose="020F0502020204030204" pitchFamily="34" charset="0"/>
              </a:rPr>
              <a:t>Why?</a:t>
            </a:r>
            <a:r>
              <a:rPr lang="en-US" sz="2800" dirty="0">
                <a:solidFill>
                  <a:srgbClr val="222426"/>
                </a:solidFill>
                <a:latin typeface="Calibri" panose="020F0502020204030204" pitchFamily="34" charset="0"/>
                <a:cs typeface="Calibri" panose="020F0502020204030204" pitchFamily="34" charset="0"/>
              </a:rPr>
              <a:t> The reason is that these method cannot be overridden and the type of the class is determined at the compile time. </a:t>
            </a:r>
          </a:p>
          <a:p>
            <a:pPr marL="457200" indent="-457200">
              <a:spcBef>
                <a:spcPts val="1200"/>
              </a:spcBef>
              <a:buFont typeface="Arial" panose="020B0604020202020204" pitchFamily="34" charset="0"/>
              <a:buChar char="•"/>
            </a:pPr>
            <a:r>
              <a:rPr lang="en-US" sz="2800" dirty="0">
                <a:solidFill>
                  <a:srgbClr val="222426"/>
                </a:solidFill>
                <a:latin typeface="Calibri" panose="020F0502020204030204" pitchFamily="34" charset="0"/>
                <a:cs typeface="Calibri" panose="020F0502020204030204" pitchFamily="34" charset="0"/>
              </a:rPr>
              <a:t>Let us see an example to understand this:</a:t>
            </a:r>
          </a:p>
          <a:p>
            <a:endParaRPr lang="en-US" dirty="0"/>
          </a:p>
        </p:txBody>
      </p:sp>
    </p:spTree>
    <p:extLst>
      <p:ext uri="{BB962C8B-B14F-4D97-AF65-F5344CB8AC3E}">
        <p14:creationId xmlns:p14="http://schemas.microsoft.com/office/powerpoint/2010/main" val="5397120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B8754-72E2-4862-96CA-FB080177DD86}"/>
              </a:ext>
            </a:extLst>
          </p:cNvPr>
          <p:cNvSpPr>
            <a:spLocks noGrp="1"/>
          </p:cNvSpPr>
          <p:nvPr>
            <p:ph type="title"/>
          </p:nvPr>
        </p:nvSpPr>
        <p:spPr>
          <a:xfrm>
            <a:off x="609600" y="189091"/>
            <a:ext cx="10972800" cy="362360"/>
          </a:xfrm>
        </p:spPr>
        <p:txBody>
          <a:bodyPr>
            <a:normAutofit fontScale="90000"/>
          </a:bodyPr>
          <a:lstStyle/>
          <a:p>
            <a:pPr fontAlgn="auto">
              <a:spcAft>
                <a:spcPts val="0"/>
              </a:spcAft>
              <a:defRPr/>
            </a:pPr>
            <a:r>
              <a:rPr lang="en-US" sz="5300" dirty="0">
                <a:solidFill>
                  <a:srgbClr val="3380E6"/>
                </a:solidFill>
                <a:latin typeface="Calibri" panose="020F0502020204030204" pitchFamily="34" charset="0"/>
              </a:rPr>
              <a:t>Static binding example</a:t>
            </a:r>
          </a:p>
        </p:txBody>
      </p:sp>
      <p:sp>
        <p:nvSpPr>
          <p:cNvPr id="8" name="Rectangle 7">
            <a:extLst>
              <a:ext uri="{FF2B5EF4-FFF2-40B4-BE49-F238E27FC236}">
                <a16:creationId xmlns:a16="http://schemas.microsoft.com/office/drawing/2014/main" id="{5E60890C-86AD-400A-A8DC-E890D5E1A2D9}"/>
              </a:ext>
            </a:extLst>
          </p:cNvPr>
          <p:cNvSpPr/>
          <p:nvPr/>
        </p:nvSpPr>
        <p:spPr>
          <a:xfrm>
            <a:off x="-74488" y="733246"/>
            <a:ext cx="7161088" cy="6124754"/>
          </a:xfrm>
          <a:prstGeom prst="rect">
            <a:avLst/>
          </a:prstGeom>
        </p:spPr>
        <p:txBody>
          <a:bodyPr wrap="square">
            <a:spAutoFit/>
          </a:bodyPr>
          <a:lstStyle/>
          <a:p>
            <a:pPr marL="457200" indent="-457200">
              <a:spcBef>
                <a:spcPts val="1200"/>
              </a:spcBef>
              <a:buFont typeface="Arial" panose="020B0604020202020204" pitchFamily="34" charset="0"/>
              <a:buChar char="•"/>
            </a:pPr>
            <a:r>
              <a:rPr lang="en-US" sz="2400" dirty="0">
                <a:latin typeface="Calibri" panose="020F0502020204030204" pitchFamily="34" charset="0"/>
                <a:cs typeface="Calibri" panose="020F0502020204030204" pitchFamily="34" charset="0"/>
              </a:rPr>
              <a:t>In the example below, we have two classes </a:t>
            </a:r>
            <a:r>
              <a:rPr lang="en-US" sz="2400" b="1" dirty="0">
                <a:latin typeface="Calibri" panose="020F0502020204030204" pitchFamily="34" charset="0"/>
                <a:cs typeface="Calibri" panose="020F0502020204030204" pitchFamily="34" charset="0"/>
              </a:rPr>
              <a:t>Human</a:t>
            </a:r>
            <a:r>
              <a:rPr lang="en-US" sz="2400" dirty="0">
                <a:latin typeface="Calibri" panose="020F0502020204030204" pitchFamily="34" charset="0"/>
                <a:cs typeface="Calibri" panose="020F0502020204030204" pitchFamily="34" charset="0"/>
              </a:rPr>
              <a:t> and </a:t>
            </a:r>
            <a:r>
              <a:rPr lang="en-US" sz="2400" b="1" dirty="0">
                <a:latin typeface="Calibri" panose="020F0502020204030204" pitchFamily="34" charset="0"/>
                <a:cs typeface="Calibri" panose="020F0502020204030204" pitchFamily="34" charset="0"/>
              </a:rPr>
              <a:t>Boy</a:t>
            </a:r>
            <a:r>
              <a:rPr lang="en-US" sz="2400" dirty="0">
                <a:latin typeface="Calibri" panose="020F0502020204030204" pitchFamily="34" charset="0"/>
                <a:cs typeface="Calibri" panose="020F0502020204030204" pitchFamily="34" charset="0"/>
              </a:rPr>
              <a:t>. </a:t>
            </a:r>
          </a:p>
          <a:p>
            <a:pPr marL="457200" indent="-457200">
              <a:spcBef>
                <a:spcPts val="1200"/>
              </a:spcBef>
              <a:buFont typeface="Arial" panose="020B0604020202020204" pitchFamily="34" charset="0"/>
              <a:buChar char="•"/>
            </a:pPr>
            <a:r>
              <a:rPr lang="en-US" sz="2400" dirty="0">
                <a:latin typeface="Calibri" panose="020F0502020204030204" pitchFamily="34" charset="0"/>
                <a:cs typeface="Calibri" panose="020F0502020204030204" pitchFamily="34" charset="0"/>
              </a:rPr>
              <a:t>Both the classes have same method </a:t>
            </a:r>
            <a:r>
              <a:rPr lang="en-US" sz="2400" b="1" dirty="0">
                <a:latin typeface="Calibri" panose="020F0502020204030204" pitchFamily="34" charset="0"/>
                <a:cs typeface="Calibri" panose="020F0502020204030204" pitchFamily="34" charset="0"/>
              </a:rPr>
              <a:t>walk()</a:t>
            </a:r>
            <a:r>
              <a:rPr lang="en-US" sz="2400" dirty="0">
                <a:latin typeface="Calibri" panose="020F0502020204030204" pitchFamily="34" charset="0"/>
                <a:cs typeface="Calibri" panose="020F0502020204030204" pitchFamily="34" charset="0"/>
              </a:rPr>
              <a:t> but the method is </a:t>
            </a:r>
            <a:r>
              <a:rPr lang="en-US" sz="2400" b="1" dirty="0">
                <a:latin typeface="Calibri" panose="020F0502020204030204" pitchFamily="34" charset="0"/>
                <a:cs typeface="Calibri" panose="020F0502020204030204" pitchFamily="34" charset="0"/>
              </a:rPr>
              <a:t>static</a:t>
            </a:r>
            <a:r>
              <a:rPr lang="en-US" sz="2400" dirty="0">
                <a:latin typeface="Calibri" panose="020F0502020204030204" pitchFamily="34" charset="0"/>
                <a:cs typeface="Calibri" panose="020F0502020204030204" pitchFamily="34" charset="0"/>
              </a:rPr>
              <a:t>, which means it cannot be </a:t>
            </a:r>
            <a:r>
              <a:rPr lang="en-US" sz="2400" b="1" dirty="0">
                <a:latin typeface="Calibri" panose="020F0502020204030204" pitchFamily="34" charset="0"/>
                <a:cs typeface="Calibri" panose="020F0502020204030204" pitchFamily="34" charset="0"/>
              </a:rPr>
              <a:t>overridden</a:t>
            </a:r>
            <a:r>
              <a:rPr lang="en-US" sz="2400" dirty="0">
                <a:latin typeface="Calibri" panose="020F0502020204030204" pitchFamily="34" charset="0"/>
                <a:cs typeface="Calibri" panose="020F0502020204030204" pitchFamily="34" charset="0"/>
              </a:rPr>
              <a:t> </a:t>
            </a:r>
          </a:p>
          <a:p>
            <a:pPr marL="457200" indent="-457200">
              <a:spcBef>
                <a:spcPts val="1200"/>
              </a:spcBef>
              <a:buFont typeface="Arial" panose="020B0604020202020204" pitchFamily="34" charset="0"/>
              <a:buChar char="•"/>
            </a:pPr>
            <a:r>
              <a:rPr lang="en-US" sz="2400" dirty="0">
                <a:latin typeface="Calibri" panose="020F0502020204030204" pitchFamily="34" charset="0"/>
                <a:cs typeface="Calibri" panose="020F0502020204030204" pitchFamily="34" charset="0"/>
              </a:rPr>
              <a:t>Even though I have used the object of Boy class while creating object obj, the parent class method is called by it. </a:t>
            </a:r>
          </a:p>
          <a:p>
            <a:pPr marL="457200" indent="-457200">
              <a:spcBef>
                <a:spcPts val="1200"/>
              </a:spcBef>
              <a:buFont typeface="Arial" panose="020B0604020202020204" pitchFamily="34" charset="0"/>
              <a:buChar char="•"/>
            </a:pPr>
            <a:r>
              <a:rPr lang="en-US" sz="2400" dirty="0">
                <a:latin typeface="Calibri" panose="020F0502020204030204" pitchFamily="34" charset="0"/>
                <a:cs typeface="Calibri" panose="020F0502020204030204" pitchFamily="34" charset="0"/>
              </a:rPr>
              <a:t>Because the reference is of Human type (parent class). </a:t>
            </a:r>
          </a:p>
          <a:p>
            <a:pPr marL="457200" indent="-457200">
              <a:spcBef>
                <a:spcPts val="1200"/>
              </a:spcBef>
              <a:buFont typeface="Arial" panose="020B0604020202020204" pitchFamily="34" charset="0"/>
              <a:buChar char="•"/>
            </a:pPr>
            <a:r>
              <a:rPr lang="en-US" sz="2400" dirty="0">
                <a:latin typeface="Calibri" panose="020F0502020204030204" pitchFamily="34" charset="0"/>
                <a:cs typeface="Calibri" panose="020F0502020204030204" pitchFamily="34" charset="0"/>
              </a:rPr>
              <a:t>So, whenever a binding of </a:t>
            </a:r>
            <a:r>
              <a:rPr lang="en-US" sz="2400" b="1" dirty="0">
                <a:latin typeface="Calibri" panose="020F0502020204030204" pitchFamily="34" charset="0"/>
                <a:cs typeface="Calibri" panose="020F0502020204030204" pitchFamily="34" charset="0"/>
              </a:rPr>
              <a:t>static</a:t>
            </a:r>
            <a:r>
              <a:rPr lang="en-US" sz="2400" dirty="0">
                <a:latin typeface="Calibri" panose="020F0502020204030204" pitchFamily="34" charset="0"/>
                <a:cs typeface="Calibri" panose="020F0502020204030204" pitchFamily="34" charset="0"/>
              </a:rPr>
              <a:t>, </a:t>
            </a:r>
            <a:r>
              <a:rPr lang="en-US" sz="2400" b="1" dirty="0">
                <a:latin typeface="Calibri" panose="020F0502020204030204" pitchFamily="34" charset="0"/>
                <a:cs typeface="Calibri" panose="020F0502020204030204" pitchFamily="34" charset="0"/>
              </a:rPr>
              <a:t>private</a:t>
            </a:r>
            <a:r>
              <a:rPr lang="en-US" sz="2400" dirty="0">
                <a:latin typeface="Calibri" panose="020F0502020204030204" pitchFamily="34" charset="0"/>
                <a:cs typeface="Calibri" panose="020F0502020204030204" pitchFamily="34" charset="0"/>
              </a:rPr>
              <a:t> and </a:t>
            </a:r>
            <a:r>
              <a:rPr lang="en-US" sz="2400" b="1" dirty="0">
                <a:latin typeface="Calibri" panose="020F0502020204030204" pitchFamily="34" charset="0"/>
                <a:cs typeface="Calibri" panose="020F0502020204030204" pitchFamily="34" charset="0"/>
              </a:rPr>
              <a:t>final</a:t>
            </a:r>
            <a:r>
              <a:rPr lang="en-US" sz="2400" dirty="0">
                <a:latin typeface="Calibri" panose="020F0502020204030204" pitchFamily="34" charset="0"/>
                <a:cs typeface="Calibri" panose="020F0502020204030204" pitchFamily="34" charset="0"/>
              </a:rPr>
              <a:t> methods happens, type of the class is determined by the compiler at compile time and the binding happens then and there.</a:t>
            </a:r>
          </a:p>
          <a:p>
            <a:endParaRPr lang="en-US" sz="1600" dirty="0"/>
          </a:p>
        </p:txBody>
      </p:sp>
      <p:sp>
        <p:nvSpPr>
          <p:cNvPr id="5" name="Rectangle 5">
            <a:extLst>
              <a:ext uri="{FF2B5EF4-FFF2-40B4-BE49-F238E27FC236}">
                <a16:creationId xmlns:a16="http://schemas.microsoft.com/office/drawing/2014/main" id="{09C93357-11D4-42FF-8DC8-EB7562DEEB10}"/>
              </a:ext>
            </a:extLst>
          </p:cNvPr>
          <p:cNvSpPr>
            <a:spLocks noChangeArrowheads="1"/>
          </p:cNvSpPr>
          <p:nvPr/>
        </p:nvSpPr>
        <p:spPr bwMode="auto">
          <a:xfrm>
            <a:off x="7000874" y="451445"/>
            <a:ext cx="5334001" cy="618630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8B"/>
                </a:solidFill>
                <a:effectLst/>
                <a:latin typeface="Consolas" panose="020B0609020204030204" pitchFamily="49" charset="0"/>
              </a:rPr>
              <a:t>class</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2B91AF"/>
                </a:solidFill>
                <a:effectLst/>
                <a:latin typeface="Consolas" panose="020B0609020204030204" pitchFamily="49" charset="0"/>
              </a:rPr>
              <a:t>Human</a:t>
            </a:r>
            <a:r>
              <a:rPr kumimoji="0" lang="en-US" altLang="en-US"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rgbClr val="000000"/>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8B"/>
                </a:solidFill>
                <a:effectLst/>
                <a:latin typeface="Consolas" panose="020B0609020204030204" pitchFamily="49" charset="0"/>
              </a:rPr>
              <a:t>public</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00008B"/>
                </a:solidFill>
                <a:effectLst/>
                <a:highlight>
                  <a:srgbClr val="FF00FF"/>
                </a:highlight>
                <a:latin typeface="Consolas" panose="020B0609020204030204" pitchFamily="49" charset="0"/>
              </a:rPr>
              <a:t>static</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00008B"/>
                </a:solidFill>
                <a:effectLst/>
                <a:latin typeface="Consolas" panose="020B0609020204030204" pitchFamily="49" charset="0"/>
              </a:rPr>
              <a:t>void</a:t>
            </a:r>
            <a:r>
              <a:rPr kumimoji="0" lang="en-US" altLang="en-US" b="0" i="0" u="none" strike="noStrike" cap="none" normalizeH="0" baseline="0" dirty="0">
                <a:ln>
                  <a:noFill/>
                </a:ln>
                <a:solidFill>
                  <a:srgbClr val="000000"/>
                </a:solidFill>
                <a:effectLst/>
                <a:latin typeface="Consolas" panose="020B0609020204030204" pitchFamily="49" charset="0"/>
              </a:rPr>
              <a:t> walk()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rgbClr val="2B91AF"/>
                </a:solidFill>
                <a:effectLst/>
                <a:latin typeface="Consolas" panose="020B0609020204030204" pitchFamily="49" charset="0"/>
              </a:rPr>
              <a:t>System</a:t>
            </a:r>
            <a:r>
              <a:rPr kumimoji="0" lang="en-US" altLang="en-US" b="0" i="0" u="none" strike="noStrike" cap="none" normalizeH="0" baseline="0" dirty="0" err="1">
                <a:ln>
                  <a:noFill/>
                </a:ln>
                <a:solidFill>
                  <a:srgbClr val="000000"/>
                </a:solidFill>
                <a:effectLst/>
                <a:latin typeface="Consolas" panose="020B0609020204030204" pitchFamily="49" charset="0"/>
              </a:rPr>
              <a:t>.</a:t>
            </a:r>
            <a:r>
              <a:rPr kumimoji="0" lang="en-US" altLang="en-US" b="0" i="0" u="none" strike="noStrike" cap="none" normalizeH="0" baseline="0" dirty="0" err="1">
                <a:ln>
                  <a:noFill/>
                </a:ln>
                <a:solidFill>
                  <a:srgbClr val="00008B"/>
                </a:solidFill>
                <a:effectLst/>
                <a:latin typeface="Consolas" panose="020B0609020204030204" pitchFamily="49" charset="0"/>
              </a:rPr>
              <a:t>out</a:t>
            </a:r>
            <a:r>
              <a:rPr kumimoji="0" lang="en-US" altLang="en-US" b="0" i="0" u="none" strike="noStrike" cap="none" normalizeH="0" baseline="0" dirty="0" err="1">
                <a:ln>
                  <a:noFill/>
                </a:ln>
                <a:solidFill>
                  <a:srgbClr val="000000"/>
                </a:solidFill>
                <a:effectLst/>
                <a:latin typeface="Consolas" panose="020B0609020204030204" pitchFamily="49" charset="0"/>
              </a:rPr>
              <a:t>.println</a:t>
            </a:r>
            <a:r>
              <a:rPr kumimoji="0" lang="en-US" altLang="en-US" b="0" i="0" u="none" strike="noStrike" cap="none" normalizeH="0" baseline="0" dirty="0">
                <a:ln>
                  <a:noFill/>
                </a:ln>
                <a:solidFill>
                  <a:srgbClr val="000000"/>
                </a:solidFill>
                <a:effectLst/>
                <a:latin typeface="Consolas" panose="020B0609020204030204" pitchFamily="49" charset="0"/>
              </a:rPr>
              <a:t>(</a:t>
            </a:r>
            <a:r>
              <a:rPr kumimoji="0" lang="en-US" altLang="en-US" b="0" i="0" u="none" strike="noStrike" cap="none" normalizeH="0" baseline="0" dirty="0">
                <a:ln>
                  <a:noFill/>
                </a:ln>
                <a:solidFill>
                  <a:srgbClr val="800000"/>
                </a:solidFill>
                <a:effectLst/>
                <a:latin typeface="Consolas" panose="020B0609020204030204" pitchFamily="49" charset="0"/>
              </a:rPr>
              <a:t>"Human walks"</a:t>
            </a:r>
            <a:r>
              <a:rPr kumimoji="0" lang="en-US" altLang="en-US"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rgbClr val="000000"/>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8B"/>
                </a:solidFill>
                <a:effectLst/>
                <a:latin typeface="Consolas" panose="020B0609020204030204" pitchFamily="49" charset="0"/>
              </a:rPr>
              <a:t>class</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2B91AF"/>
                </a:solidFill>
                <a:effectLst/>
                <a:latin typeface="Consolas" panose="020B0609020204030204" pitchFamily="49" charset="0"/>
              </a:rPr>
              <a:t>Boy</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00008B"/>
                </a:solidFill>
                <a:effectLst/>
                <a:latin typeface="Consolas" panose="020B0609020204030204" pitchFamily="49" charset="0"/>
              </a:rPr>
              <a:t>extends</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2B91AF"/>
                </a:solidFill>
                <a:effectLst/>
                <a:latin typeface="Consolas" panose="020B0609020204030204" pitchFamily="49" charset="0"/>
              </a:rPr>
              <a:t>Human</a:t>
            </a:r>
            <a:r>
              <a:rPr kumimoji="0" lang="en-US" altLang="en-US"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8B"/>
                </a:solidFill>
                <a:effectLst/>
                <a:latin typeface="Consolas" panose="020B0609020204030204" pitchFamily="49" charset="0"/>
              </a:rPr>
              <a:t>public</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00008B"/>
                </a:solidFill>
                <a:effectLst/>
                <a:latin typeface="Consolas" panose="020B0609020204030204" pitchFamily="49" charset="0"/>
              </a:rPr>
              <a:t>static</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00008B"/>
                </a:solidFill>
                <a:effectLst/>
                <a:latin typeface="Consolas" panose="020B0609020204030204" pitchFamily="49" charset="0"/>
              </a:rPr>
              <a:t>void</a:t>
            </a:r>
            <a:r>
              <a:rPr kumimoji="0" lang="en-US" altLang="en-US" b="0" i="0" u="none" strike="noStrike" cap="none" normalizeH="0" baseline="0" dirty="0">
                <a:ln>
                  <a:noFill/>
                </a:ln>
                <a:solidFill>
                  <a:srgbClr val="000000"/>
                </a:solidFill>
                <a:effectLst/>
                <a:latin typeface="Consolas" panose="020B0609020204030204" pitchFamily="49" charset="0"/>
              </a:rPr>
              <a:t> walk(){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rgbClr val="2B91AF"/>
                </a:solidFill>
                <a:effectLst/>
                <a:latin typeface="Consolas" panose="020B0609020204030204" pitchFamily="49" charset="0"/>
              </a:rPr>
              <a:t>System</a:t>
            </a:r>
            <a:r>
              <a:rPr kumimoji="0" lang="en-US" altLang="en-US" b="0" i="0" u="none" strike="noStrike" cap="none" normalizeH="0" baseline="0" dirty="0" err="1">
                <a:ln>
                  <a:noFill/>
                </a:ln>
                <a:solidFill>
                  <a:srgbClr val="000000"/>
                </a:solidFill>
                <a:effectLst/>
                <a:latin typeface="Consolas" panose="020B0609020204030204" pitchFamily="49" charset="0"/>
              </a:rPr>
              <a:t>.</a:t>
            </a:r>
            <a:r>
              <a:rPr kumimoji="0" lang="en-US" altLang="en-US" b="0" i="0" u="none" strike="noStrike" cap="none" normalizeH="0" baseline="0" dirty="0" err="1">
                <a:ln>
                  <a:noFill/>
                </a:ln>
                <a:solidFill>
                  <a:srgbClr val="00008B"/>
                </a:solidFill>
                <a:effectLst/>
                <a:latin typeface="Consolas" panose="020B0609020204030204" pitchFamily="49" charset="0"/>
              </a:rPr>
              <a:t>out</a:t>
            </a:r>
            <a:r>
              <a:rPr kumimoji="0" lang="en-US" altLang="en-US" b="0" i="0" u="none" strike="noStrike" cap="none" normalizeH="0" baseline="0" dirty="0" err="1">
                <a:ln>
                  <a:noFill/>
                </a:ln>
                <a:solidFill>
                  <a:srgbClr val="000000"/>
                </a:solidFill>
                <a:effectLst/>
                <a:latin typeface="Consolas" panose="020B0609020204030204" pitchFamily="49" charset="0"/>
              </a:rPr>
              <a:t>.println</a:t>
            </a:r>
            <a:r>
              <a:rPr kumimoji="0" lang="en-US" altLang="en-US" b="0" i="0" u="none" strike="noStrike" cap="none" normalizeH="0" baseline="0" dirty="0">
                <a:ln>
                  <a:noFill/>
                </a:ln>
                <a:solidFill>
                  <a:srgbClr val="000000"/>
                </a:solidFill>
                <a:effectLst/>
                <a:latin typeface="Consolas" panose="020B0609020204030204" pitchFamily="49" charset="0"/>
              </a:rPr>
              <a:t>(</a:t>
            </a:r>
            <a:r>
              <a:rPr kumimoji="0" lang="en-US" altLang="en-US" b="0" i="0" u="none" strike="noStrike" cap="none" normalizeH="0" baseline="0" dirty="0">
                <a:ln>
                  <a:noFill/>
                </a:ln>
                <a:solidFill>
                  <a:srgbClr val="800000"/>
                </a:solidFill>
                <a:effectLst/>
                <a:latin typeface="Consolas" panose="020B0609020204030204" pitchFamily="49" charset="0"/>
              </a:rPr>
              <a:t>"Boy walks"</a:t>
            </a:r>
            <a:r>
              <a:rPr kumimoji="0" lang="en-US" altLang="en-US"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rgbClr val="000000"/>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00008B"/>
                </a:solidFill>
                <a:effectLst/>
                <a:latin typeface="Consolas" panose="020B0609020204030204" pitchFamily="49" charset="0"/>
              </a:rPr>
              <a:t>public</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00008B"/>
                </a:solidFill>
                <a:effectLst/>
                <a:latin typeface="Consolas" panose="020B0609020204030204" pitchFamily="49" charset="0"/>
              </a:rPr>
              <a:t>static</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00008B"/>
                </a:solidFill>
                <a:effectLst/>
                <a:latin typeface="Consolas" panose="020B0609020204030204" pitchFamily="49" charset="0"/>
              </a:rPr>
              <a:t>void</a:t>
            </a:r>
            <a:r>
              <a:rPr kumimoji="0" lang="en-US" altLang="en-US" b="0" i="0" u="none" strike="noStrike" cap="none" normalizeH="0" baseline="0" dirty="0">
                <a:ln>
                  <a:noFill/>
                </a:ln>
                <a:solidFill>
                  <a:srgbClr val="000000"/>
                </a:solidFill>
                <a:effectLst/>
                <a:latin typeface="Consolas" panose="020B0609020204030204" pitchFamily="49" charset="0"/>
              </a:rPr>
              <a:t> main( </a:t>
            </a:r>
            <a:r>
              <a:rPr kumimoji="0" lang="en-US" altLang="en-US" b="0" i="0" u="none" strike="noStrike" cap="none" normalizeH="0" baseline="0" dirty="0">
                <a:ln>
                  <a:noFill/>
                </a:ln>
                <a:solidFill>
                  <a:srgbClr val="2B91AF"/>
                </a:solidFill>
                <a:effectLst/>
                <a:latin typeface="Consolas" panose="020B0609020204030204" pitchFamily="49" charset="0"/>
              </a:rPr>
              <a:t>String</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err="1">
                <a:ln>
                  <a:noFill/>
                </a:ln>
                <a:solidFill>
                  <a:srgbClr val="000000"/>
                </a:solidFill>
                <a:effectLst/>
                <a:latin typeface="Consolas" panose="020B0609020204030204" pitchFamily="49" charset="0"/>
              </a:rPr>
              <a:t>args</a:t>
            </a:r>
            <a:r>
              <a:rPr kumimoji="0" lang="en-US" altLang="en-US" b="0" i="0" u="none" strike="noStrike" cap="none" normalizeH="0" baseline="0" dirty="0">
                <a:ln>
                  <a:noFill/>
                </a:ln>
                <a:solidFill>
                  <a:srgbClr val="000000"/>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808080"/>
                </a:solidFill>
                <a:effectLst/>
                <a:latin typeface="Consolas" panose="020B0609020204030204" pitchFamily="49" charset="0"/>
              </a:rPr>
              <a:t>/* Reference is of Human type and object is * Boy type */</a:t>
            </a:r>
            <a:r>
              <a:rPr kumimoji="0" lang="en-US" altLang="en-US"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solidFill>
                  <a:srgbClr val="2B91AF"/>
                </a:solidFill>
                <a:latin typeface="Consolas" panose="020B0609020204030204" pitchFamily="49" charset="0"/>
              </a:rPr>
              <a:t>Boy</a:t>
            </a:r>
            <a:r>
              <a:rPr kumimoji="0" lang="en-US" altLang="en-US" b="0" i="0" u="none" strike="noStrike" cap="none" normalizeH="0" baseline="0" dirty="0">
                <a:ln>
                  <a:noFill/>
                </a:ln>
                <a:solidFill>
                  <a:srgbClr val="000000"/>
                </a:solidFill>
                <a:effectLst/>
                <a:latin typeface="Consolas" panose="020B0609020204030204" pitchFamily="49" charset="0"/>
              </a:rPr>
              <a:t> obj = </a:t>
            </a:r>
            <a:r>
              <a:rPr kumimoji="0" lang="en-US" altLang="en-US" b="0" i="0" u="none" strike="noStrike" cap="none" normalizeH="0" baseline="0" dirty="0">
                <a:ln>
                  <a:noFill/>
                </a:ln>
                <a:solidFill>
                  <a:srgbClr val="00008B"/>
                </a:solidFill>
                <a:effectLst/>
                <a:latin typeface="Consolas" panose="020B0609020204030204" pitchFamily="49" charset="0"/>
              </a:rPr>
              <a:t>new</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2B91AF"/>
                </a:solidFill>
                <a:effectLst/>
                <a:latin typeface="Consolas" panose="020B0609020204030204" pitchFamily="49" charset="0"/>
              </a:rPr>
              <a:t>Boy</a:t>
            </a:r>
            <a:r>
              <a:rPr kumimoji="0" lang="en-US" altLang="en-US"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808080"/>
                </a:solidFill>
                <a:effectLst/>
                <a:latin typeface="Consolas" panose="020B0609020204030204" pitchFamily="49" charset="0"/>
              </a:rPr>
              <a:t>/* Reference is of </a:t>
            </a:r>
            <a:r>
              <a:rPr kumimoji="0" lang="en-US" altLang="en-US" b="0" i="0" u="none" strike="noStrike" cap="none" normalizeH="0" baseline="0" dirty="0" err="1">
                <a:ln>
                  <a:noFill/>
                </a:ln>
                <a:solidFill>
                  <a:srgbClr val="808080"/>
                </a:solidFill>
                <a:effectLst/>
                <a:latin typeface="Consolas" panose="020B0609020204030204" pitchFamily="49" charset="0"/>
              </a:rPr>
              <a:t>HUman</a:t>
            </a:r>
            <a:r>
              <a:rPr kumimoji="0" lang="en-US" altLang="en-US" b="0" i="0" u="none" strike="noStrike" cap="none" normalizeH="0" baseline="0" dirty="0">
                <a:ln>
                  <a:noFill/>
                </a:ln>
                <a:solidFill>
                  <a:srgbClr val="808080"/>
                </a:solidFill>
                <a:effectLst/>
                <a:latin typeface="Consolas" panose="020B0609020204030204" pitchFamily="49" charset="0"/>
              </a:rPr>
              <a:t> type and object is * of Human type*/</a:t>
            </a:r>
            <a:r>
              <a:rPr kumimoji="0" lang="en-US" altLang="en-US"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2B91AF"/>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B91AF"/>
                </a:solidFill>
                <a:effectLst/>
                <a:latin typeface="Consolas" panose="020B0609020204030204" pitchFamily="49" charset="0"/>
              </a:rPr>
              <a:t>Human</a:t>
            </a:r>
            <a:r>
              <a:rPr kumimoji="0" lang="en-US" altLang="en-US" b="0" i="0" u="none" strike="noStrike" cap="none" normalizeH="0" baseline="0" dirty="0">
                <a:ln>
                  <a:noFill/>
                </a:ln>
                <a:solidFill>
                  <a:srgbClr val="000000"/>
                </a:solidFill>
                <a:effectLst/>
                <a:latin typeface="Consolas" panose="020B0609020204030204" pitchFamily="49" charset="0"/>
              </a:rPr>
              <a:t> obj2 = </a:t>
            </a:r>
            <a:r>
              <a:rPr kumimoji="0" lang="en-US" altLang="en-US" b="0" i="0" u="none" strike="noStrike" cap="none" normalizeH="0" baseline="0" dirty="0">
                <a:ln>
                  <a:noFill/>
                </a:ln>
                <a:solidFill>
                  <a:srgbClr val="00008B"/>
                </a:solidFill>
                <a:effectLst/>
                <a:latin typeface="Consolas" panose="020B0609020204030204" pitchFamily="49" charset="0"/>
              </a:rPr>
              <a:t>new</a:t>
            </a:r>
            <a:r>
              <a:rPr kumimoji="0" lang="en-US" altLang="en-US" b="0" i="0" u="none" strike="noStrike" cap="none" normalizeH="0" baseline="0" dirty="0">
                <a:ln>
                  <a:noFill/>
                </a:ln>
                <a:solidFill>
                  <a:srgbClr val="000000"/>
                </a:solidFill>
                <a:effectLst/>
                <a:latin typeface="Consolas" panose="020B0609020204030204" pitchFamily="49" charset="0"/>
              </a:rPr>
              <a:t> Boy();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rgbClr val="000000"/>
                </a:solidFill>
                <a:effectLst/>
                <a:latin typeface="Consolas" panose="020B0609020204030204" pitchFamily="49" charset="0"/>
              </a:rPr>
              <a:t>obj.walk</a:t>
            </a:r>
            <a:r>
              <a:rPr kumimoji="0" lang="en-US" altLang="en-US"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Consolas" panose="020B0609020204030204" pitchFamily="49" charset="0"/>
              </a:rPr>
              <a:t>obj2.walk();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chemeClr val="tx1"/>
                </a:solidFill>
                <a:effectLst/>
              </a:rPr>
              <a:t> </a:t>
            </a:r>
          </a:p>
        </p:txBody>
      </p:sp>
    </p:spTree>
    <p:extLst>
      <p:ext uri="{BB962C8B-B14F-4D97-AF65-F5344CB8AC3E}">
        <p14:creationId xmlns:p14="http://schemas.microsoft.com/office/powerpoint/2010/main" val="28535794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B8754-72E2-4862-96CA-FB080177DD86}"/>
              </a:ext>
            </a:extLst>
          </p:cNvPr>
          <p:cNvSpPr>
            <a:spLocks noGrp="1"/>
          </p:cNvSpPr>
          <p:nvPr>
            <p:ph type="title"/>
          </p:nvPr>
        </p:nvSpPr>
        <p:spPr>
          <a:xfrm>
            <a:off x="609600" y="0"/>
            <a:ext cx="10972800" cy="362360"/>
          </a:xfrm>
        </p:spPr>
        <p:txBody>
          <a:bodyPr>
            <a:noAutofit/>
          </a:bodyPr>
          <a:lstStyle/>
          <a:p>
            <a:pPr fontAlgn="auto">
              <a:spcAft>
                <a:spcPts val="0"/>
              </a:spcAft>
              <a:defRPr/>
            </a:pPr>
            <a:r>
              <a:rPr lang="en-US" sz="4000" dirty="0">
                <a:solidFill>
                  <a:srgbClr val="3380E6"/>
                </a:solidFill>
                <a:latin typeface="Calibri" panose="020F0502020204030204" pitchFamily="34" charset="0"/>
              </a:rPr>
              <a:t>Static </a:t>
            </a:r>
            <a:r>
              <a:rPr lang="en-US" sz="4000" dirty="0">
                <a:solidFill>
                  <a:srgbClr val="3380E6"/>
                </a:solidFill>
                <a:highlight>
                  <a:srgbClr val="FFFF00"/>
                </a:highlight>
                <a:latin typeface="Calibri" panose="020F0502020204030204" pitchFamily="34" charset="0"/>
              </a:rPr>
              <a:t>binding example</a:t>
            </a:r>
          </a:p>
        </p:txBody>
      </p:sp>
      <p:sp>
        <p:nvSpPr>
          <p:cNvPr id="9" name="Rectangle 5">
            <a:extLst>
              <a:ext uri="{FF2B5EF4-FFF2-40B4-BE49-F238E27FC236}">
                <a16:creationId xmlns:a16="http://schemas.microsoft.com/office/drawing/2014/main" id="{A3C59A98-D727-4FA1-B0F1-91E39B17611C}"/>
              </a:ext>
            </a:extLst>
          </p:cNvPr>
          <p:cNvSpPr>
            <a:spLocks noChangeArrowheads="1"/>
          </p:cNvSpPr>
          <p:nvPr/>
        </p:nvSpPr>
        <p:spPr bwMode="auto">
          <a:xfrm>
            <a:off x="178087" y="562367"/>
            <a:ext cx="8823785" cy="5940088"/>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8B"/>
                </a:solidFill>
                <a:effectLst/>
                <a:latin typeface="Consolas" panose="020B0609020204030204" pitchFamily="49" charset="0"/>
              </a:rPr>
              <a:t>class</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2B91AF"/>
                </a:solidFill>
                <a:effectLst/>
                <a:latin typeface="Consolas" panose="020B0609020204030204" pitchFamily="49" charset="0"/>
              </a:rPr>
              <a:t>Human</a:t>
            </a:r>
            <a:r>
              <a:rPr kumimoji="0" lang="en-US" altLang="en-US" sz="20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solidFill>
                <a:srgbClr val="000000"/>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8B"/>
                </a:solidFill>
                <a:effectLst/>
                <a:latin typeface="Consolas" panose="020B0609020204030204" pitchFamily="49" charset="0"/>
              </a:rPr>
              <a:t>public</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00008B"/>
                </a:solidFill>
                <a:effectLst/>
                <a:latin typeface="Consolas" panose="020B0609020204030204" pitchFamily="49" charset="0"/>
              </a:rPr>
              <a:t>static</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00008B"/>
                </a:solidFill>
                <a:effectLst/>
                <a:latin typeface="Consolas" panose="020B0609020204030204" pitchFamily="49" charset="0"/>
              </a:rPr>
              <a:t>void</a:t>
            </a:r>
            <a:r>
              <a:rPr kumimoji="0" lang="en-US" altLang="en-US" sz="2000" b="0" i="0" u="none" strike="noStrike" cap="none" normalizeH="0" baseline="0" dirty="0">
                <a:ln>
                  <a:noFill/>
                </a:ln>
                <a:solidFill>
                  <a:srgbClr val="000000"/>
                </a:solidFill>
                <a:effectLst/>
                <a:latin typeface="Consolas" panose="020B0609020204030204" pitchFamily="49" charset="0"/>
              </a:rPr>
              <a:t> walk()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rgbClr val="2B91AF"/>
                </a:solidFill>
                <a:effectLst/>
                <a:latin typeface="Consolas" panose="020B0609020204030204" pitchFamily="49" charset="0"/>
              </a:rPr>
              <a:t>System</a:t>
            </a:r>
            <a:r>
              <a:rPr kumimoji="0" lang="en-US" altLang="en-US" sz="2000" b="0" i="0" u="none" strike="noStrike" cap="none" normalizeH="0" baseline="0" dirty="0" err="1">
                <a:ln>
                  <a:noFill/>
                </a:ln>
                <a:solidFill>
                  <a:srgbClr val="000000"/>
                </a:solidFill>
                <a:effectLst/>
                <a:latin typeface="Consolas" panose="020B0609020204030204" pitchFamily="49" charset="0"/>
              </a:rPr>
              <a:t>.</a:t>
            </a:r>
            <a:r>
              <a:rPr kumimoji="0" lang="en-US" altLang="en-US" sz="2000" b="0" i="0" u="none" strike="noStrike" cap="none" normalizeH="0" baseline="0" dirty="0" err="1">
                <a:ln>
                  <a:noFill/>
                </a:ln>
                <a:solidFill>
                  <a:srgbClr val="00008B"/>
                </a:solidFill>
                <a:effectLst/>
                <a:latin typeface="Consolas" panose="020B0609020204030204" pitchFamily="49" charset="0"/>
              </a:rPr>
              <a:t>out</a:t>
            </a:r>
            <a:r>
              <a:rPr kumimoji="0" lang="en-US" altLang="en-US" sz="2000" b="0" i="0" u="none" strike="noStrike" cap="none" normalizeH="0" baseline="0" dirty="0" err="1">
                <a:ln>
                  <a:noFill/>
                </a:ln>
                <a:solidFill>
                  <a:srgbClr val="000000"/>
                </a:solidFill>
                <a:effectLst/>
                <a:latin typeface="Consolas" panose="020B0609020204030204" pitchFamily="49" charset="0"/>
              </a:rPr>
              <a:t>.println</a:t>
            </a:r>
            <a:r>
              <a:rPr kumimoji="0" lang="en-US" altLang="en-US" sz="2000" b="0" i="0" u="none" strike="noStrike" cap="none" normalizeH="0" baseline="0" dirty="0">
                <a:ln>
                  <a:noFill/>
                </a:ln>
                <a:solidFill>
                  <a:srgbClr val="000000"/>
                </a:solidFill>
                <a:effectLst/>
                <a:latin typeface="Consolas" panose="020B0609020204030204" pitchFamily="49" charset="0"/>
              </a:rPr>
              <a:t>(</a:t>
            </a:r>
            <a:r>
              <a:rPr kumimoji="0" lang="en-US" altLang="en-US" sz="2000" b="0" i="0" u="none" strike="noStrike" cap="none" normalizeH="0" baseline="0" dirty="0">
                <a:ln>
                  <a:noFill/>
                </a:ln>
                <a:solidFill>
                  <a:srgbClr val="800000"/>
                </a:solidFill>
                <a:effectLst/>
                <a:latin typeface="Consolas" panose="020B0609020204030204" pitchFamily="49" charset="0"/>
              </a:rPr>
              <a:t>"Human walks"</a:t>
            </a:r>
            <a:r>
              <a:rPr kumimoji="0" lang="en-US" altLang="en-US" sz="20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solidFill>
                <a:srgbClr val="000000"/>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8B"/>
                </a:solidFill>
                <a:effectLst/>
                <a:latin typeface="Consolas" panose="020B0609020204030204" pitchFamily="49" charset="0"/>
              </a:rPr>
              <a:t>class</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2B91AF"/>
                </a:solidFill>
                <a:effectLst/>
                <a:latin typeface="Consolas" panose="020B0609020204030204" pitchFamily="49" charset="0"/>
              </a:rPr>
              <a:t>Boy</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00008B"/>
                </a:solidFill>
                <a:effectLst/>
                <a:latin typeface="Consolas" panose="020B0609020204030204" pitchFamily="49" charset="0"/>
              </a:rPr>
              <a:t>extends</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2B91AF"/>
                </a:solidFill>
                <a:effectLst/>
                <a:latin typeface="Consolas" panose="020B0609020204030204" pitchFamily="49" charset="0"/>
              </a:rPr>
              <a:t>Human</a:t>
            </a:r>
            <a:r>
              <a:rPr kumimoji="0" lang="en-US" altLang="en-US" sz="20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8B"/>
                </a:solidFill>
                <a:effectLst/>
                <a:latin typeface="Consolas" panose="020B0609020204030204" pitchFamily="49" charset="0"/>
              </a:rPr>
              <a:t>public</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00008B"/>
                </a:solidFill>
                <a:effectLst/>
                <a:latin typeface="Consolas" panose="020B0609020204030204" pitchFamily="49" charset="0"/>
              </a:rPr>
              <a:t>static</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00008B"/>
                </a:solidFill>
                <a:effectLst/>
                <a:latin typeface="Consolas" panose="020B0609020204030204" pitchFamily="49" charset="0"/>
              </a:rPr>
              <a:t>void</a:t>
            </a:r>
            <a:r>
              <a:rPr kumimoji="0" lang="en-US" altLang="en-US" sz="2000" b="0" i="0" u="none" strike="noStrike" cap="none" normalizeH="0" baseline="0" dirty="0">
                <a:ln>
                  <a:noFill/>
                </a:ln>
                <a:solidFill>
                  <a:srgbClr val="000000"/>
                </a:solidFill>
                <a:effectLst/>
                <a:latin typeface="Consolas" panose="020B0609020204030204" pitchFamily="49" charset="0"/>
              </a:rPr>
              <a:t> walk(){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rgbClr val="2B91AF"/>
                </a:solidFill>
                <a:effectLst/>
                <a:latin typeface="Consolas" panose="020B0609020204030204" pitchFamily="49" charset="0"/>
              </a:rPr>
              <a:t>System</a:t>
            </a:r>
            <a:r>
              <a:rPr kumimoji="0" lang="en-US" altLang="en-US" sz="2000" b="0" i="0" u="none" strike="noStrike" cap="none" normalizeH="0" baseline="0" dirty="0" err="1">
                <a:ln>
                  <a:noFill/>
                </a:ln>
                <a:solidFill>
                  <a:srgbClr val="000000"/>
                </a:solidFill>
                <a:effectLst/>
                <a:latin typeface="Consolas" panose="020B0609020204030204" pitchFamily="49" charset="0"/>
              </a:rPr>
              <a:t>.</a:t>
            </a:r>
            <a:r>
              <a:rPr kumimoji="0" lang="en-US" altLang="en-US" sz="2000" b="0" i="0" u="none" strike="noStrike" cap="none" normalizeH="0" baseline="0" dirty="0" err="1">
                <a:ln>
                  <a:noFill/>
                </a:ln>
                <a:solidFill>
                  <a:srgbClr val="00008B"/>
                </a:solidFill>
                <a:effectLst/>
                <a:latin typeface="Consolas" panose="020B0609020204030204" pitchFamily="49" charset="0"/>
              </a:rPr>
              <a:t>out</a:t>
            </a:r>
            <a:r>
              <a:rPr kumimoji="0" lang="en-US" altLang="en-US" sz="2000" b="0" i="0" u="none" strike="noStrike" cap="none" normalizeH="0" baseline="0" dirty="0" err="1">
                <a:ln>
                  <a:noFill/>
                </a:ln>
                <a:solidFill>
                  <a:srgbClr val="000000"/>
                </a:solidFill>
                <a:effectLst/>
                <a:latin typeface="Consolas" panose="020B0609020204030204" pitchFamily="49" charset="0"/>
              </a:rPr>
              <a:t>.println</a:t>
            </a:r>
            <a:r>
              <a:rPr kumimoji="0" lang="en-US" altLang="en-US" sz="2000" b="0" i="0" u="none" strike="noStrike" cap="none" normalizeH="0" baseline="0" dirty="0">
                <a:ln>
                  <a:noFill/>
                </a:ln>
                <a:solidFill>
                  <a:srgbClr val="000000"/>
                </a:solidFill>
                <a:effectLst/>
                <a:latin typeface="Consolas" panose="020B0609020204030204" pitchFamily="49" charset="0"/>
              </a:rPr>
              <a:t>(</a:t>
            </a:r>
            <a:r>
              <a:rPr kumimoji="0" lang="en-US" altLang="en-US" sz="2000" b="0" i="0" u="none" strike="noStrike" cap="none" normalizeH="0" baseline="0" dirty="0">
                <a:ln>
                  <a:noFill/>
                </a:ln>
                <a:solidFill>
                  <a:srgbClr val="800000"/>
                </a:solidFill>
                <a:effectLst/>
                <a:latin typeface="Consolas" panose="020B0609020204030204" pitchFamily="49" charset="0"/>
              </a:rPr>
              <a:t>"Boy walks"</a:t>
            </a:r>
            <a:r>
              <a:rPr kumimoji="0" lang="en-US" altLang="en-US" sz="20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solidFill>
                <a:srgbClr val="000000"/>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00008B"/>
                </a:solidFill>
                <a:effectLst/>
                <a:latin typeface="Consolas" panose="020B0609020204030204" pitchFamily="49" charset="0"/>
              </a:rPr>
              <a:t>public</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00008B"/>
                </a:solidFill>
                <a:effectLst/>
                <a:latin typeface="Consolas" panose="020B0609020204030204" pitchFamily="49" charset="0"/>
              </a:rPr>
              <a:t>static</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00008B"/>
                </a:solidFill>
                <a:effectLst/>
                <a:latin typeface="Consolas" panose="020B0609020204030204" pitchFamily="49" charset="0"/>
              </a:rPr>
              <a:t>void</a:t>
            </a:r>
            <a:r>
              <a:rPr kumimoji="0" lang="en-US" altLang="en-US" sz="2000" b="0" i="0" u="none" strike="noStrike" cap="none" normalizeH="0" baseline="0" dirty="0">
                <a:ln>
                  <a:noFill/>
                </a:ln>
                <a:solidFill>
                  <a:srgbClr val="000000"/>
                </a:solidFill>
                <a:effectLst/>
                <a:latin typeface="Consolas" panose="020B0609020204030204" pitchFamily="49" charset="0"/>
              </a:rPr>
              <a:t> main( </a:t>
            </a:r>
            <a:r>
              <a:rPr kumimoji="0" lang="en-US" altLang="en-US" sz="2000" b="0" i="0" u="none" strike="noStrike" cap="none" normalizeH="0" baseline="0" dirty="0">
                <a:ln>
                  <a:noFill/>
                </a:ln>
                <a:solidFill>
                  <a:srgbClr val="2B91AF"/>
                </a:solidFill>
                <a:effectLst/>
                <a:latin typeface="Consolas" panose="020B0609020204030204" pitchFamily="49" charset="0"/>
              </a:rPr>
              <a:t>String</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err="1">
                <a:ln>
                  <a:noFill/>
                </a:ln>
                <a:solidFill>
                  <a:srgbClr val="000000"/>
                </a:solidFill>
                <a:effectLst/>
                <a:latin typeface="Consolas" panose="020B0609020204030204" pitchFamily="49" charset="0"/>
              </a:rPr>
              <a:t>args</a:t>
            </a:r>
            <a:r>
              <a:rPr kumimoji="0" lang="en-US" altLang="en-US" sz="2000" b="0" i="0" u="none" strike="noStrike" cap="none" normalizeH="0" baseline="0" dirty="0">
                <a:ln>
                  <a:noFill/>
                </a:ln>
                <a:solidFill>
                  <a:srgbClr val="000000"/>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808080"/>
                </a:solidFill>
                <a:effectLst/>
                <a:latin typeface="Consolas" panose="020B0609020204030204" pitchFamily="49" charset="0"/>
              </a:rPr>
              <a:t>/* Reference is of Human type and object is * Boy type */</a:t>
            </a:r>
            <a:r>
              <a:rPr kumimoji="0" lang="en-US" altLang="en-US" sz="20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B91AF"/>
                </a:solidFill>
                <a:effectLst/>
                <a:latin typeface="Consolas" panose="020B0609020204030204" pitchFamily="49" charset="0"/>
              </a:rPr>
              <a:t>Human</a:t>
            </a:r>
            <a:r>
              <a:rPr kumimoji="0" lang="en-US" altLang="en-US" sz="2000" b="0" i="0" u="none" strike="noStrike" cap="none" normalizeH="0" baseline="0" dirty="0">
                <a:ln>
                  <a:noFill/>
                </a:ln>
                <a:solidFill>
                  <a:srgbClr val="000000"/>
                </a:solidFill>
                <a:effectLst/>
                <a:latin typeface="Consolas" panose="020B0609020204030204" pitchFamily="49" charset="0"/>
              </a:rPr>
              <a:t> obj = </a:t>
            </a:r>
            <a:r>
              <a:rPr kumimoji="0" lang="en-US" altLang="en-US" sz="2000" b="0" i="0" u="none" strike="noStrike" cap="none" normalizeH="0" baseline="0" dirty="0">
                <a:ln>
                  <a:noFill/>
                </a:ln>
                <a:solidFill>
                  <a:srgbClr val="00008B"/>
                </a:solidFill>
                <a:effectLst/>
                <a:latin typeface="Consolas" panose="020B0609020204030204" pitchFamily="49" charset="0"/>
              </a:rPr>
              <a:t>new</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2B91AF"/>
                </a:solidFill>
                <a:effectLst/>
                <a:latin typeface="Consolas" panose="020B0609020204030204" pitchFamily="49" charset="0"/>
              </a:rPr>
              <a:t>Boy</a:t>
            </a:r>
            <a:r>
              <a:rPr kumimoji="0" lang="en-US" altLang="en-US" sz="20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808080"/>
                </a:solidFill>
                <a:effectLst/>
                <a:latin typeface="Consolas" panose="020B0609020204030204" pitchFamily="49" charset="0"/>
              </a:rPr>
              <a:t>/* Reference is of </a:t>
            </a:r>
            <a:r>
              <a:rPr kumimoji="0" lang="en-US" altLang="en-US" sz="2000" b="0" i="0" u="none" strike="noStrike" cap="none" normalizeH="0" baseline="0" dirty="0" err="1">
                <a:ln>
                  <a:noFill/>
                </a:ln>
                <a:solidFill>
                  <a:srgbClr val="808080"/>
                </a:solidFill>
                <a:effectLst/>
                <a:latin typeface="Consolas" panose="020B0609020204030204" pitchFamily="49" charset="0"/>
              </a:rPr>
              <a:t>HUman</a:t>
            </a:r>
            <a:r>
              <a:rPr kumimoji="0" lang="en-US" altLang="en-US" sz="2000" b="0" i="0" u="none" strike="noStrike" cap="none" normalizeH="0" baseline="0" dirty="0">
                <a:ln>
                  <a:noFill/>
                </a:ln>
                <a:solidFill>
                  <a:srgbClr val="808080"/>
                </a:solidFill>
                <a:effectLst/>
                <a:latin typeface="Consolas" panose="020B0609020204030204" pitchFamily="49" charset="0"/>
              </a:rPr>
              <a:t> type and object is * of Human type*/</a:t>
            </a:r>
            <a:r>
              <a:rPr kumimoji="0" lang="en-US" altLang="en-US" sz="20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2B91AF"/>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B91AF"/>
                </a:solidFill>
                <a:effectLst/>
                <a:latin typeface="Consolas" panose="020B0609020204030204" pitchFamily="49" charset="0"/>
              </a:rPr>
              <a:t>Human</a:t>
            </a:r>
            <a:r>
              <a:rPr kumimoji="0" lang="en-US" altLang="en-US" sz="2000" b="0" i="0" u="none" strike="noStrike" cap="none" normalizeH="0" baseline="0" dirty="0">
                <a:ln>
                  <a:noFill/>
                </a:ln>
                <a:solidFill>
                  <a:srgbClr val="000000"/>
                </a:solidFill>
                <a:effectLst/>
                <a:latin typeface="Consolas" panose="020B0609020204030204" pitchFamily="49" charset="0"/>
              </a:rPr>
              <a:t> obj2 = </a:t>
            </a:r>
            <a:r>
              <a:rPr kumimoji="0" lang="en-US" altLang="en-US" sz="2000" b="0" i="0" u="none" strike="noStrike" cap="none" normalizeH="0" baseline="0" dirty="0">
                <a:ln>
                  <a:noFill/>
                </a:ln>
                <a:solidFill>
                  <a:srgbClr val="00008B"/>
                </a:solidFill>
                <a:effectLst/>
                <a:latin typeface="Consolas" panose="020B0609020204030204" pitchFamily="49" charset="0"/>
              </a:rPr>
              <a:t>new</a:t>
            </a:r>
            <a:r>
              <a:rPr kumimoji="0" lang="en-US" altLang="en-US" sz="2000" b="0" i="0" u="none" strike="noStrike" cap="none" normalizeH="0" baseline="0" dirty="0">
                <a:ln>
                  <a:noFill/>
                </a:ln>
                <a:solidFill>
                  <a:srgbClr val="000000"/>
                </a:solidFill>
                <a:effectLst/>
                <a:latin typeface="Consolas" panose="020B0609020204030204" pitchFamily="49" charset="0"/>
              </a:rPr>
              <a:t> Boy();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rgbClr val="000000"/>
                </a:solidFill>
                <a:effectLst/>
                <a:latin typeface="Consolas" panose="020B0609020204030204" pitchFamily="49" charset="0"/>
              </a:rPr>
              <a:t>obj.walk</a:t>
            </a:r>
            <a:r>
              <a:rPr kumimoji="0" lang="en-US" altLang="en-US" sz="20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onsolas" panose="020B0609020204030204" pitchFamily="49" charset="0"/>
              </a:rPr>
              <a:t>obj2.walk();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chemeClr val="tx1"/>
                </a:solidFill>
                <a:effectLst/>
              </a:rPr>
              <a:t> </a:t>
            </a:r>
          </a:p>
        </p:txBody>
      </p:sp>
      <p:sp>
        <p:nvSpPr>
          <p:cNvPr id="10" name="Rectangle 6">
            <a:extLst>
              <a:ext uri="{FF2B5EF4-FFF2-40B4-BE49-F238E27FC236}">
                <a16:creationId xmlns:a16="http://schemas.microsoft.com/office/drawing/2014/main" id="{FA449E79-C5B4-4A21-9D27-77DC8CD6E5AE}"/>
              </a:ext>
            </a:extLst>
          </p:cNvPr>
          <p:cNvSpPr>
            <a:spLocks noChangeArrowheads="1"/>
          </p:cNvSpPr>
          <p:nvPr/>
        </p:nvSpPr>
        <p:spPr bwMode="auto">
          <a:xfrm>
            <a:off x="9236467" y="2436422"/>
            <a:ext cx="2869913" cy="1569660"/>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rgbClr val="222426"/>
                </a:solidFill>
                <a:effectLst/>
                <a:latin typeface="PT Sans"/>
              </a:rPr>
              <a:t>Output:</a:t>
            </a:r>
            <a:endParaRPr kumimoji="0" lang="en-US" altLang="en-US" sz="3200" b="0" i="0" u="none" strike="noStrike" cap="none" normalizeH="0" baseline="0" dirty="0">
              <a:ln>
                <a:noFill/>
              </a:ln>
              <a:solidFill>
                <a:srgbClr val="2B91AF"/>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rgbClr val="2B91AF"/>
                </a:solidFill>
                <a:effectLst/>
                <a:latin typeface="Consolas" panose="020B0609020204030204" pitchFamily="49" charset="0"/>
              </a:rPr>
              <a:t>Human</a:t>
            </a:r>
            <a:r>
              <a:rPr kumimoji="0" lang="en-US" altLang="en-US" sz="3200" b="0" i="0" u="none" strike="noStrike" cap="none" normalizeH="0" baseline="0" dirty="0">
                <a:ln>
                  <a:noFill/>
                </a:ln>
                <a:solidFill>
                  <a:srgbClr val="000000"/>
                </a:solidFill>
                <a:effectLst/>
                <a:latin typeface="Consolas" panose="020B0609020204030204" pitchFamily="49" charset="0"/>
              </a:rPr>
              <a:t> walks </a:t>
            </a:r>
            <a:r>
              <a:rPr kumimoji="0" lang="en-US" altLang="en-US" sz="3200" b="0" i="0" u="none" strike="noStrike" cap="none" normalizeH="0" baseline="0" dirty="0">
                <a:ln>
                  <a:noFill/>
                </a:ln>
                <a:solidFill>
                  <a:srgbClr val="2B91AF"/>
                </a:solidFill>
                <a:effectLst/>
                <a:latin typeface="Consolas" panose="020B0609020204030204" pitchFamily="49" charset="0"/>
              </a:rPr>
              <a:t>Human</a:t>
            </a:r>
            <a:r>
              <a:rPr kumimoji="0" lang="en-US" altLang="en-US" sz="3200" b="0" i="0" u="none" strike="noStrike" cap="none" normalizeH="0" baseline="0" dirty="0">
                <a:ln>
                  <a:noFill/>
                </a:ln>
                <a:solidFill>
                  <a:srgbClr val="000000"/>
                </a:solidFill>
                <a:effectLst/>
                <a:latin typeface="Consolas" panose="020B0609020204030204" pitchFamily="49" charset="0"/>
              </a:rPr>
              <a:t> walks</a:t>
            </a:r>
            <a:r>
              <a:rPr kumimoji="0" lang="en-US" altLang="en-US" sz="3200" b="0" i="0" u="none" strike="noStrike" cap="none" normalizeH="0" baseline="0" dirty="0">
                <a:ln>
                  <a:noFill/>
                </a:ln>
                <a:solidFill>
                  <a:schemeClr val="tx1"/>
                </a:solidFill>
                <a:effectLst/>
              </a:rPr>
              <a:t> </a:t>
            </a:r>
          </a:p>
        </p:txBody>
      </p:sp>
      <p:sp>
        <p:nvSpPr>
          <p:cNvPr id="3" name="TextBox 2">
            <a:extLst>
              <a:ext uri="{FF2B5EF4-FFF2-40B4-BE49-F238E27FC236}">
                <a16:creationId xmlns:a16="http://schemas.microsoft.com/office/drawing/2014/main" id="{322A6413-ADA4-45C6-980D-77909E7CE95C}"/>
              </a:ext>
            </a:extLst>
          </p:cNvPr>
          <p:cNvSpPr txBox="1"/>
          <p:nvPr/>
        </p:nvSpPr>
        <p:spPr>
          <a:xfrm>
            <a:off x="9001872" y="5187637"/>
            <a:ext cx="3339102" cy="1107996"/>
          </a:xfrm>
          <a:prstGeom prst="rect">
            <a:avLst/>
          </a:prstGeom>
          <a:noFill/>
        </p:spPr>
        <p:txBody>
          <a:bodyPr wrap="square" rtlCol="0">
            <a:spAutoFit/>
          </a:bodyPr>
          <a:lstStyle/>
          <a:p>
            <a:r>
              <a:rPr lang="en-US" sz="2800" b="1" dirty="0">
                <a:solidFill>
                  <a:srgbClr val="FF0000"/>
                </a:solidFill>
                <a:highlight>
                  <a:srgbClr val="FFFF00"/>
                </a:highlight>
              </a:rPr>
              <a:t>Exercise</a:t>
            </a:r>
          </a:p>
          <a:p>
            <a:r>
              <a:rPr lang="en-US" b="1" dirty="0"/>
              <a:t>Remove “</a:t>
            </a:r>
            <a:r>
              <a:rPr lang="en-US" sz="2000" b="1" dirty="0">
                <a:solidFill>
                  <a:schemeClr val="accent6"/>
                </a:solidFill>
              </a:rPr>
              <a:t>static</a:t>
            </a:r>
            <a:r>
              <a:rPr lang="en-US" b="1" dirty="0"/>
              <a:t>” from the two methods</a:t>
            </a:r>
          </a:p>
        </p:txBody>
      </p:sp>
    </p:spTree>
    <p:extLst>
      <p:ext uri="{BB962C8B-B14F-4D97-AF65-F5344CB8AC3E}">
        <p14:creationId xmlns:p14="http://schemas.microsoft.com/office/powerpoint/2010/main" val="417583400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B8754-72E2-4862-96CA-FB080177DD86}"/>
              </a:ext>
            </a:extLst>
          </p:cNvPr>
          <p:cNvSpPr>
            <a:spLocks noGrp="1"/>
          </p:cNvSpPr>
          <p:nvPr>
            <p:ph type="title"/>
          </p:nvPr>
        </p:nvSpPr>
        <p:spPr>
          <a:xfrm>
            <a:off x="609600" y="236306"/>
            <a:ext cx="10972800" cy="362360"/>
          </a:xfrm>
        </p:spPr>
        <p:txBody>
          <a:bodyPr>
            <a:normAutofit fontScale="90000"/>
          </a:bodyPr>
          <a:lstStyle/>
          <a:p>
            <a:pPr fontAlgn="auto">
              <a:spcAft>
                <a:spcPts val="0"/>
              </a:spcAft>
              <a:defRPr/>
            </a:pPr>
            <a:r>
              <a:rPr lang="en-US" sz="5300" dirty="0">
                <a:solidFill>
                  <a:srgbClr val="3380E6"/>
                </a:solidFill>
                <a:highlight>
                  <a:srgbClr val="FFFF00"/>
                </a:highlight>
                <a:latin typeface="Calibri" panose="020F0502020204030204" pitchFamily="34" charset="0"/>
              </a:rPr>
              <a:t>Dynamic or Late </a:t>
            </a:r>
            <a:r>
              <a:rPr lang="en-US" sz="5300" dirty="0">
                <a:solidFill>
                  <a:srgbClr val="3380E6"/>
                </a:solidFill>
                <a:latin typeface="Calibri" panose="020F0502020204030204" pitchFamily="34" charset="0"/>
              </a:rPr>
              <a:t>binding example</a:t>
            </a:r>
          </a:p>
        </p:txBody>
      </p:sp>
      <p:sp>
        <p:nvSpPr>
          <p:cNvPr id="3" name="Rectangle 2">
            <a:extLst>
              <a:ext uri="{FF2B5EF4-FFF2-40B4-BE49-F238E27FC236}">
                <a16:creationId xmlns:a16="http://schemas.microsoft.com/office/drawing/2014/main" id="{997CAD38-3F41-4BAA-A85A-93FCC082B18F}"/>
              </a:ext>
            </a:extLst>
          </p:cNvPr>
          <p:cNvSpPr/>
          <p:nvPr/>
        </p:nvSpPr>
        <p:spPr>
          <a:xfrm>
            <a:off x="609600" y="1182724"/>
            <a:ext cx="11078967" cy="4154984"/>
          </a:xfrm>
          <a:prstGeom prst="rect">
            <a:avLst/>
          </a:prstGeom>
        </p:spPr>
        <p:txBody>
          <a:bodyPr wrap="square">
            <a:spAutoFit/>
          </a:bodyPr>
          <a:lstStyle/>
          <a:p>
            <a:pPr marL="457200" indent="-457200">
              <a:spcBef>
                <a:spcPts val="1200"/>
              </a:spcBef>
              <a:buFont typeface="Arial" panose="020B0604020202020204" pitchFamily="34" charset="0"/>
              <a:buChar char="•"/>
            </a:pPr>
            <a:r>
              <a:rPr lang="en-US" sz="2800" dirty="0">
                <a:solidFill>
                  <a:srgbClr val="222426"/>
                </a:solidFill>
                <a:latin typeface="Calibri" panose="020F0502020204030204" pitchFamily="34" charset="0"/>
                <a:cs typeface="Calibri" panose="020F0502020204030204" pitchFamily="34" charset="0"/>
              </a:rPr>
              <a:t>When compiler is not able to resolve the call/binding at compile time, such binding is known as Dynamic or late Binding. </a:t>
            </a:r>
          </a:p>
          <a:p>
            <a:pPr marL="457200" indent="-457200">
              <a:spcBef>
                <a:spcPts val="1200"/>
              </a:spcBef>
              <a:buFont typeface="Arial" panose="020B0604020202020204" pitchFamily="34" charset="0"/>
              <a:buChar char="•"/>
            </a:pPr>
            <a:r>
              <a:rPr lang="en-US" sz="2800" b="1" dirty="0">
                <a:solidFill>
                  <a:srgbClr val="222426"/>
                </a:solidFill>
                <a:latin typeface="Calibri" panose="020F0502020204030204" pitchFamily="34" charset="0"/>
                <a:cs typeface="Calibri" panose="020F0502020204030204" pitchFamily="34" charset="0"/>
              </a:rPr>
              <a:t>Method Overriding </a:t>
            </a:r>
            <a:r>
              <a:rPr lang="en-US" sz="2800" dirty="0">
                <a:solidFill>
                  <a:srgbClr val="222426"/>
                </a:solidFill>
                <a:latin typeface="Calibri" panose="020F0502020204030204" pitchFamily="34" charset="0"/>
                <a:cs typeface="Calibri" panose="020F0502020204030204" pitchFamily="34" charset="0"/>
              </a:rPr>
              <a:t>is a perfect example of dynamic binding </a:t>
            </a:r>
          </a:p>
          <a:p>
            <a:pPr marL="457200" indent="-457200">
              <a:spcBef>
                <a:spcPts val="1200"/>
              </a:spcBef>
              <a:buFont typeface="Arial" panose="020B0604020202020204" pitchFamily="34" charset="0"/>
              <a:buChar char="•"/>
            </a:pPr>
            <a:r>
              <a:rPr lang="en-US" sz="2800" dirty="0">
                <a:solidFill>
                  <a:srgbClr val="222426"/>
                </a:solidFill>
                <a:latin typeface="Calibri" panose="020F0502020204030204" pitchFamily="34" charset="0"/>
                <a:cs typeface="Calibri" panose="020F0502020204030204" pitchFamily="34" charset="0"/>
              </a:rPr>
              <a:t>As in overriding both parent and child classes have same method </a:t>
            </a:r>
          </a:p>
          <a:p>
            <a:pPr marL="457200" indent="-457200">
              <a:spcBef>
                <a:spcPts val="1200"/>
              </a:spcBef>
              <a:buFont typeface="Arial" panose="020B0604020202020204" pitchFamily="34" charset="0"/>
              <a:buChar char="•"/>
            </a:pPr>
            <a:r>
              <a:rPr lang="en-US" sz="2800" dirty="0">
                <a:solidFill>
                  <a:srgbClr val="222426"/>
                </a:solidFill>
                <a:latin typeface="Calibri" panose="020F0502020204030204" pitchFamily="34" charset="0"/>
                <a:cs typeface="Calibri" panose="020F0502020204030204" pitchFamily="34" charset="0"/>
              </a:rPr>
              <a:t>And in this case the </a:t>
            </a:r>
            <a:r>
              <a:rPr lang="en-US" sz="2800" b="1" dirty="0">
                <a:solidFill>
                  <a:srgbClr val="222426"/>
                </a:solidFill>
                <a:latin typeface="Calibri" panose="020F0502020204030204" pitchFamily="34" charset="0"/>
                <a:cs typeface="Calibri" panose="020F0502020204030204" pitchFamily="34" charset="0"/>
              </a:rPr>
              <a:t>type of the object</a:t>
            </a:r>
            <a:r>
              <a:rPr lang="en-US" sz="2800" dirty="0">
                <a:solidFill>
                  <a:srgbClr val="222426"/>
                </a:solidFill>
                <a:latin typeface="Calibri" panose="020F0502020204030204" pitchFamily="34" charset="0"/>
                <a:cs typeface="Calibri" panose="020F0502020204030204" pitchFamily="34" charset="0"/>
              </a:rPr>
              <a:t> determines which method is to be executed. </a:t>
            </a:r>
          </a:p>
          <a:p>
            <a:pPr marL="457200" indent="-457200">
              <a:spcBef>
                <a:spcPts val="1200"/>
              </a:spcBef>
              <a:buFont typeface="Arial" panose="020B0604020202020204" pitchFamily="34" charset="0"/>
              <a:buChar char="•"/>
            </a:pPr>
            <a:r>
              <a:rPr lang="en-US" sz="2800" dirty="0">
                <a:solidFill>
                  <a:srgbClr val="222426"/>
                </a:solidFill>
                <a:latin typeface="Calibri" panose="020F0502020204030204" pitchFamily="34" charset="0"/>
                <a:cs typeface="Calibri" panose="020F0502020204030204" pitchFamily="34" charset="0"/>
              </a:rPr>
              <a:t>The type of object is determined at the </a:t>
            </a:r>
            <a:r>
              <a:rPr lang="en-US" sz="2800" b="1" i="1" dirty="0">
                <a:solidFill>
                  <a:srgbClr val="222426"/>
                </a:solidFill>
                <a:latin typeface="Calibri" panose="020F0502020204030204" pitchFamily="34" charset="0"/>
                <a:cs typeface="Calibri" panose="020F0502020204030204" pitchFamily="34" charset="0"/>
              </a:rPr>
              <a:t>run time</a:t>
            </a:r>
            <a:r>
              <a:rPr lang="en-US" sz="2800" dirty="0">
                <a:solidFill>
                  <a:srgbClr val="222426"/>
                </a:solidFill>
                <a:latin typeface="Calibri" panose="020F0502020204030204" pitchFamily="34" charset="0"/>
                <a:cs typeface="Calibri" panose="020F0502020204030204" pitchFamily="34" charset="0"/>
              </a:rPr>
              <a:t> so this is known as </a:t>
            </a:r>
            <a:r>
              <a:rPr lang="en-US" sz="2800" b="1" i="1" dirty="0">
                <a:solidFill>
                  <a:srgbClr val="222426"/>
                </a:solidFill>
                <a:latin typeface="Calibri" panose="020F0502020204030204" pitchFamily="34" charset="0"/>
                <a:cs typeface="Calibri" panose="020F0502020204030204" pitchFamily="34" charset="0"/>
              </a:rPr>
              <a:t>dynamic binding</a:t>
            </a:r>
            <a:r>
              <a:rPr lang="en-US" sz="2800" dirty="0">
                <a:solidFill>
                  <a:srgbClr val="222426"/>
                </a:solidFill>
                <a:latin typeface="Calibri" panose="020F0502020204030204" pitchFamily="34" charset="0"/>
                <a:cs typeface="Calibri" panose="020F0502020204030204" pitchFamily="34" charset="0"/>
              </a:rPr>
              <a:t>.</a:t>
            </a:r>
            <a:endParaRPr lang="en-US" sz="2800" b="0" i="0" dirty="0">
              <a:solidFill>
                <a:srgbClr val="222426"/>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01892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B8754-72E2-4862-96CA-FB080177DD86}"/>
              </a:ext>
            </a:extLst>
          </p:cNvPr>
          <p:cNvSpPr>
            <a:spLocks noGrp="1"/>
          </p:cNvSpPr>
          <p:nvPr>
            <p:ph type="title"/>
          </p:nvPr>
        </p:nvSpPr>
        <p:spPr>
          <a:xfrm>
            <a:off x="662683" y="184934"/>
            <a:ext cx="10972800" cy="369870"/>
          </a:xfrm>
        </p:spPr>
        <p:txBody>
          <a:bodyPr>
            <a:normAutofit fontScale="90000"/>
          </a:bodyPr>
          <a:lstStyle/>
          <a:p>
            <a:pPr fontAlgn="auto">
              <a:spcAft>
                <a:spcPts val="0"/>
              </a:spcAft>
              <a:defRPr/>
            </a:pPr>
            <a:r>
              <a:rPr lang="en-US" sz="5300" dirty="0">
                <a:solidFill>
                  <a:srgbClr val="3380E6"/>
                </a:solidFill>
                <a:highlight>
                  <a:srgbClr val="FFFF00"/>
                </a:highlight>
                <a:latin typeface="Calibri" panose="020F0502020204030204" pitchFamily="34" charset="0"/>
              </a:rPr>
              <a:t>Dynamic</a:t>
            </a:r>
            <a:r>
              <a:rPr lang="en-US" sz="5300" dirty="0">
                <a:solidFill>
                  <a:srgbClr val="3380E6"/>
                </a:solidFill>
                <a:latin typeface="Calibri" panose="020F0502020204030204" pitchFamily="34" charset="0"/>
              </a:rPr>
              <a:t> binding example</a:t>
            </a:r>
          </a:p>
        </p:txBody>
      </p:sp>
      <p:sp>
        <p:nvSpPr>
          <p:cNvPr id="3" name="Rectangle 2">
            <a:extLst>
              <a:ext uri="{FF2B5EF4-FFF2-40B4-BE49-F238E27FC236}">
                <a16:creationId xmlns:a16="http://schemas.microsoft.com/office/drawing/2014/main" id="{997CAD38-3F41-4BAA-A85A-93FCC082B18F}"/>
              </a:ext>
            </a:extLst>
          </p:cNvPr>
          <p:cNvSpPr/>
          <p:nvPr/>
        </p:nvSpPr>
        <p:spPr>
          <a:xfrm>
            <a:off x="609599" y="853951"/>
            <a:ext cx="11078967" cy="4154984"/>
          </a:xfrm>
          <a:prstGeom prst="rect">
            <a:avLst/>
          </a:prstGeom>
        </p:spPr>
        <p:txBody>
          <a:bodyPr wrap="square">
            <a:spAutoFit/>
          </a:bodyPr>
          <a:lstStyle/>
          <a:p>
            <a:pPr marL="457200" indent="-457200">
              <a:spcBef>
                <a:spcPts val="1200"/>
              </a:spcBef>
              <a:buFont typeface="Arial" panose="020B0604020202020204" pitchFamily="34" charset="0"/>
              <a:buChar char="•"/>
            </a:pPr>
            <a:r>
              <a:rPr lang="en-US" sz="2800" dirty="0"/>
              <a:t>This is the same example that we have seen above. </a:t>
            </a:r>
          </a:p>
          <a:p>
            <a:pPr marL="457200" indent="-457200">
              <a:spcBef>
                <a:spcPts val="1200"/>
              </a:spcBef>
              <a:buFont typeface="Arial" panose="020B0604020202020204" pitchFamily="34" charset="0"/>
              <a:buChar char="•"/>
            </a:pPr>
            <a:r>
              <a:rPr lang="en-US" sz="2800" dirty="0"/>
              <a:t>The only difference here is that in this example, overriding is actually happening.</a:t>
            </a:r>
          </a:p>
          <a:p>
            <a:pPr marL="457200" indent="-457200">
              <a:spcBef>
                <a:spcPts val="1200"/>
              </a:spcBef>
              <a:buFont typeface="Arial" panose="020B0604020202020204" pitchFamily="34" charset="0"/>
              <a:buChar char="•"/>
            </a:pPr>
            <a:r>
              <a:rPr lang="en-US" sz="2800" dirty="0"/>
              <a:t>Since these methods are </a:t>
            </a:r>
            <a:r>
              <a:rPr lang="en-US" sz="2800" b="1" dirty="0"/>
              <a:t>not</a:t>
            </a:r>
            <a:r>
              <a:rPr lang="en-US" sz="2800" dirty="0"/>
              <a:t> </a:t>
            </a:r>
            <a:r>
              <a:rPr lang="en-US" sz="2800" b="1" i="1" dirty="0"/>
              <a:t>static</a:t>
            </a:r>
            <a:r>
              <a:rPr lang="en-US" sz="2800" dirty="0"/>
              <a:t>, </a:t>
            </a:r>
            <a:r>
              <a:rPr lang="en-US" sz="2800" b="1" i="1" dirty="0"/>
              <a:t>private</a:t>
            </a:r>
            <a:r>
              <a:rPr lang="en-US" sz="2800" dirty="0"/>
              <a:t> and </a:t>
            </a:r>
            <a:r>
              <a:rPr lang="en-US" sz="2800" b="1" i="1" dirty="0"/>
              <a:t>final</a:t>
            </a:r>
            <a:r>
              <a:rPr lang="en-US" sz="2800" dirty="0"/>
              <a:t>. </a:t>
            </a:r>
          </a:p>
          <a:p>
            <a:pPr marL="457200" indent="-457200">
              <a:spcBef>
                <a:spcPts val="1200"/>
              </a:spcBef>
              <a:buFont typeface="Arial" panose="020B0604020202020204" pitchFamily="34" charset="0"/>
              <a:buChar char="•"/>
            </a:pPr>
            <a:r>
              <a:rPr lang="en-US" sz="2800" dirty="0"/>
              <a:t>In case of overriding the call to the overridden method is determined at runtime by the type of object thus late binding happens. </a:t>
            </a:r>
          </a:p>
          <a:p>
            <a:pPr marL="457200" indent="-457200">
              <a:spcBef>
                <a:spcPts val="1200"/>
              </a:spcBef>
              <a:buFont typeface="Arial" panose="020B0604020202020204" pitchFamily="34" charset="0"/>
              <a:buChar char="•"/>
            </a:pPr>
            <a:r>
              <a:rPr lang="en-US" sz="2800" dirty="0"/>
              <a:t>Let us see an example to understand this:</a:t>
            </a:r>
            <a:endParaRPr lang="en-US" sz="2800" b="0" i="0" dirty="0">
              <a:solidFill>
                <a:srgbClr val="222426"/>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029593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B8754-72E2-4862-96CA-FB080177DD86}"/>
              </a:ext>
            </a:extLst>
          </p:cNvPr>
          <p:cNvSpPr>
            <a:spLocks noGrp="1"/>
          </p:cNvSpPr>
          <p:nvPr>
            <p:ph type="title"/>
          </p:nvPr>
        </p:nvSpPr>
        <p:spPr>
          <a:xfrm>
            <a:off x="609600" y="92468"/>
            <a:ext cx="10972800" cy="362360"/>
          </a:xfrm>
        </p:spPr>
        <p:txBody>
          <a:bodyPr>
            <a:normAutofit fontScale="90000"/>
          </a:bodyPr>
          <a:lstStyle/>
          <a:p>
            <a:pPr fontAlgn="auto">
              <a:spcAft>
                <a:spcPts val="0"/>
              </a:spcAft>
              <a:defRPr/>
            </a:pPr>
            <a:r>
              <a:rPr lang="en-US" sz="5300" dirty="0">
                <a:solidFill>
                  <a:srgbClr val="3380E6"/>
                </a:solidFill>
                <a:latin typeface="Calibri" panose="020F0502020204030204" pitchFamily="34" charset="0"/>
              </a:rPr>
              <a:t>Dynamic </a:t>
            </a:r>
            <a:r>
              <a:rPr lang="en-US" sz="5300" dirty="0">
                <a:solidFill>
                  <a:srgbClr val="3380E6"/>
                </a:solidFill>
                <a:highlight>
                  <a:srgbClr val="FFFF00"/>
                </a:highlight>
                <a:latin typeface="Calibri" panose="020F0502020204030204" pitchFamily="34" charset="0"/>
              </a:rPr>
              <a:t>binding example</a:t>
            </a:r>
          </a:p>
        </p:txBody>
      </p:sp>
      <p:sp>
        <p:nvSpPr>
          <p:cNvPr id="5" name="Rectangle 2">
            <a:extLst>
              <a:ext uri="{FF2B5EF4-FFF2-40B4-BE49-F238E27FC236}">
                <a16:creationId xmlns:a16="http://schemas.microsoft.com/office/drawing/2014/main" id="{DF0058BC-9582-473C-82BA-E6C5EBDE9F02}"/>
              </a:ext>
            </a:extLst>
          </p:cNvPr>
          <p:cNvSpPr>
            <a:spLocks noChangeArrowheads="1"/>
          </p:cNvSpPr>
          <p:nvPr/>
        </p:nvSpPr>
        <p:spPr bwMode="auto">
          <a:xfrm>
            <a:off x="359596" y="620899"/>
            <a:ext cx="8688512" cy="6109365"/>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rgbClr val="00008B"/>
                </a:solidFill>
                <a:effectLst/>
                <a:latin typeface="Consolas" panose="020B0609020204030204" pitchFamily="49" charset="0"/>
              </a:rPr>
              <a:t>class</a:t>
            </a:r>
            <a:r>
              <a:rPr kumimoji="0" lang="en-US" altLang="en-US" sz="1700" b="0" i="0" u="none" strike="noStrike" cap="none" normalizeH="0" baseline="0" dirty="0">
                <a:ln>
                  <a:noFill/>
                </a:ln>
                <a:solidFill>
                  <a:srgbClr val="000000"/>
                </a:solidFill>
                <a:effectLst/>
                <a:latin typeface="Consolas" panose="020B0609020204030204" pitchFamily="49" charset="0"/>
              </a:rPr>
              <a:t> </a:t>
            </a:r>
            <a:r>
              <a:rPr kumimoji="0" lang="en-US" altLang="en-US" sz="1700" b="0" i="0" u="none" strike="noStrike" cap="none" normalizeH="0" baseline="0" dirty="0">
                <a:ln>
                  <a:noFill/>
                </a:ln>
                <a:solidFill>
                  <a:srgbClr val="2B91AF"/>
                </a:solidFill>
                <a:effectLst/>
                <a:latin typeface="Consolas" panose="020B0609020204030204" pitchFamily="49" charset="0"/>
              </a:rPr>
              <a:t>Human</a:t>
            </a:r>
            <a:r>
              <a:rPr kumimoji="0" lang="en-US" altLang="en-US" sz="17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rgbClr val="808080"/>
                </a:solidFill>
                <a:effectLst/>
                <a:latin typeface="Consolas" panose="020B0609020204030204" pitchFamily="49" charset="0"/>
              </a:rPr>
              <a:t>//Overridden Method</a:t>
            </a:r>
            <a:r>
              <a:rPr kumimoji="0" lang="en-US" altLang="en-US" sz="17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rgbClr val="00008B"/>
                </a:solidFill>
                <a:effectLst/>
                <a:latin typeface="Consolas" panose="020B0609020204030204" pitchFamily="49" charset="0"/>
              </a:rPr>
              <a:t>public</a:t>
            </a:r>
            <a:r>
              <a:rPr kumimoji="0" lang="en-US" altLang="en-US" sz="1700" b="0" i="0" u="none" strike="noStrike" cap="none" normalizeH="0" baseline="0" dirty="0">
                <a:ln>
                  <a:noFill/>
                </a:ln>
                <a:solidFill>
                  <a:srgbClr val="000000"/>
                </a:solidFill>
                <a:effectLst/>
                <a:latin typeface="Consolas" panose="020B0609020204030204" pitchFamily="49" charset="0"/>
              </a:rPr>
              <a:t> </a:t>
            </a:r>
            <a:r>
              <a:rPr kumimoji="0" lang="en-US" altLang="en-US" sz="1700" b="0" i="0" u="none" strike="noStrike" cap="none" normalizeH="0" baseline="0" dirty="0">
                <a:ln>
                  <a:noFill/>
                </a:ln>
                <a:solidFill>
                  <a:srgbClr val="00008B"/>
                </a:solidFill>
                <a:effectLst/>
                <a:latin typeface="Consolas" panose="020B0609020204030204" pitchFamily="49" charset="0"/>
              </a:rPr>
              <a:t>void</a:t>
            </a:r>
            <a:r>
              <a:rPr kumimoji="0" lang="en-US" altLang="en-US" sz="1700" b="0" i="0" u="none" strike="noStrike" cap="none" normalizeH="0" baseline="0" dirty="0">
                <a:ln>
                  <a:noFill/>
                </a:ln>
                <a:solidFill>
                  <a:srgbClr val="000000"/>
                </a:solidFill>
                <a:effectLst/>
                <a:latin typeface="Consolas" panose="020B0609020204030204" pitchFamily="49" charset="0"/>
              </a:rPr>
              <a:t> walk() {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700" b="0" i="0" u="none" strike="noStrike" cap="none" normalizeH="0" baseline="0" dirty="0">
              <a:ln>
                <a:noFill/>
              </a:ln>
              <a:solidFill>
                <a:srgbClr val="2B91AF"/>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err="1">
                <a:ln>
                  <a:noFill/>
                </a:ln>
                <a:solidFill>
                  <a:srgbClr val="2B91AF"/>
                </a:solidFill>
                <a:effectLst/>
                <a:latin typeface="Consolas" panose="020B0609020204030204" pitchFamily="49" charset="0"/>
              </a:rPr>
              <a:t>System</a:t>
            </a:r>
            <a:r>
              <a:rPr kumimoji="0" lang="en-US" altLang="en-US" sz="1700" b="0" i="0" u="none" strike="noStrike" cap="none" normalizeH="0" baseline="0" dirty="0" err="1">
                <a:ln>
                  <a:noFill/>
                </a:ln>
                <a:solidFill>
                  <a:srgbClr val="000000"/>
                </a:solidFill>
                <a:effectLst/>
                <a:latin typeface="Consolas" panose="020B0609020204030204" pitchFamily="49" charset="0"/>
              </a:rPr>
              <a:t>.</a:t>
            </a:r>
            <a:r>
              <a:rPr kumimoji="0" lang="en-US" altLang="en-US" sz="1700" b="0" i="0" u="none" strike="noStrike" cap="none" normalizeH="0" baseline="0" dirty="0" err="1">
                <a:ln>
                  <a:noFill/>
                </a:ln>
                <a:solidFill>
                  <a:srgbClr val="00008B"/>
                </a:solidFill>
                <a:effectLst/>
                <a:latin typeface="Consolas" panose="020B0609020204030204" pitchFamily="49" charset="0"/>
              </a:rPr>
              <a:t>out</a:t>
            </a:r>
            <a:r>
              <a:rPr kumimoji="0" lang="en-US" altLang="en-US" sz="1700" b="0" i="0" u="none" strike="noStrike" cap="none" normalizeH="0" baseline="0" dirty="0" err="1">
                <a:ln>
                  <a:noFill/>
                </a:ln>
                <a:solidFill>
                  <a:srgbClr val="000000"/>
                </a:solidFill>
                <a:effectLst/>
                <a:latin typeface="Consolas" panose="020B0609020204030204" pitchFamily="49" charset="0"/>
              </a:rPr>
              <a:t>.println</a:t>
            </a:r>
            <a:r>
              <a:rPr kumimoji="0" lang="en-US" altLang="en-US" sz="1700" b="0" i="0" u="none" strike="noStrike" cap="none" normalizeH="0" baseline="0" dirty="0">
                <a:ln>
                  <a:noFill/>
                </a:ln>
                <a:solidFill>
                  <a:srgbClr val="000000"/>
                </a:solidFill>
                <a:effectLst/>
                <a:latin typeface="Consolas" panose="020B0609020204030204" pitchFamily="49" charset="0"/>
              </a:rPr>
              <a:t>(</a:t>
            </a:r>
            <a:r>
              <a:rPr kumimoji="0" lang="en-US" altLang="en-US" sz="1700" b="0" i="0" u="none" strike="noStrike" cap="none" normalizeH="0" baseline="0" dirty="0">
                <a:ln>
                  <a:noFill/>
                </a:ln>
                <a:solidFill>
                  <a:srgbClr val="800000"/>
                </a:solidFill>
                <a:effectLst/>
                <a:latin typeface="Consolas" panose="020B0609020204030204" pitchFamily="49" charset="0"/>
              </a:rPr>
              <a:t>"Human walks"</a:t>
            </a:r>
            <a:r>
              <a:rPr kumimoji="0" lang="en-US" altLang="en-US" sz="17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rgbClr val="000000"/>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700" b="0" i="0" u="none" strike="noStrike" cap="none" normalizeH="0" baseline="0" dirty="0">
              <a:ln>
                <a:noFill/>
              </a:ln>
              <a:solidFill>
                <a:srgbClr val="00008B"/>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rgbClr val="00008B"/>
                </a:solidFill>
                <a:effectLst/>
                <a:latin typeface="Consolas" panose="020B0609020204030204" pitchFamily="49" charset="0"/>
              </a:rPr>
              <a:t>class</a:t>
            </a:r>
            <a:r>
              <a:rPr kumimoji="0" lang="en-US" altLang="en-US" sz="1700" b="0" i="0" u="none" strike="noStrike" cap="none" normalizeH="0" baseline="0" dirty="0">
                <a:ln>
                  <a:noFill/>
                </a:ln>
                <a:solidFill>
                  <a:srgbClr val="000000"/>
                </a:solidFill>
                <a:effectLst/>
                <a:latin typeface="Consolas" panose="020B0609020204030204" pitchFamily="49" charset="0"/>
              </a:rPr>
              <a:t> </a:t>
            </a:r>
            <a:r>
              <a:rPr kumimoji="0" lang="en-US" altLang="en-US" sz="1700" b="0" i="0" u="none" strike="noStrike" cap="none" normalizeH="0" baseline="0" dirty="0">
                <a:ln>
                  <a:noFill/>
                </a:ln>
                <a:solidFill>
                  <a:srgbClr val="2B91AF"/>
                </a:solidFill>
                <a:effectLst/>
                <a:latin typeface="Consolas" panose="020B0609020204030204" pitchFamily="49" charset="0"/>
              </a:rPr>
              <a:t>Demo</a:t>
            </a:r>
            <a:r>
              <a:rPr kumimoji="0" lang="en-US" altLang="en-US" sz="1700" b="0" i="0" u="none" strike="noStrike" cap="none" normalizeH="0" baseline="0" dirty="0">
                <a:ln>
                  <a:noFill/>
                </a:ln>
                <a:solidFill>
                  <a:srgbClr val="000000"/>
                </a:solidFill>
                <a:effectLst/>
                <a:latin typeface="Consolas" panose="020B0609020204030204" pitchFamily="49" charset="0"/>
              </a:rPr>
              <a:t> </a:t>
            </a:r>
            <a:r>
              <a:rPr kumimoji="0" lang="en-US" altLang="en-US" sz="1700" b="0" i="0" u="none" strike="noStrike" cap="none" normalizeH="0" baseline="0" dirty="0">
                <a:ln>
                  <a:noFill/>
                </a:ln>
                <a:solidFill>
                  <a:srgbClr val="00008B"/>
                </a:solidFill>
                <a:effectLst/>
                <a:latin typeface="Consolas" panose="020B0609020204030204" pitchFamily="49" charset="0"/>
              </a:rPr>
              <a:t>extends</a:t>
            </a:r>
            <a:r>
              <a:rPr kumimoji="0" lang="en-US" altLang="en-US" sz="1700" b="0" i="0" u="none" strike="noStrike" cap="none" normalizeH="0" baseline="0" dirty="0">
                <a:ln>
                  <a:noFill/>
                </a:ln>
                <a:solidFill>
                  <a:srgbClr val="000000"/>
                </a:solidFill>
                <a:effectLst/>
                <a:latin typeface="Consolas" panose="020B0609020204030204" pitchFamily="49" charset="0"/>
              </a:rPr>
              <a:t> </a:t>
            </a:r>
            <a:r>
              <a:rPr kumimoji="0" lang="en-US" altLang="en-US" sz="1700" b="0" i="0" u="none" strike="noStrike" cap="none" normalizeH="0" baseline="0" dirty="0">
                <a:ln>
                  <a:noFill/>
                </a:ln>
                <a:solidFill>
                  <a:srgbClr val="2B91AF"/>
                </a:solidFill>
                <a:effectLst/>
                <a:latin typeface="Consolas" panose="020B0609020204030204" pitchFamily="49" charset="0"/>
              </a:rPr>
              <a:t>Human</a:t>
            </a:r>
            <a:r>
              <a:rPr kumimoji="0" lang="en-US" altLang="en-US" sz="1700" b="0" i="0" u="none" strike="noStrike" cap="none" normalizeH="0" baseline="0" dirty="0">
                <a:ln>
                  <a:noFill/>
                </a:ln>
                <a:solidFill>
                  <a:srgbClr val="000000"/>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rgbClr val="808080"/>
                </a:solidFill>
                <a:effectLst/>
                <a:latin typeface="Consolas" panose="020B0609020204030204" pitchFamily="49" charset="0"/>
              </a:rPr>
              <a:t>//Overriding Method</a:t>
            </a:r>
            <a:r>
              <a:rPr kumimoji="0" lang="en-US" altLang="en-US" sz="17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rgbClr val="00008B"/>
                </a:solidFill>
                <a:effectLst/>
                <a:latin typeface="Consolas" panose="020B0609020204030204" pitchFamily="49" charset="0"/>
              </a:rPr>
              <a:t>public</a:t>
            </a:r>
            <a:r>
              <a:rPr kumimoji="0" lang="en-US" altLang="en-US" sz="1700" b="0" i="0" u="none" strike="noStrike" cap="none" normalizeH="0" baseline="0" dirty="0">
                <a:ln>
                  <a:noFill/>
                </a:ln>
                <a:solidFill>
                  <a:srgbClr val="000000"/>
                </a:solidFill>
                <a:effectLst/>
                <a:latin typeface="Consolas" panose="020B0609020204030204" pitchFamily="49" charset="0"/>
              </a:rPr>
              <a:t> </a:t>
            </a:r>
            <a:r>
              <a:rPr kumimoji="0" lang="en-US" altLang="en-US" sz="1700" b="0" i="0" u="none" strike="noStrike" cap="none" normalizeH="0" baseline="0" dirty="0">
                <a:ln>
                  <a:noFill/>
                </a:ln>
                <a:solidFill>
                  <a:srgbClr val="00008B"/>
                </a:solidFill>
                <a:effectLst/>
                <a:latin typeface="Consolas" panose="020B0609020204030204" pitchFamily="49" charset="0"/>
              </a:rPr>
              <a:t>void</a:t>
            </a:r>
            <a:r>
              <a:rPr kumimoji="0" lang="en-US" altLang="en-US" sz="1700" b="0" i="0" u="none" strike="noStrike" cap="none" normalizeH="0" baseline="0" dirty="0">
                <a:ln>
                  <a:noFill/>
                </a:ln>
                <a:solidFill>
                  <a:srgbClr val="000000"/>
                </a:solidFill>
                <a:effectLst/>
                <a:latin typeface="Consolas" panose="020B0609020204030204" pitchFamily="49" charset="0"/>
              </a:rPr>
              <a:t> walk(){</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700" dirty="0">
              <a:solidFill>
                <a:srgbClr val="000000"/>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rgbClr val="000000"/>
                </a:solidFill>
                <a:effectLst/>
                <a:latin typeface="Consolas" panose="020B0609020204030204" pitchFamily="49" charset="0"/>
              </a:rPr>
              <a:t> </a:t>
            </a:r>
            <a:r>
              <a:rPr kumimoji="0" lang="en-US" altLang="en-US" sz="1700" b="0" i="0" u="none" strike="noStrike" cap="none" normalizeH="0" baseline="0" dirty="0" err="1">
                <a:ln>
                  <a:noFill/>
                </a:ln>
                <a:solidFill>
                  <a:srgbClr val="2B91AF"/>
                </a:solidFill>
                <a:effectLst/>
                <a:latin typeface="Consolas" panose="020B0609020204030204" pitchFamily="49" charset="0"/>
              </a:rPr>
              <a:t>System</a:t>
            </a:r>
            <a:r>
              <a:rPr kumimoji="0" lang="en-US" altLang="en-US" sz="1700" b="0" i="0" u="none" strike="noStrike" cap="none" normalizeH="0" baseline="0" dirty="0" err="1">
                <a:ln>
                  <a:noFill/>
                </a:ln>
                <a:solidFill>
                  <a:srgbClr val="000000"/>
                </a:solidFill>
                <a:effectLst/>
                <a:latin typeface="Consolas" panose="020B0609020204030204" pitchFamily="49" charset="0"/>
              </a:rPr>
              <a:t>.</a:t>
            </a:r>
            <a:r>
              <a:rPr kumimoji="0" lang="en-US" altLang="en-US" sz="1700" b="0" i="0" u="none" strike="noStrike" cap="none" normalizeH="0" baseline="0" dirty="0" err="1">
                <a:ln>
                  <a:noFill/>
                </a:ln>
                <a:solidFill>
                  <a:srgbClr val="00008B"/>
                </a:solidFill>
                <a:effectLst/>
                <a:latin typeface="Consolas" panose="020B0609020204030204" pitchFamily="49" charset="0"/>
              </a:rPr>
              <a:t>out</a:t>
            </a:r>
            <a:r>
              <a:rPr kumimoji="0" lang="en-US" altLang="en-US" sz="1700" b="0" i="0" u="none" strike="noStrike" cap="none" normalizeH="0" baseline="0" dirty="0" err="1">
                <a:ln>
                  <a:noFill/>
                </a:ln>
                <a:solidFill>
                  <a:srgbClr val="000000"/>
                </a:solidFill>
                <a:effectLst/>
                <a:latin typeface="Consolas" panose="020B0609020204030204" pitchFamily="49" charset="0"/>
              </a:rPr>
              <a:t>.println</a:t>
            </a:r>
            <a:r>
              <a:rPr kumimoji="0" lang="en-US" altLang="en-US" sz="1700" b="0" i="0" u="none" strike="noStrike" cap="none" normalizeH="0" baseline="0" dirty="0">
                <a:ln>
                  <a:noFill/>
                </a:ln>
                <a:solidFill>
                  <a:srgbClr val="000000"/>
                </a:solidFill>
                <a:effectLst/>
                <a:latin typeface="Consolas" panose="020B0609020204030204" pitchFamily="49" charset="0"/>
              </a:rPr>
              <a:t>(</a:t>
            </a:r>
            <a:r>
              <a:rPr kumimoji="0" lang="en-US" altLang="en-US" sz="1700" b="0" i="0" u="none" strike="noStrike" cap="none" normalizeH="0" baseline="0" dirty="0">
                <a:ln>
                  <a:noFill/>
                </a:ln>
                <a:solidFill>
                  <a:srgbClr val="800000"/>
                </a:solidFill>
                <a:effectLst/>
                <a:latin typeface="Consolas" panose="020B0609020204030204" pitchFamily="49" charset="0"/>
              </a:rPr>
              <a:t>"Boy walks"</a:t>
            </a:r>
            <a:r>
              <a:rPr kumimoji="0" lang="en-US" altLang="en-US" sz="17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rgbClr val="00008B"/>
                </a:solidFill>
                <a:effectLst/>
                <a:latin typeface="Consolas" panose="020B0609020204030204" pitchFamily="49" charset="0"/>
              </a:rPr>
              <a:t>public</a:t>
            </a:r>
            <a:r>
              <a:rPr kumimoji="0" lang="en-US" altLang="en-US" sz="1700" b="0" i="0" u="none" strike="noStrike" cap="none" normalizeH="0" baseline="0" dirty="0">
                <a:ln>
                  <a:noFill/>
                </a:ln>
                <a:solidFill>
                  <a:srgbClr val="000000"/>
                </a:solidFill>
                <a:effectLst/>
                <a:latin typeface="Consolas" panose="020B0609020204030204" pitchFamily="49" charset="0"/>
              </a:rPr>
              <a:t> </a:t>
            </a:r>
            <a:r>
              <a:rPr kumimoji="0" lang="en-US" altLang="en-US" sz="1700" b="0" i="0" u="none" strike="noStrike" cap="none" normalizeH="0" baseline="0" dirty="0">
                <a:ln>
                  <a:noFill/>
                </a:ln>
                <a:solidFill>
                  <a:srgbClr val="00008B"/>
                </a:solidFill>
                <a:effectLst/>
                <a:latin typeface="Consolas" panose="020B0609020204030204" pitchFamily="49" charset="0"/>
              </a:rPr>
              <a:t>static</a:t>
            </a:r>
            <a:r>
              <a:rPr kumimoji="0" lang="en-US" altLang="en-US" sz="1700" b="0" i="0" u="none" strike="noStrike" cap="none" normalizeH="0" baseline="0" dirty="0">
                <a:ln>
                  <a:noFill/>
                </a:ln>
                <a:solidFill>
                  <a:srgbClr val="000000"/>
                </a:solidFill>
                <a:effectLst/>
                <a:latin typeface="Consolas" panose="020B0609020204030204" pitchFamily="49" charset="0"/>
              </a:rPr>
              <a:t> </a:t>
            </a:r>
            <a:r>
              <a:rPr kumimoji="0" lang="en-US" altLang="en-US" sz="1700" b="0" i="0" u="none" strike="noStrike" cap="none" normalizeH="0" baseline="0" dirty="0">
                <a:ln>
                  <a:noFill/>
                </a:ln>
                <a:solidFill>
                  <a:srgbClr val="00008B"/>
                </a:solidFill>
                <a:effectLst/>
                <a:latin typeface="Consolas" panose="020B0609020204030204" pitchFamily="49" charset="0"/>
              </a:rPr>
              <a:t>void</a:t>
            </a:r>
            <a:r>
              <a:rPr kumimoji="0" lang="en-US" altLang="en-US" sz="1700" b="0" i="0" u="none" strike="noStrike" cap="none" normalizeH="0" baseline="0" dirty="0">
                <a:ln>
                  <a:noFill/>
                </a:ln>
                <a:solidFill>
                  <a:srgbClr val="000000"/>
                </a:solidFill>
                <a:effectLst/>
                <a:latin typeface="Consolas" panose="020B0609020204030204" pitchFamily="49" charset="0"/>
              </a:rPr>
              <a:t> main( </a:t>
            </a:r>
            <a:r>
              <a:rPr kumimoji="0" lang="en-US" altLang="en-US" sz="1700" b="0" i="0" u="none" strike="noStrike" cap="none" normalizeH="0" baseline="0" dirty="0">
                <a:ln>
                  <a:noFill/>
                </a:ln>
                <a:solidFill>
                  <a:srgbClr val="2B91AF"/>
                </a:solidFill>
                <a:effectLst/>
                <a:latin typeface="Consolas" panose="020B0609020204030204" pitchFamily="49" charset="0"/>
              </a:rPr>
              <a:t>String</a:t>
            </a:r>
            <a:r>
              <a:rPr kumimoji="0" lang="en-US" altLang="en-US" sz="1700" b="0" i="0" u="none" strike="noStrike" cap="none" normalizeH="0" baseline="0" dirty="0">
                <a:ln>
                  <a:noFill/>
                </a:ln>
                <a:solidFill>
                  <a:srgbClr val="000000"/>
                </a:solidFill>
                <a:effectLst/>
                <a:latin typeface="Consolas" panose="020B0609020204030204" pitchFamily="49" charset="0"/>
              </a:rPr>
              <a:t> </a:t>
            </a:r>
            <a:r>
              <a:rPr kumimoji="0" lang="en-US" altLang="en-US" sz="1700" b="0" i="0" u="none" strike="noStrike" cap="none" normalizeH="0" baseline="0" dirty="0" err="1">
                <a:ln>
                  <a:noFill/>
                </a:ln>
                <a:solidFill>
                  <a:srgbClr val="000000"/>
                </a:solidFill>
                <a:effectLst/>
                <a:latin typeface="Consolas" panose="020B0609020204030204" pitchFamily="49" charset="0"/>
              </a:rPr>
              <a:t>args</a:t>
            </a:r>
            <a:r>
              <a:rPr kumimoji="0" lang="en-US" altLang="en-US" sz="1700" b="0" i="0" u="none" strike="noStrike" cap="none" normalizeH="0" baseline="0" dirty="0">
                <a:ln>
                  <a:noFill/>
                </a:ln>
                <a:solidFill>
                  <a:srgbClr val="000000"/>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rgbClr val="808080"/>
                </a:solidFill>
                <a:effectLst/>
                <a:latin typeface="Consolas" panose="020B0609020204030204" pitchFamily="49" charset="0"/>
              </a:rPr>
              <a:t>/* Reference is of Human type and object is * Boy type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700" dirty="0">
              <a:solidFill>
                <a:srgbClr val="808080"/>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rgbClr val="2B91AF"/>
                </a:solidFill>
                <a:effectLst/>
                <a:latin typeface="Consolas" panose="020B0609020204030204" pitchFamily="49" charset="0"/>
              </a:rPr>
              <a:t>Human</a:t>
            </a:r>
            <a:r>
              <a:rPr kumimoji="0" lang="en-US" altLang="en-US" sz="1700" b="0" i="0" u="none" strike="noStrike" cap="none" normalizeH="0" baseline="0" dirty="0">
                <a:ln>
                  <a:noFill/>
                </a:ln>
                <a:solidFill>
                  <a:srgbClr val="000000"/>
                </a:solidFill>
                <a:effectLst/>
                <a:latin typeface="Consolas" panose="020B0609020204030204" pitchFamily="49" charset="0"/>
              </a:rPr>
              <a:t> obj = </a:t>
            </a:r>
            <a:r>
              <a:rPr kumimoji="0" lang="en-US" altLang="en-US" sz="1700" b="0" i="0" u="none" strike="noStrike" cap="none" normalizeH="0" baseline="0" dirty="0">
                <a:ln>
                  <a:noFill/>
                </a:ln>
                <a:solidFill>
                  <a:srgbClr val="00008B"/>
                </a:solidFill>
                <a:effectLst/>
                <a:latin typeface="Consolas" panose="020B0609020204030204" pitchFamily="49" charset="0"/>
              </a:rPr>
              <a:t>new</a:t>
            </a:r>
            <a:r>
              <a:rPr kumimoji="0" lang="en-US" altLang="en-US" sz="1700" b="0" i="0" u="none" strike="noStrike" cap="none" normalizeH="0" baseline="0" dirty="0">
                <a:ln>
                  <a:noFill/>
                </a:ln>
                <a:solidFill>
                  <a:srgbClr val="000000"/>
                </a:solidFill>
                <a:effectLst/>
                <a:latin typeface="Consolas" panose="020B0609020204030204" pitchFamily="49" charset="0"/>
              </a:rPr>
              <a:t> </a:t>
            </a:r>
            <a:r>
              <a:rPr kumimoji="0" lang="en-US" altLang="en-US" sz="1700" b="0" i="0" u="none" strike="noStrike" cap="none" normalizeH="0" baseline="0" dirty="0">
                <a:ln>
                  <a:noFill/>
                </a:ln>
                <a:solidFill>
                  <a:srgbClr val="2B91AF"/>
                </a:solidFill>
                <a:effectLst/>
                <a:latin typeface="Consolas" panose="020B0609020204030204" pitchFamily="49" charset="0"/>
              </a:rPr>
              <a:t>Demo</a:t>
            </a:r>
            <a:r>
              <a:rPr kumimoji="0" lang="en-US" altLang="en-US" sz="17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rgbClr val="808080"/>
                </a:solidFill>
                <a:effectLst/>
                <a:latin typeface="Consolas" panose="020B0609020204030204" pitchFamily="49" charset="0"/>
              </a:rPr>
              <a:t>/* Reference is of Human type and object is * of Human type.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rgbClr val="2B91AF"/>
                </a:solidFill>
                <a:effectLst/>
                <a:latin typeface="Consolas" panose="020B0609020204030204" pitchFamily="49" charset="0"/>
              </a:rPr>
              <a:t>Human</a:t>
            </a:r>
            <a:r>
              <a:rPr kumimoji="0" lang="en-US" altLang="en-US" sz="1700" b="0" i="0" u="none" strike="noStrike" cap="none" normalizeH="0" baseline="0" dirty="0">
                <a:ln>
                  <a:noFill/>
                </a:ln>
                <a:solidFill>
                  <a:srgbClr val="000000"/>
                </a:solidFill>
                <a:effectLst/>
                <a:latin typeface="Consolas" panose="020B0609020204030204" pitchFamily="49" charset="0"/>
              </a:rPr>
              <a:t> obj2 = </a:t>
            </a:r>
            <a:r>
              <a:rPr kumimoji="0" lang="en-US" altLang="en-US" sz="1700" b="0" i="0" u="none" strike="noStrike" cap="none" normalizeH="0" baseline="0" dirty="0">
                <a:ln>
                  <a:noFill/>
                </a:ln>
                <a:solidFill>
                  <a:srgbClr val="00008B"/>
                </a:solidFill>
                <a:effectLst/>
                <a:latin typeface="Consolas" panose="020B0609020204030204" pitchFamily="49" charset="0"/>
              </a:rPr>
              <a:t>new</a:t>
            </a:r>
            <a:r>
              <a:rPr kumimoji="0" lang="en-US" altLang="en-US" sz="1700" b="0" i="0" u="none" strike="noStrike" cap="none" normalizeH="0" baseline="0" dirty="0">
                <a:ln>
                  <a:noFill/>
                </a:ln>
                <a:solidFill>
                  <a:srgbClr val="000000"/>
                </a:solidFill>
                <a:effectLst/>
                <a:latin typeface="Consolas" panose="020B0609020204030204" pitchFamily="49" charset="0"/>
              </a:rPr>
              <a:t> </a:t>
            </a:r>
            <a:r>
              <a:rPr kumimoji="0" lang="en-US" altLang="en-US" sz="1700" b="0" i="0" u="none" strike="noStrike" cap="none" normalizeH="0" baseline="0" dirty="0">
                <a:ln>
                  <a:noFill/>
                </a:ln>
                <a:solidFill>
                  <a:srgbClr val="2B91AF"/>
                </a:solidFill>
                <a:effectLst/>
                <a:latin typeface="Consolas" panose="020B0609020204030204" pitchFamily="49" charset="0"/>
              </a:rPr>
              <a:t>Human</a:t>
            </a:r>
            <a:r>
              <a:rPr kumimoji="0" lang="en-US" altLang="en-US" sz="17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err="1">
                <a:ln>
                  <a:noFill/>
                </a:ln>
                <a:solidFill>
                  <a:srgbClr val="000000"/>
                </a:solidFill>
                <a:effectLst/>
                <a:latin typeface="Consolas" panose="020B0609020204030204" pitchFamily="49" charset="0"/>
              </a:rPr>
              <a:t>obj.walk</a:t>
            </a:r>
            <a:r>
              <a:rPr kumimoji="0" lang="en-US" altLang="en-US" sz="17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rgbClr val="000000"/>
                </a:solidFill>
                <a:effectLst/>
                <a:latin typeface="Consolas" panose="020B0609020204030204" pitchFamily="49" charset="0"/>
              </a:rPr>
              <a:t>obj2.walk();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rgbClr val="000000"/>
                </a:solidFill>
                <a:effectLst/>
                <a:latin typeface="Consolas" panose="020B0609020204030204" pitchFamily="49" charset="0"/>
              </a:rPr>
              <a:t>} }</a:t>
            </a:r>
            <a:r>
              <a:rPr kumimoji="0" lang="en-US" altLang="en-US" sz="1700" b="0" i="0" u="none" strike="noStrike" cap="none" normalizeH="0" baseline="0" dirty="0">
                <a:ln>
                  <a:noFill/>
                </a:ln>
                <a:solidFill>
                  <a:schemeClr val="tx1"/>
                </a:solidFill>
                <a:effectLst/>
              </a:rPr>
              <a:t> </a:t>
            </a:r>
          </a:p>
        </p:txBody>
      </p:sp>
      <p:sp>
        <p:nvSpPr>
          <p:cNvPr id="6" name="Rectangle 3">
            <a:extLst>
              <a:ext uri="{FF2B5EF4-FFF2-40B4-BE49-F238E27FC236}">
                <a16:creationId xmlns:a16="http://schemas.microsoft.com/office/drawing/2014/main" id="{C3284867-8F0C-448F-9BBA-E30BA6A57E62}"/>
              </a:ext>
            </a:extLst>
          </p:cNvPr>
          <p:cNvSpPr>
            <a:spLocks noChangeArrowheads="1"/>
          </p:cNvSpPr>
          <p:nvPr/>
        </p:nvSpPr>
        <p:spPr bwMode="auto">
          <a:xfrm>
            <a:off x="9195370" y="1961117"/>
            <a:ext cx="2804846" cy="1815882"/>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222426"/>
                </a:solidFill>
                <a:effectLst/>
                <a:latin typeface="PT Sans"/>
              </a:rPr>
              <a:t>Output:</a:t>
            </a:r>
            <a:endParaRPr kumimoji="0" lang="en-US" altLang="en-US" sz="2800" b="1" i="0" u="none" strike="noStrike" cap="none" normalizeH="0" baseline="0" dirty="0">
              <a:ln>
                <a:noFill/>
              </a:ln>
              <a:solidFill>
                <a:srgbClr val="2B91AF"/>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rgbClr val="2B91AF"/>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2B91AF"/>
                </a:solidFill>
                <a:effectLst/>
                <a:latin typeface="Consolas" panose="020B0609020204030204" pitchFamily="49" charset="0"/>
              </a:rPr>
              <a:t>Boy</a:t>
            </a:r>
            <a:r>
              <a:rPr kumimoji="0" lang="en-US" altLang="en-US" sz="2800" b="0" i="0" u="none" strike="noStrike" cap="none" normalizeH="0" baseline="0" dirty="0">
                <a:ln>
                  <a:noFill/>
                </a:ln>
                <a:solidFill>
                  <a:srgbClr val="000000"/>
                </a:solidFill>
                <a:effectLst/>
                <a:latin typeface="Consolas" panose="020B0609020204030204" pitchFamily="49" charset="0"/>
              </a:rPr>
              <a:t> walks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2B91AF"/>
                </a:solidFill>
                <a:effectLst/>
                <a:latin typeface="Consolas" panose="020B0609020204030204" pitchFamily="49" charset="0"/>
              </a:rPr>
              <a:t>Human</a:t>
            </a:r>
            <a:r>
              <a:rPr kumimoji="0" lang="en-US" altLang="en-US" sz="2800" b="0" i="0" u="none" strike="noStrike" cap="none" normalizeH="0" baseline="0" dirty="0">
                <a:ln>
                  <a:noFill/>
                </a:ln>
                <a:solidFill>
                  <a:srgbClr val="000000"/>
                </a:solidFill>
                <a:effectLst/>
                <a:latin typeface="Consolas" panose="020B0609020204030204" pitchFamily="49" charset="0"/>
              </a:rPr>
              <a:t> walks</a:t>
            </a:r>
            <a:r>
              <a:rPr kumimoji="0" lang="en-US" altLang="en-US" sz="2800" b="0" i="0" u="none" strike="noStrike" cap="none" normalizeH="0" baseline="0" dirty="0">
                <a:ln>
                  <a:noFill/>
                </a:ln>
                <a:solidFill>
                  <a:schemeClr val="tx1"/>
                </a:solidFill>
                <a:effectLst/>
              </a:rPr>
              <a:t> </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8D6E368B-4BE2-45F7-AF7E-3ED15BD28F1B}"/>
              </a:ext>
            </a:extLst>
          </p:cNvPr>
          <p:cNvSpPr txBox="1"/>
          <p:nvPr/>
        </p:nvSpPr>
        <p:spPr>
          <a:xfrm>
            <a:off x="9001872" y="5187637"/>
            <a:ext cx="3339102" cy="1384995"/>
          </a:xfrm>
          <a:prstGeom prst="rect">
            <a:avLst/>
          </a:prstGeom>
          <a:noFill/>
        </p:spPr>
        <p:txBody>
          <a:bodyPr wrap="square" rtlCol="0">
            <a:spAutoFit/>
          </a:bodyPr>
          <a:lstStyle/>
          <a:p>
            <a:r>
              <a:rPr lang="en-US" sz="2800" b="1" dirty="0">
                <a:solidFill>
                  <a:srgbClr val="FF0000"/>
                </a:solidFill>
                <a:highlight>
                  <a:srgbClr val="FFFF00"/>
                </a:highlight>
              </a:rPr>
              <a:t>Exercise</a:t>
            </a:r>
          </a:p>
          <a:p>
            <a:r>
              <a:rPr lang="en-US" b="1" dirty="0"/>
              <a:t>Just remove “</a:t>
            </a:r>
            <a:r>
              <a:rPr lang="en-US" sz="2000" b="1" dirty="0">
                <a:solidFill>
                  <a:schemeClr val="accent6"/>
                </a:solidFill>
              </a:rPr>
              <a:t>static</a:t>
            </a:r>
            <a:r>
              <a:rPr lang="en-US" b="1" dirty="0"/>
              <a:t>” from the two methods in the previous example</a:t>
            </a:r>
          </a:p>
        </p:txBody>
      </p:sp>
    </p:spTree>
    <p:extLst>
      <p:ext uri="{BB962C8B-B14F-4D97-AF65-F5344CB8AC3E}">
        <p14:creationId xmlns:p14="http://schemas.microsoft.com/office/powerpoint/2010/main" val="18326141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7E33D9-6781-4829-B43F-1335B43A5FAB}"/>
              </a:ext>
            </a:extLst>
          </p:cNvPr>
          <p:cNvSpPr>
            <a:spLocks noGrp="1"/>
          </p:cNvSpPr>
          <p:nvPr>
            <p:ph idx="1"/>
          </p:nvPr>
        </p:nvSpPr>
        <p:spPr>
          <a:xfrm>
            <a:off x="609600" y="1070172"/>
            <a:ext cx="10972800" cy="4525962"/>
          </a:xfrm>
        </p:spPr>
        <p:txBody>
          <a:bodyPr/>
          <a:lstStyle/>
          <a:p>
            <a:pPr marL="852482" indent="-742950" eaLnBrk="1" hangingPunct="1">
              <a:spcBef>
                <a:spcPts val="1800"/>
              </a:spcBef>
              <a:buFont typeface="+mj-lt"/>
              <a:buAutoNum type="alphaLcParenR"/>
              <a:defRPr/>
            </a:pPr>
            <a:r>
              <a:rPr lang="en-US" sz="2800" dirty="0">
                <a:highlight>
                  <a:srgbClr val="00FF00"/>
                </a:highlight>
              </a:rPr>
              <a:t>Write a java program that uses polymorphism to calculate areas of quadrilaterals to include rectangle, square, parallelogram and trapezoid.</a:t>
            </a:r>
          </a:p>
          <a:p>
            <a:pPr marL="1108069" lvl="1" indent="-742950" eaLnBrk="1" hangingPunct="1">
              <a:spcBef>
                <a:spcPts val="1800"/>
              </a:spcBef>
              <a:buFont typeface="+mj-lt"/>
              <a:buAutoNum type="alphaLcParenR"/>
              <a:defRPr/>
            </a:pPr>
            <a:r>
              <a:rPr lang="en-US" sz="2400" dirty="0">
                <a:highlight>
                  <a:srgbClr val="00FF00"/>
                </a:highlight>
              </a:rPr>
              <a:t>Declare a superclass called </a:t>
            </a:r>
            <a:r>
              <a:rPr lang="en-US" sz="2400" b="1" i="1" dirty="0">
                <a:highlight>
                  <a:srgbClr val="00FF00"/>
                </a:highlight>
              </a:rPr>
              <a:t>Quadrilaterals</a:t>
            </a:r>
          </a:p>
          <a:p>
            <a:pPr marL="1346194" lvl="2" indent="-742950" eaLnBrk="1" hangingPunct="1">
              <a:spcBef>
                <a:spcPts val="1800"/>
              </a:spcBef>
              <a:defRPr/>
            </a:pPr>
            <a:r>
              <a:rPr lang="en-US" sz="2400" i="1" dirty="0">
                <a:highlight>
                  <a:srgbClr val="00FF00"/>
                </a:highlight>
              </a:rPr>
              <a:t>This should have a method called </a:t>
            </a:r>
            <a:r>
              <a:rPr lang="en-US" sz="2400" b="1" i="1" dirty="0">
                <a:highlight>
                  <a:srgbClr val="00FF00"/>
                </a:highlight>
              </a:rPr>
              <a:t>area</a:t>
            </a:r>
          </a:p>
          <a:p>
            <a:pPr marL="1346194" lvl="2" indent="-742950" eaLnBrk="1" hangingPunct="1">
              <a:spcBef>
                <a:spcPts val="1800"/>
              </a:spcBef>
              <a:defRPr/>
            </a:pPr>
            <a:r>
              <a:rPr lang="en-US" sz="2000" i="1" dirty="0">
                <a:highlight>
                  <a:srgbClr val="00FF00"/>
                </a:highlight>
              </a:rPr>
              <a:t>Method </a:t>
            </a:r>
            <a:r>
              <a:rPr lang="en-US" sz="2000" b="1" i="1" dirty="0">
                <a:highlight>
                  <a:srgbClr val="00FF00"/>
                </a:highlight>
              </a:rPr>
              <a:t>area</a:t>
            </a:r>
            <a:r>
              <a:rPr lang="en-US" sz="2000" i="1" dirty="0">
                <a:highlight>
                  <a:srgbClr val="00FF00"/>
                </a:highlight>
              </a:rPr>
              <a:t> in class </a:t>
            </a:r>
            <a:r>
              <a:rPr lang="en-US" sz="2000" b="1" i="1" dirty="0">
                <a:highlight>
                  <a:srgbClr val="00FF00"/>
                </a:highlight>
              </a:rPr>
              <a:t>Quadrilaterals</a:t>
            </a:r>
            <a:r>
              <a:rPr lang="en-US" sz="2000" i="1" dirty="0">
                <a:highlight>
                  <a:srgbClr val="00FF00"/>
                </a:highlight>
              </a:rPr>
              <a:t> should just print out “</a:t>
            </a:r>
            <a:r>
              <a:rPr lang="en-US" sz="2000" i="1" dirty="0">
                <a:highlight>
                  <a:srgbClr val="FF00FF"/>
                </a:highlight>
              </a:rPr>
              <a:t>Areas of </a:t>
            </a:r>
            <a:r>
              <a:rPr lang="en-US" sz="2000" dirty="0">
                <a:highlight>
                  <a:srgbClr val="FF00FF"/>
                </a:highlight>
              </a:rPr>
              <a:t>quadrilaterals</a:t>
            </a:r>
            <a:r>
              <a:rPr lang="en-US" sz="2000" dirty="0">
                <a:highlight>
                  <a:srgbClr val="00FF00"/>
                </a:highlight>
              </a:rPr>
              <a:t>”</a:t>
            </a:r>
          </a:p>
          <a:p>
            <a:pPr marL="1108069" lvl="1" indent="-742950" eaLnBrk="1" hangingPunct="1">
              <a:spcBef>
                <a:spcPts val="1800"/>
              </a:spcBef>
              <a:buFont typeface="+mj-lt"/>
              <a:buAutoNum type="alphaLcParenR"/>
              <a:defRPr/>
            </a:pPr>
            <a:r>
              <a:rPr lang="en-US" sz="2400" i="1" dirty="0">
                <a:highlight>
                  <a:srgbClr val="00FF00"/>
                </a:highlight>
              </a:rPr>
              <a:t>Declare four subclasses of </a:t>
            </a:r>
            <a:r>
              <a:rPr lang="en-US" sz="2400" dirty="0">
                <a:highlight>
                  <a:srgbClr val="00FF00"/>
                </a:highlight>
              </a:rPr>
              <a:t>quadrilaterals with each of the classes (i.e. rectangle, square, parallelogram and trapezoid) containing method </a:t>
            </a:r>
            <a:r>
              <a:rPr lang="en-US" sz="2400" b="1" dirty="0">
                <a:highlight>
                  <a:srgbClr val="00FF00"/>
                </a:highlight>
              </a:rPr>
              <a:t>area </a:t>
            </a:r>
            <a:r>
              <a:rPr lang="en-US" sz="2400" dirty="0">
                <a:highlight>
                  <a:srgbClr val="00FF00"/>
                </a:highlight>
              </a:rPr>
              <a:t>that </a:t>
            </a:r>
            <a:r>
              <a:rPr lang="en-US" sz="2400" b="1" dirty="0">
                <a:highlight>
                  <a:srgbClr val="00FF00"/>
                </a:highlight>
              </a:rPr>
              <a:t>polymorphically</a:t>
            </a:r>
            <a:r>
              <a:rPr lang="en-US" sz="2400" dirty="0">
                <a:highlight>
                  <a:srgbClr val="00FF00"/>
                </a:highlight>
              </a:rPr>
              <a:t> calculates the area of each quadrilaterals in their respective ways. </a:t>
            </a:r>
            <a:endParaRPr lang="en-US" sz="2400" i="1" dirty="0">
              <a:highlight>
                <a:srgbClr val="00FF00"/>
              </a:highlight>
            </a:endParaRPr>
          </a:p>
          <a:p>
            <a:pPr marL="852482" indent="-742950" eaLnBrk="1" hangingPunct="1">
              <a:spcBef>
                <a:spcPts val="800"/>
              </a:spcBef>
              <a:buFont typeface="+mj-lt"/>
              <a:buAutoNum type="alphaLcParenR"/>
              <a:defRPr/>
            </a:pPr>
            <a:endParaRPr lang="en-US" sz="2800" dirty="0">
              <a:highlight>
                <a:srgbClr val="00FF00"/>
              </a:highlight>
            </a:endParaRPr>
          </a:p>
          <a:p>
            <a:pPr marL="852482" indent="-742950" eaLnBrk="1" hangingPunct="1">
              <a:spcBef>
                <a:spcPts val="800"/>
              </a:spcBef>
              <a:buFont typeface="+mj-lt"/>
              <a:buAutoNum type="alphaLcParenR"/>
              <a:defRPr/>
            </a:pPr>
            <a:endParaRPr lang="en-US" sz="2800" dirty="0">
              <a:highlight>
                <a:srgbClr val="00FF00"/>
              </a:highlight>
            </a:endParaRPr>
          </a:p>
          <a:p>
            <a:pPr marL="852482" indent="-742950" eaLnBrk="1" hangingPunct="1">
              <a:spcBef>
                <a:spcPts val="800"/>
              </a:spcBef>
              <a:buFont typeface="+mj-lt"/>
              <a:buAutoNum type="alphaLcParenR"/>
              <a:defRPr/>
            </a:pPr>
            <a:endParaRPr lang="en-US" sz="2800" dirty="0">
              <a:highlight>
                <a:srgbClr val="00FF00"/>
              </a:highlight>
            </a:endParaRPr>
          </a:p>
          <a:p>
            <a:pPr marL="852482" indent="-742950" eaLnBrk="1" hangingPunct="1">
              <a:spcBef>
                <a:spcPts val="800"/>
              </a:spcBef>
              <a:buFont typeface="+mj-lt"/>
              <a:buAutoNum type="alphaLcParenR"/>
              <a:defRPr/>
            </a:pPr>
            <a:endParaRPr lang="en-US" sz="2400" u="sng" dirty="0">
              <a:highlight>
                <a:srgbClr val="00FF00"/>
              </a:highlight>
            </a:endParaRPr>
          </a:p>
          <a:p>
            <a:pPr marL="365110" indent="-255578" eaLnBrk="1" hangingPunct="1">
              <a:spcBef>
                <a:spcPts val="800"/>
              </a:spcBef>
              <a:defRPr/>
            </a:pPr>
            <a:endParaRPr lang="en-US" sz="2800" u="sng" dirty="0">
              <a:highlight>
                <a:srgbClr val="00FF00"/>
              </a:highlight>
            </a:endParaRPr>
          </a:p>
          <a:p>
            <a:pPr marL="365110" indent="-255578" eaLnBrk="1" hangingPunct="1">
              <a:defRPr/>
            </a:pPr>
            <a:endParaRPr lang="en-US" sz="2000" dirty="0"/>
          </a:p>
        </p:txBody>
      </p:sp>
      <p:sp>
        <p:nvSpPr>
          <p:cNvPr id="3" name="Title 2">
            <a:extLst>
              <a:ext uri="{FF2B5EF4-FFF2-40B4-BE49-F238E27FC236}">
                <a16:creationId xmlns:a16="http://schemas.microsoft.com/office/drawing/2014/main" id="{0410AE0A-1DA0-48E5-95DB-ACAB55C99987}"/>
              </a:ext>
            </a:extLst>
          </p:cNvPr>
          <p:cNvSpPr>
            <a:spLocks noGrp="1"/>
          </p:cNvSpPr>
          <p:nvPr>
            <p:ph type="title"/>
          </p:nvPr>
        </p:nvSpPr>
        <p:spPr/>
        <p:txBody>
          <a:bodyPr/>
          <a:lstStyle/>
          <a:p>
            <a:pPr eaLnBrk="1" hangingPunct="1">
              <a:defRPr/>
            </a:pPr>
            <a:r>
              <a:rPr lang="en-US" dirty="0">
                <a:highlight>
                  <a:srgbClr val="FFFF00"/>
                </a:highlight>
              </a:rPr>
              <a:t>CLASS ACTIVITIES</a:t>
            </a:r>
          </a:p>
        </p:txBody>
      </p:sp>
    </p:spTree>
    <p:extLst>
      <p:ext uri="{BB962C8B-B14F-4D97-AF65-F5344CB8AC3E}">
        <p14:creationId xmlns:p14="http://schemas.microsoft.com/office/powerpoint/2010/main" val="20623325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9D2DB-249F-4804-AA9D-045C34A48E1C}"/>
              </a:ext>
            </a:extLst>
          </p:cNvPr>
          <p:cNvSpPr>
            <a:spLocks noGrp="1"/>
          </p:cNvSpPr>
          <p:nvPr>
            <p:ph type="title"/>
          </p:nvPr>
        </p:nvSpPr>
        <p:spPr>
          <a:xfrm>
            <a:off x="609600" y="274638"/>
            <a:ext cx="10972800" cy="691133"/>
          </a:xfrm>
        </p:spPr>
        <p:txBody>
          <a:bodyPr/>
          <a:lstStyle/>
          <a:p>
            <a:pPr fontAlgn="auto">
              <a:spcAft>
                <a:spcPts val="0"/>
              </a:spcAft>
              <a:defRPr/>
            </a:pPr>
            <a:r>
              <a:rPr lang="en-US" dirty="0">
                <a:solidFill>
                  <a:srgbClr val="24B5A1"/>
                </a:solidFill>
                <a:latin typeface="Calibri" panose="020F0502020204030204" pitchFamily="34" charset="0"/>
              </a:rPr>
              <a:t>10.4  </a:t>
            </a:r>
            <a:r>
              <a:rPr lang="en-US" dirty="0">
                <a:solidFill>
                  <a:srgbClr val="3380E6"/>
                </a:solidFill>
                <a:latin typeface="Calibri" panose="020F0502020204030204" pitchFamily="34" charset="0"/>
              </a:rPr>
              <a:t>Abstract Classes and Methods</a:t>
            </a:r>
          </a:p>
        </p:txBody>
      </p:sp>
      <p:sp>
        <p:nvSpPr>
          <p:cNvPr id="33795" name="Text Placeholder 2">
            <a:extLst>
              <a:ext uri="{FF2B5EF4-FFF2-40B4-BE49-F238E27FC236}">
                <a16:creationId xmlns:a16="http://schemas.microsoft.com/office/drawing/2014/main" id="{E61F476B-6678-4A00-B212-39D0EF2ED782}"/>
              </a:ext>
            </a:extLst>
          </p:cNvPr>
          <p:cNvSpPr>
            <a:spLocks noGrp="1"/>
          </p:cNvSpPr>
          <p:nvPr>
            <p:ph type="body" idx="1"/>
          </p:nvPr>
        </p:nvSpPr>
        <p:spPr>
          <a:xfrm>
            <a:off x="328773" y="965771"/>
            <a:ext cx="11203790" cy="4525962"/>
          </a:xfrm>
        </p:spPr>
        <p:txBody>
          <a:bodyPr/>
          <a:lstStyle/>
          <a:p>
            <a:pPr eaLnBrk="1" hangingPunct="1"/>
            <a:r>
              <a:rPr lang="en-US" altLang="en-US" dirty="0">
                <a:solidFill>
                  <a:srgbClr val="0000FF"/>
                </a:solidFill>
              </a:rPr>
              <a:t>Abstract classes</a:t>
            </a:r>
          </a:p>
          <a:p>
            <a:pPr lvl="1" eaLnBrk="1" hangingPunct="1"/>
            <a:r>
              <a:rPr lang="en-US" altLang="en-US" sz="2400" dirty="0">
                <a:solidFill>
                  <a:srgbClr val="000000"/>
                </a:solidFill>
              </a:rPr>
              <a:t>Sometimes it’s useful to declare classes for which you never intend to create objects. </a:t>
            </a:r>
          </a:p>
          <a:p>
            <a:pPr lvl="1" eaLnBrk="1" hangingPunct="1"/>
            <a:r>
              <a:rPr lang="en-US" altLang="en-US" sz="2400" dirty="0">
                <a:solidFill>
                  <a:srgbClr val="000000"/>
                </a:solidFill>
              </a:rPr>
              <a:t>Used only as </a:t>
            </a:r>
            <a:r>
              <a:rPr lang="en-US" altLang="en-US" sz="2400" dirty="0" err="1">
                <a:solidFill>
                  <a:srgbClr val="000000"/>
                </a:solidFill>
              </a:rPr>
              <a:t>superclasses</a:t>
            </a:r>
            <a:r>
              <a:rPr lang="en-US" altLang="en-US" sz="2400" dirty="0">
                <a:solidFill>
                  <a:srgbClr val="000000"/>
                </a:solidFill>
              </a:rPr>
              <a:t> in inheritance hierarchies, so they are sometimes called </a:t>
            </a:r>
            <a:r>
              <a:rPr lang="en-US" altLang="en-US" sz="2400" dirty="0">
                <a:solidFill>
                  <a:srgbClr val="0000FF"/>
                </a:solidFill>
              </a:rPr>
              <a:t>abstract </a:t>
            </a:r>
            <a:r>
              <a:rPr lang="en-US" altLang="en-US" sz="2400" dirty="0" err="1">
                <a:solidFill>
                  <a:srgbClr val="0000FF"/>
                </a:solidFill>
              </a:rPr>
              <a:t>superclasses</a:t>
            </a:r>
            <a:r>
              <a:rPr lang="en-US" altLang="en-US" sz="2400" dirty="0">
                <a:solidFill>
                  <a:srgbClr val="000000"/>
                </a:solidFill>
              </a:rPr>
              <a:t>. </a:t>
            </a:r>
          </a:p>
          <a:p>
            <a:pPr lvl="1" eaLnBrk="1" hangingPunct="1"/>
            <a:r>
              <a:rPr lang="en-US" altLang="en-US" sz="2400" dirty="0">
                <a:solidFill>
                  <a:srgbClr val="000000"/>
                </a:solidFill>
              </a:rPr>
              <a:t>Cannot be used to </a:t>
            </a:r>
            <a:r>
              <a:rPr lang="en-US" altLang="en-US" sz="2400" b="1" dirty="0">
                <a:solidFill>
                  <a:srgbClr val="000000"/>
                </a:solidFill>
              </a:rPr>
              <a:t>instantiate objects</a:t>
            </a:r>
            <a:r>
              <a:rPr lang="en-US" altLang="en-US" sz="2400" dirty="0">
                <a:solidFill>
                  <a:srgbClr val="000000"/>
                </a:solidFill>
              </a:rPr>
              <a:t>—</a:t>
            </a:r>
            <a:r>
              <a:rPr lang="en-US" altLang="en-US" sz="2400" dirty="0">
                <a:solidFill>
                  <a:srgbClr val="000000"/>
                </a:solidFill>
                <a:highlight>
                  <a:srgbClr val="FFFF00"/>
                </a:highlight>
              </a:rPr>
              <a:t>abstract classes </a:t>
            </a:r>
            <a:r>
              <a:rPr lang="en-US" altLang="en-US" sz="2400" dirty="0">
                <a:solidFill>
                  <a:srgbClr val="000000"/>
                </a:solidFill>
              </a:rPr>
              <a:t>are </a:t>
            </a:r>
            <a:r>
              <a:rPr lang="en-US" altLang="en-US" sz="2400" i="1" dirty="0">
                <a:solidFill>
                  <a:srgbClr val="000000"/>
                </a:solidFill>
              </a:rPr>
              <a:t>incomplete</a:t>
            </a:r>
            <a:r>
              <a:rPr lang="en-US" altLang="en-US" sz="2400" dirty="0">
                <a:solidFill>
                  <a:srgbClr val="000000"/>
                </a:solidFill>
              </a:rPr>
              <a:t>. </a:t>
            </a:r>
          </a:p>
          <a:p>
            <a:pPr lvl="1" eaLnBrk="1" hangingPunct="1"/>
            <a:r>
              <a:rPr lang="en-US" altLang="en-US" sz="2400" dirty="0">
                <a:solidFill>
                  <a:srgbClr val="000000"/>
                </a:solidFill>
              </a:rPr>
              <a:t>Subclasses must declare the “missing pieces” to become “concrete” classes, from which you can instantiate objects; otherwise, these subclasses, too, will be abstract. </a:t>
            </a:r>
          </a:p>
          <a:p>
            <a:pPr eaLnBrk="1" hangingPunct="1"/>
            <a:r>
              <a:rPr lang="en-US" altLang="en-US" dirty="0">
                <a:solidFill>
                  <a:srgbClr val="000000"/>
                </a:solidFill>
              </a:rPr>
              <a:t>An abstract class provides a superclass from which other classes can inherit and thus share a common design. </a:t>
            </a:r>
          </a:p>
        </p:txBody>
      </p:sp>
    </p:spTree>
    <p:extLst>
      <p:ext uri="{BB962C8B-B14F-4D97-AF65-F5344CB8AC3E}">
        <p14:creationId xmlns:p14="http://schemas.microsoft.com/office/powerpoint/2010/main" val="13527247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706FC-A9ED-4752-94E5-2089548E95CC}"/>
              </a:ext>
            </a:extLst>
          </p:cNvPr>
          <p:cNvSpPr>
            <a:spLocks noGrp="1"/>
          </p:cNvSpPr>
          <p:nvPr>
            <p:ph type="title"/>
          </p:nvPr>
        </p:nvSpPr>
        <p:spPr>
          <a:xfrm>
            <a:off x="609600" y="274638"/>
            <a:ext cx="10972800" cy="372634"/>
          </a:xfrm>
        </p:spPr>
        <p:txBody>
          <a:bodyPr>
            <a:normAutofit fontScale="90000"/>
          </a:bodyPr>
          <a:lstStyle/>
          <a:p>
            <a:pPr fontAlgn="auto">
              <a:spcAft>
                <a:spcPts val="0"/>
              </a:spcAft>
              <a:defRPr/>
            </a:pPr>
            <a:r>
              <a:rPr lang="en-US" dirty="0">
                <a:solidFill>
                  <a:srgbClr val="24B5A1"/>
                </a:solidFill>
                <a:latin typeface="Calibri" panose="020F0502020204030204" pitchFamily="34" charset="0"/>
              </a:rPr>
              <a:t>10.4  </a:t>
            </a:r>
            <a:r>
              <a:rPr lang="en-US" dirty="0">
                <a:solidFill>
                  <a:srgbClr val="3380E6"/>
                </a:solidFill>
                <a:latin typeface="Calibri" panose="020F0502020204030204" pitchFamily="34" charset="0"/>
              </a:rPr>
              <a:t>Abstract Classes and Methods (Cont.)</a:t>
            </a:r>
          </a:p>
        </p:txBody>
      </p:sp>
      <p:sp>
        <p:nvSpPr>
          <p:cNvPr id="4" name="Footer Placeholder 3">
            <a:extLst>
              <a:ext uri="{FF2B5EF4-FFF2-40B4-BE49-F238E27FC236}">
                <a16:creationId xmlns:a16="http://schemas.microsoft.com/office/drawing/2014/main" id="{D20050CF-B776-42BB-8599-952491C035D9}"/>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
        <p:nvSpPr>
          <p:cNvPr id="3" name="Rectangle 1">
            <a:extLst>
              <a:ext uri="{FF2B5EF4-FFF2-40B4-BE49-F238E27FC236}">
                <a16:creationId xmlns:a16="http://schemas.microsoft.com/office/drawing/2014/main" id="{B82A9D8E-6FD8-442C-9DA5-62A5928F99EC}"/>
              </a:ext>
            </a:extLst>
          </p:cNvPr>
          <p:cNvSpPr>
            <a:spLocks noGrp="1" noChangeArrowheads="1"/>
          </p:cNvSpPr>
          <p:nvPr>
            <p:ph type="body" idx="1"/>
          </p:nvPr>
        </p:nvSpPr>
        <p:spPr bwMode="auto">
          <a:xfrm>
            <a:off x="609600" y="1010576"/>
            <a:ext cx="11330763" cy="529375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457200" indent="-457200">
              <a:buClrTx/>
              <a:buSzTx/>
            </a:pPr>
            <a:r>
              <a:rPr kumimoji="0" lang="en-US" altLang="en-US" sz="2400" b="0" i="0" u="none" strike="noStrike" cap="none" normalizeH="0" baseline="0" dirty="0">
                <a:ln>
                  <a:noFill/>
                </a:ln>
                <a:solidFill>
                  <a:srgbClr val="000000"/>
                </a:solidFill>
                <a:effectLst/>
                <a:latin typeface="Verdana" panose="020B0604030504040204" pitchFamily="34" charset="0"/>
              </a:rPr>
              <a:t>Data </a:t>
            </a:r>
            <a:r>
              <a:rPr kumimoji="0" lang="en-US" altLang="en-US" sz="2400" b="1" i="0" u="none" strike="noStrike" cap="none" normalizeH="0" baseline="0" dirty="0">
                <a:ln>
                  <a:noFill/>
                </a:ln>
                <a:solidFill>
                  <a:srgbClr val="000000"/>
                </a:solidFill>
                <a:effectLst/>
                <a:latin typeface="Verdana" panose="020B0604030504040204" pitchFamily="34" charset="0"/>
              </a:rPr>
              <a:t>abstraction</a:t>
            </a:r>
            <a:r>
              <a:rPr kumimoji="0" lang="en-US" altLang="en-US" sz="2400" b="0" i="0" u="none" strike="noStrike" cap="none" normalizeH="0" baseline="0" dirty="0">
                <a:ln>
                  <a:noFill/>
                </a:ln>
                <a:solidFill>
                  <a:srgbClr val="000000"/>
                </a:solidFill>
                <a:effectLst/>
                <a:latin typeface="Verdana" panose="020B0604030504040204" pitchFamily="34" charset="0"/>
              </a:rPr>
              <a:t> is the process of hiding certain details and showing only essential information to the user.</a:t>
            </a:r>
          </a:p>
          <a:p>
            <a:pPr marL="457200" indent="-457200">
              <a:buClrTx/>
              <a:buSzTx/>
            </a:pPr>
            <a:r>
              <a:rPr kumimoji="0" lang="en-US" altLang="en-US" sz="2400" b="0" i="0" u="none" strike="noStrike" cap="none" normalizeH="0" baseline="0" dirty="0">
                <a:ln>
                  <a:noFill/>
                </a:ln>
                <a:solidFill>
                  <a:srgbClr val="000000"/>
                </a:solidFill>
                <a:effectLst/>
                <a:latin typeface="Verdana" panose="020B0604030504040204" pitchFamily="34" charset="0"/>
              </a:rPr>
              <a:t>Abstraction can be achieved with either </a:t>
            </a:r>
            <a:r>
              <a:rPr kumimoji="0" lang="en-US" altLang="en-US" sz="2400" b="1" i="0" u="none" strike="noStrike" cap="none" normalizeH="0" baseline="0" dirty="0">
                <a:ln>
                  <a:noFill/>
                </a:ln>
                <a:solidFill>
                  <a:srgbClr val="000000"/>
                </a:solidFill>
                <a:effectLst/>
                <a:latin typeface="Verdana" panose="020B0604030504040204" pitchFamily="34" charset="0"/>
              </a:rPr>
              <a:t>abstract classes</a:t>
            </a:r>
            <a:r>
              <a:rPr kumimoji="0" lang="en-US" altLang="en-US" sz="2400" b="0" i="0" u="none" strike="noStrike" cap="none" normalizeH="0" baseline="0" dirty="0">
                <a:ln>
                  <a:noFill/>
                </a:ln>
                <a:solidFill>
                  <a:srgbClr val="000000"/>
                </a:solidFill>
                <a:effectLst/>
                <a:latin typeface="Verdana" panose="020B0604030504040204" pitchFamily="34" charset="0"/>
              </a:rPr>
              <a:t> </a:t>
            </a:r>
            <a:r>
              <a:rPr lang="en-US" altLang="en-US" sz="2400" dirty="0">
                <a:solidFill>
                  <a:srgbClr val="000000"/>
                </a:solidFill>
                <a:latin typeface="Verdana" panose="020B0604030504040204" pitchFamily="34" charset="0"/>
              </a:rPr>
              <a:t>or  </a:t>
            </a:r>
            <a:r>
              <a:rPr lang="en-US" altLang="en-US" sz="2400" b="1" dirty="0">
                <a:solidFill>
                  <a:srgbClr val="000000"/>
                </a:solidFill>
                <a:latin typeface="Verdana" panose="020B0604030504040204" pitchFamily="34" charset="0"/>
              </a:rPr>
              <a:t>interfaces </a:t>
            </a:r>
            <a:r>
              <a:rPr lang="en-US" altLang="en-US" sz="2400" dirty="0">
                <a:solidFill>
                  <a:srgbClr val="000000"/>
                </a:solidFill>
                <a:latin typeface="Verdana" panose="020B0604030504040204" pitchFamily="34" charset="0"/>
              </a:rPr>
              <a:t> </a:t>
            </a:r>
            <a:r>
              <a:rPr kumimoji="0" lang="en-US" altLang="en-US" sz="2400" b="0" i="0" u="none" strike="noStrike" cap="none" normalizeH="0" baseline="0" dirty="0">
                <a:ln>
                  <a:noFill/>
                </a:ln>
                <a:solidFill>
                  <a:srgbClr val="000000"/>
                </a:solidFill>
                <a:effectLst/>
                <a:latin typeface="Verdana" panose="020B0604030504040204" pitchFamily="34" charset="0"/>
              </a:rPr>
              <a:t>(you will learn more about later).</a:t>
            </a:r>
          </a:p>
          <a:p>
            <a:pPr marL="457200" indent="-457200">
              <a:buClrTx/>
              <a:buSzTx/>
            </a:pPr>
            <a:r>
              <a:rPr kumimoji="0" lang="en-US" altLang="en-US" sz="2400" b="0" i="0" u="none" strike="noStrike" cap="none" normalizeH="0" baseline="0" dirty="0">
                <a:ln>
                  <a:noFill/>
                </a:ln>
                <a:solidFill>
                  <a:srgbClr val="000000"/>
                </a:solidFill>
                <a:effectLst/>
                <a:latin typeface="Verdana" panose="020B0604030504040204" pitchFamily="34" charset="0"/>
              </a:rPr>
              <a:t>The </a:t>
            </a:r>
            <a:r>
              <a:rPr kumimoji="0" lang="en-US" altLang="en-US" sz="2400" b="0" i="0" u="none" strike="noStrike" cap="none" normalizeH="0" baseline="0" dirty="0">
                <a:ln>
                  <a:noFill/>
                </a:ln>
                <a:solidFill>
                  <a:srgbClr val="DC143C"/>
                </a:solidFill>
                <a:effectLst/>
                <a:latin typeface="Consolas" panose="020B0609020204030204" pitchFamily="49" charset="0"/>
              </a:rPr>
              <a:t>abstract</a:t>
            </a:r>
            <a:r>
              <a:rPr kumimoji="0" lang="en-US" altLang="en-US" sz="2400" b="0" i="0" u="none" strike="noStrike" cap="none" normalizeH="0" baseline="0" dirty="0">
                <a:ln>
                  <a:noFill/>
                </a:ln>
                <a:solidFill>
                  <a:srgbClr val="000000"/>
                </a:solidFill>
                <a:effectLst/>
                <a:latin typeface="Verdana" panose="020B0604030504040204" pitchFamily="34" charset="0"/>
              </a:rPr>
              <a:t> keyword is a non-access modifier, used for classes and methods:</a:t>
            </a:r>
            <a:endParaRPr lang="en-US" altLang="en-US" sz="2400" dirty="0"/>
          </a:p>
          <a:p>
            <a:pPr marL="457200" indent="-457200">
              <a:buClrTx/>
              <a:buSzTx/>
            </a:pPr>
            <a:r>
              <a:rPr kumimoji="0" lang="en-US" altLang="en-US" sz="2400" b="1" i="0" u="none" strike="noStrike" cap="none" normalizeH="0" baseline="0" dirty="0">
                <a:ln>
                  <a:noFill/>
                </a:ln>
                <a:solidFill>
                  <a:srgbClr val="000000"/>
                </a:solidFill>
                <a:effectLst/>
                <a:latin typeface="Verdana" panose="020B0604030504040204" pitchFamily="34" charset="0"/>
              </a:rPr>
              <a:t>Abstract class:</a:t>
            </a:r>
            <a:r>
              <a:rPr kumimoji="0" lang="en-US" altLang="en-US" sz="2400" b="0" i="0" u="none" strike="noStrike" cap="none" normalizeH="0" baseline="0" dirty="0">
                <a:ln>
                  <a:noFill/>
                </a:ln>
                <a:solidFill>
                  <a:srgbClr val="000000"/>
                </a:solidFill>
                <a:effectLst/>
                <a:latin typeface="Verdana" panose="020B0604030504040204" pitchFamily="34" charset="0"/>
              </a:rPr>
              <a:t> is a restricted class that cannot be used to create objects (to access it, it must be inherited from another class).</a:t>
            </a:r>
            <a:endParaRPr lang="en-US" altLang="en-US" sz="2400" dirty="0">
              <a:solidFill>
                <a:srgbClr val="000000"/>
              </a:solidFill>
              <a:latin typeface="Verdana" panose="020B0604030504040204" pitchFamily="34" charset="0"/>
            </a:endParaRPr>
          </a:p>
          <a:p>
            <a:pPr marL="457200" indent="-457200">
              <a:buClrTx/>
              <a:buSzTx/>
            </a:pPr>
            <a:r>
              <a:rPr kumimoji="0" lang="en-US" altLang="en-US" sz="2400" b="1" i="0" u="none" strike="noStrike" cap="none" normalizeH="0" baseline="0" dirty="0">
                <a:ln>
                  <a:noFill/>
                </a:ln>
                <a:solidFill>
                  <a:srgbClr val="000000"/>
                </a:solidFill>
                <a:effectLst/>
                <a:latin typeface="Verdana" panose="020B0604030504040204" pitchFamily="34" charset="0"/>
              </a:rPr>
              <a:t>Abstract method:</a:t>
            </a:r>
            <a:r>
              <a:rPr kumimoji="0" lang="en-US" altLang="en-US" sz="2400" b="0" i="0" u="none" strike="noStrike" cap="none" normalizeH="0" baseline="0" dirty="0">
                <a:ln>
                  <a:noFill/>
                </a:ln>
                <a:solidFill>
                  <a:srgbClr val="000000"/>
                </a:solidFill>
                <a:effectLst/>
                <a:latin typeface="Verdana" panose="020B0604030504040204" pitchFamily="34" charset="0"/>
              </a:rPr>
              <a:t> can only be used in an abstract class, and it does not have a body. The body is provided by the subclass (inherited from).</a:t>
            </a:r>
          </a:p>
          <a:p>
            <a:pPr marL="457200" indent="-457200">
              <a:buClrTx/>
              <a:buSzTx/>
            </a:pPr>
            <a:r>
              <a:rPr kumimoji="0" lang="en-US" altLang="en-US" sz="2400" b="0" i="0" u="none" strike="noStrike" cap="none" normalizeH="0" baseline="0" dirty="0">
                <a:ln>
                  <a:noFill/>
                </a:ln>
                <a:solidFill>
                  <a:srgbClr val="000000"/>
                </a:solidFill>
                <a:effectLst/>
                <a:latin typeface="Verdana" panose="020B0604030504040204" pitchFamily="34" charset="0"/>
              </a:rPr>
              <a:t>An abstract class can have both abstract and regular methods:</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5311606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706FC-A9ED-4752-94E5-2089548E95CC}"/>
              </a:ext>
            </a:extLst>
          </p:cNvPr>
          <p:cNvSpPr>
            <a:spLocks noGrp="1"/>
          </p:cNvSpPr>
          <p:nvPr>
            <p:ph type="title"/>
          </p:nvPr>
        </p:nvSpPr>
        <p:spPr>
          <a:xfrm>
            <a:off x="609600" y="197152"/>
            <a:ext cx="10972800" cy="372634"/>
          </a:xfrm>
        </p:spPr>
        <p:txBody>
          <a:bodyPr>
            <a:normAutofit fontScale="90000"/>
          </a:bodyPr>
          <a:lstStyle/>
          <a:p>
            <a:pPr fontAlgn="auto">
              <a:spcAft>
                <a:spcPts val="0"/>
              </a:spcAft>
              <a:defRPr/>
            </a:pPr>
            <a:r>
              <a:rPr lang="en-US" dirty="0">
                <a:solidFill>
                  <a:srgbClr val="24B5A1"/>
                </a:solidFill>
                <a:latin typeface="Calibri" panose="020F0502020204030204" pitchFamily="34" charset="0"/>
              </a:rPr>
              <a:t>10.4  </a:t>
            </a:r>
            <a:r>
              <a:rPr lang="en-US" dirty="0">
                <a:solidFill>
                  <a:srgbClr val="3380E6"/>
                </a:solidFill>
                <a:latin typeface="Calibri" panose="020F0502020204030204" pitchFamily="34" charset="0"/>
              </a:rPr>
              <a:t>Abstract Classes and Methods (Cont.)</a:t>
            </a:r>
          </a:p>
        </p:txBody>
      </p:sp>
      <p:sp>
        <p:nvSpPr>
          <p:cNvPr id="5" name="Rectangle 2">
            <a:extLst>
              <a:ext uri="{FF2B5EF4-FFF2-40B4-BE49-F238E27FC236}">
                <a16:creationId xmlns:a16="http://schemas.microsoft.com/office/drawing/2014/main" id="{05575D1A-0CD5-48F7-91A2-21CB9CE33ADF}"/>
              </a:ext>
            </a:extLst>
          </p:cNvPr>
          <p:cNvSpPr>
            <a:spLocks noGrp="1" noChangeArrowheads="1"/>
          </p:cNvSpPr>
          <p:nvPr>
            <p:ph type="body" idx="1"/>
          </p:nvPr>
        </p:nvSpPr>
        <p:spPr bwMode="auto">
          <a:xfrm>
            <a:off x="887002" y="817141"/>
            <a:ext cx="8133708" cy="216715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58700" rIns="0" bIns="1587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77AA"/>
                </a:solidFill>
                <a:effectLst/>
                <a:latin typeface="Consolas" panose="020B0609020204030204" pitchFamily="49" charset="0"/>
              </a:rPr>
              <a:t>abstract</a:t>
            </a:r>
            <a:r>
              <a:rPr kumimoji="0" lang="en-US" altLang="en-US" sz="2400" b="0" i="0" u="none" strike="noStrike" cap="none" normalizeH="0" baseline="0" dirty="0">
                <a:ln>
                  <a:noFill/>
                </a:ln>
                <a:solidFill>
                  <a:srgbClr val="000000"/>
                </a:solidFill>
                <a:effectLst/>
                <a:latin typeface="Consolas" panose="020B0609020204030204" pitchFamily="49" charset="0"/>
              </a:rPr>
              <a:t> </a:t>
            </a:r>
            <a:r>
              <a:rPr kumimoji="0" lang="en-US" altLang="en-US" sz="2400" b="0" i="0" u="none" strike="noStrike" cap="none" normalizeH="0" baseline="0" dirty="0">
                <a:ln>
                  <a:noFill/>
                </a:ln>
                <a:solidFill>
                  <a:srgbClr val="0077AA"/>
                </a:solidFill>
                <a:effectLst/>
                <a:latin typeface="Consolas" panose="020B0609020204030204" pitchFamily="49" charset="0"/>
              </a:rPr>
              <a:t>class</a:t>
            </a:r>
            <a:r>
              <a:rPr kumimoji="0" lang="en-US" altLang="en-US" sz="2400" b="0" i="0" u="none" strike="noStrike" cap="none" normalizeH="0" baseline="0" dirty="0">
                <a:ln>
                  <a:noFill/>
                </a:ln>
                <a:solidFill>
                  <a:srgbClr val="000000"/>
                </a:solidFill>
                <a:effectLst/>
                <a:latin typeface="Consolas" panose="020B0609020204030204" pitchFamily="49" charset="0"/>
              </a:rPr>
              <a:t> </a:t>
            </a:r>
            <a:r>
              <a:rPr kumimoji="0" lang="en-US" altLang="en-US" sz="2400" b="0" i="0" u="none" strike="noStrike" cap="none" normalizeH="0" baseline="0" dirty="0">
                <a:ln>
                  <a:noFill/>
                </a:ln>
                <a:solidFill>
                  <a:srgbClr val="DD4A68"/>
                </a:solidFill>
                <a:effectLst/>
                <a:latin typeface="Consolas" panose="020B0609020204030204" pitchFamily="49" charset="0"/>
              </a:rPr>
              <a:t>Animal</a:t>
            </a:r>
            <a:r>
              <a:rPr kumimoji="0" lang="en-US" altLang="en-US" sz="2400" b="0" i="0" u="none" strike="noStrike" cap="none" normalizeH="0" baseline="0" dirty="0">
                <a:ln>
                  <a:noFill/>
                </a:ln>
                <a:solidFill>
                  <a:srgbClr val="000000"/>
                </a:solidFill>
                <a:effectLst/>
                <a:latin typeface="Consolas" panose="020B0609020204030204" pitchFamily="49" charset="0"/>
              </a:rPr>
              <a:t> </a:t>
            </a:r>
            <a:r>
              <a:rPr kumimoji="0" lang="en-US" altLang="en-US" sz="2400" b="0" i="0" u="none" strike="noStrike" cap="none" normalizeH="0" baseline="0" dirty="0">
                <a:ln>
                  <a:noFill/>
                </a:ln>
                <a:solidFill>
                  <a:srgbClr val="999999"/>
                </a:solidFill>
                <a:effectLst/>
                <a:latin typeface="Consolas" panose="020B0609020204030204" pitchFamily="49" charset="0"/>
              </a:rPr>
              <a:t>{</a:t>
            </a:r>
            <a:r>
              <a:rPr kumimoji="0" lang="en-US" altLang="en-US" sz="24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solidFill>
                  <a:srgbClr val="000000"/>
                </a:solidFill>
                <a:latin typeface="Consolas" panose="020B0609020204030204" pitchFamily="49" charset="0"/>
              </a:rPr>
              <a:t>	</a:t>
            </a:r>
            <a:r>
              <a:rPr kumimoji="0" lang="en-US" altLang="en-US" sz="2400" b="0" i="0" u="none" strike="noStrike" cap="none" normalizeH="0" baseline="0" dirty="0">
                <a:ln>
                  <a:noFill/>
                </a:ln>
                <a:solidFill>
                  <a:srgbClr val="0077AA"/>
                </a:solidFill>
                <a:effectLst/>
                <a:latin typeface="Consolas" panose="020B0609020204030204" pitchFamily="49" charset="0"/>
              </a:rPr>
              <a:t>public</a:t>
            </a:r>
            <a:r>
              <a:rPr kumimoji="0" lang="en-US" altLang="en-US" sz="2400" b="0" i="0" u="none" strike="noStrike" cap="none" normalizeH="0" baseline="0" dirty="0">
                <a:ln>
                  <a:noFill/>
                </a:ln>
                <a:solidFill>
                  <a:srgbClr val="000000"/>
                </a:solidFill>
                <a:effectLst/>
                <a:latin typeface="Consolas" panose="020B0609020204030204" pitchFamily="49" charset="0"/>
              </a:rPr>
              <a:t> </a:t>
            </a:r>
            <a:r>
              <a:rPr kumimoji="0" lang="en-US" altLang="en-US" sz="2400" b="0" i="0" u="none" strike="noStrike" cap="none" normalizeH="0" baseline="0" dirty="0">
                <a:ln>
                  <a:noFill/>
                </a:ln>
                <a:solidFill>
                  <a:srgbClr val="0077AA"/>
                </a:solidFill>
                <a:effectLst/>
                <a:latin typeface="Consolas" panose="020B0609020204030204" pitchFamily="49" charset="0"/>
              </a:rPr>
              <a:t>abstract</a:t>
            </a:r>
            <a:r>
              <a:rPr kumimoji="0" lang="en-US" altLang="en-US" sz="2400" b="0" i="0" u="none" strike="noStrike" cap="none" normalizeH="0" baseline="0" dirty="0">
                <a:ln>
                  <a:noFill/>
                </a:ln>
                <a:solidFill>
                  <a:srgbClr val="000000"/>
                </a:solidFill>
                <a:effectLst/>
                <a:latin typeface="Consolas" panose="020B0609020204030204" pitchFamily="49" charset="0"/>
              </a:rPr>
              <a:t> </a:t>
            </a:r>
            <a:r>
              <a:rPr kumimoji="0" lang="en-US" altLang="en-US" sz="2400" b="0" i="0" u="none" strike="noStrike" cap="none" normalizeH="0" baseline="0" dirty="0">
                <a:ln>
                  <a:noFill/>
                </a:ln>
                <a:solidFill>
                  <a:srgbClr val="0077AA"/>
                </a:solidFill>
                <a:effectLst/>
                <a:latin typeface="Consolas" panose="020B0609020204030204" pitchFamily="49" charset="0"/>
              </a:rPr>
              <a:t>void</a:t>
            </a:r>
            <a:r>
              <a:rPr kumimoji="0" lang="en-US" altLang="en-US" sz="2400" b="0" i="0" u="none" strike="noStrike" cap="none" normalizeH="0" baseline="0" dirty="0">
                <a:ln>
                  <a:noFill/>
                </a:ln>
                <a:solidFill>
                  <a:srgbClr val="000000"/>
                </a:solidFill>
                <a:effectLst/>
                <a:latin typeface="Consolas" panose="020B0609020204030204" pitchFamily="49" charset="0"/>
              </a:rPr>
              <a:t> </a:t>
            </a:r>
            <a:r>
              <a:rPr kumimoji="0" lang="en-US" altLang="en-US" sz="2400" b="0" i="0" u="none" strike="noStrike" cap="none" normalizeH="0" baseline="0" dirty="0" err="1">
                <a:ln>
                  <a:noFill/>
                </a:ln>
                <a:solidFill>
                  <a:srgbClr val="DD4A68"/>
                </a:solidFill>
                <a:effectLst/>
                <a:latin typeface="Consolas" panose="020B0609020204030204" pitchFamily="49" charset="0"/>
              </a:rPr>
              <a:t>animalSound</a:t>
            </a:r>
            <a:r>
              <a:rPr kumimoji="0" lang="en-US" altLang="en-US" sz="2400" b="0" i="0" u="none" strike="noStrike" cap="none" normalizeH="0" baseline="0" dirty="0">
                <a:ln>
                  <a:noFill/>
                </a:ln>
                <a:solidFill>
                  <a:srgbClr val="999999"/>
                </a:solidFill>
                <a:effectLst/>
                <a:latin typeface="Consolas" panose="020B0609020204030204" pitchFamily="49" charset="0"/>
              </a:rPr>
              <a:t>();</a:t>
            </a:r>
            <a:r>
              <a:rPr kumimoji="0" lang="en-US" altLang="en-US" sz="24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77AA"/>
                </a:solidFill>
                <a:effectLst/>
                <a:latin typeface="Consolas" panose="020B0609020204030204" pitchFamily="49" charset="0"/>
              </a:rPr>
              <a:t>	public</a:t>
            </a:r>
            <a:r>
              <a:rPr kumimoji="0" lang="en-US" altLang="en-US" sz="2400" b="0" i="0" u="none" strike="noStrike" cap="none" normalizeH="0" baseline="0" dirty="0">
                <a:ln>
                  <a:noFill/>
                </a:ln>
                <a:solidFill>
                  <a:srgbClr val="000000"/>
                </a:solidFill>
                <a:effectLst/>
                <a:latin typeface="Consolas" panose="020B0609020204030204" pitchFamily="49" charset="0"/>
              </a:rPr>
              <a:t> </a:t>
            </a:r>
            <a:r>
              <a:rPr kumimoji="0" lang="en-US" altLang="en-US" sz="2400" b="0" i="0" u="none" strike="noStrike" cap="none" normalizeH="0" baseline="0" dirty="0">
                <a:ln>
                  <a:noFill/>
                </a:ln>
                <a:solidFill>
                  <a:srgbClr val="0077AA"/>
                </a:solidFill>
                <a:effectLst/>
                <a:latin typeface="Consolas" panose="020B0609020204030204" pitchFamily="49" charset="0"/>
              </a:rPr>
              <a:t>void</a:t>
            </a:r>
            <a:r>
              <a:rPr kumimoji="0" lang="en-US" altLang="en-US" sz="2400" b="0" i="0" u="none" strike="noStrike" cap="none" normalizeH="0" baseline="0" dirty="0">
                <a:ln>
                  <a:noFill/>
                </a:ln>
                <a:solidFill>
                  <a:srgbClr val="000000"/>
                </a:solidFill>
                <a:effectLst/>
                <a:latin typeface="Consolas" panose="020B0609020204030204" pitchFamily="49" charset="0"/>
              </a:rPr>
              <a:t> </a:t>
            </a:r>
            <a:r>
              <a:rPr kumimoji="0" lang="en-US" altLang="en-US" sz="2400" b="0" i="0" u="none" strike="noStrike" cap="none" normalizeH="0" baseline="0" dirty="0">
                <a:ln>
                  <a:noFill/>
                </a:ln>
                <a:solidFill>
                  <a:srgbClr val="DD4A68"/>
                </a:solidFill>
                <a:effectLst/>
                <a:latin typeface="Consolas" panose="020B0609020204030204" pitchFamily="49" charset="0"/>
              </a:rPr>
              <a:t>sleep</a:t>
            </a:r>
            <a:r>
              <a:rPr kumimoji="0" lang="en-US" altLang="en-US" sz="2400" b="0" i="0" u="none" strike="noStrike" cap="none" normalizeH="0" baseline="0" dirty="0">
                <a:ln>
                  <a:noFill/>
                </a:ln>
                <a:solidFill>
                  <a:srgbClr val="999999"/>
                </a:solidFill>
                <a:effectLst/>
                <a:latin typeface="Consolas" panose="020B0609020204030204" pitchFamily="49" charset="0"/>
              </a:rPr>
              <a:t>()</a:t>
            </a:r>
            <a:r>
              <a:rPr kumimoji="0" lang="en-US" altLang="en-US" sz="2400" b="0" i="0" u="none" strike="noStrike" cap="none" normalizeH="0" baseline="0" dirty="0">
                <a:ln>
                  <a:noFill/>
                </a:ln>
                <a:solidFill>
                  <a:srgbClr val="000000"/>
                </a:solidFill>
                <a:effectLst/>
                <a:latin typeface="Consolas" panose="020B0609020204030204" pitchFamily="49" charset="0"/>
              </a:rPr>
              <a:t> </a:t>
            </a:r>
            <a:r>
              <a:rPr kumimoji="0" lang="en-US" altLang="en-US" sz="2400" b="0" i="0" u="none" strike="noStrike" cap="none" normalizeH="0" baseline="0" dirty="0">
                <a:ln>
                  <a:noFill/>
                </a:ln>
                <a:solidFill>
                  <a:srgbClr val="999999"/>
                </a:solidFill>
                <a:effectLst/>
                <a:latin typeface="Consolas" panose="020B0609020204030204" pitchFamily="49" charset="0"/>
              </a:rPr>
              <a:t>{</a:t>
            </a:r>
            <a:r>
              <a:rPr kumimoji="0" lang="en-US" altLang="en-US" sz="24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DD4A68"/>
                </a:solidFill>
                <a:effectLst/>
                <a:latin typeface="Consolas" panose="020B0609020204030204" pitchFamily="49" charset="0"/>
              </a:rPr>
              <a:t>		</a:t>
            </a:r>
            <a:r>
              <a:rPr kumimoji="0" lang="en-US" altLang="en-US" sz="2400" b="0" i="0" u="none" strike="noStrike" cap="none" normalizeH="0" baseline="0" dirty="0" err="1">
                <a:ln>
                  <a:noFill/>
                </a:ln>
                <a:solidFill>
                  <a:srgbClr val="DD4A68"/>
                </a:solidFill>
                <a:effectLst/>
                <a:latin typeface="Consolas" panose="020B0609020204030204" pitchFamily="49" charset="0"/>
              </a:rPr>
              <a:t>System</a:t>
            </a:r>
            <a:r>
              <a:rPr kumimoji="0" lang="en-US" altLang="en-US" sz="2400" b="0" i="0" u="none" strike="noStrike" cap="none" normalizeH="0" baseline="0" dirty="0" err="1">
                <a:ln>
                  <a:noFill/>
                </a:ln>
                <a:solidFill>
                  <a:srgbClr val="999999"/>
                </a:solidFill>
                <a:effectLst/>
                <a:latin typeface="Consolas" panose="020B0609020204030204" pitchFamily="49" charset="0"/>
              </a:rPr>
              <a:t>.</a:t>
            </a:r>
            <a:r>
              <a:rPr kumimoji="0" lang="en-US" altLang="en-US" sz="2400" b="0" i="0" u="none" strike="noStrike" cap="none" normalizeH="0" baseline="0" dirty="0" err="1">
                <a:ln>
                  <a:noFill/>
                </a:ln>
                <a:solidFill>
                  <a:srgbClr val="000000"/>
                </a:solidFill>
                <a:effectLst/>
                <a:latin typeface="Consolas" panose="020B0609020204030204" pitchFamily="49" charset="0"/>
              </a:rPr>
              <a:t>out</a:t>
            </a:r>
            <a:r>
              <a:rPr kumimoji="0" lang="en-US" altLang="en-US" sz="2400" b="0" i="0" u="none" strike="noStrike" cap="none" normalizeH="0" baseline="0" dirty="0" err="1">
                <a:ln>
                  <a:noFill/>
                </a:ln>
                <a:solidFill>
                  <a:srgbClr val="999999"/>
                </a:solidFill>
                <a:effectLst/>
                <a:latin typeface="Consolas" panose="020B0609020204030204" pitchFamily="49" charset="0"/>
              </a:rPr>
              <a:t>.</a:t>
            </a:r>
            <a:r>
              <a:rPr kumimoji="0" lang="en-US" altLang="en-US" sz="2400" b="0" i="0" u="none" strike="noStrike" cap="none" normalizeH="0" baseline="0" dirty="0" err="1">
                <a:ln>
                  <a:noFill/>
                </a:ln>
                <a:solidFill>
                  <a:srgbClr val="DD4A68"/>
                </a:solidFill>
                <a:effectLst/>
                <a:latin typeface="Consolas" panose="020B0609020204030204" pitchFamily="49" charset="0"/>
              </a:rPr>
              <a:t>println</a:t>
            </a:r>
            <a:r>
              <a:rPr kumimoji="0" lang="en-US" altLang="en-US" sz="2400" b="0" i="0" u="none" strike="noStrike" cap="none" normalizeH="0" baseline="0" dirty="0">
                <a:ln>
                  <a:noFill/>
                </a:ln>
                <a:solidFill>
                  <a:srgbClr val="999999"/>
                </a:solidFill>
                <a:effectLst/>
                <a:latin typeface="Consolas" panose="020B0609020204030204" pitchFamily="49" charset="0"/>
              </a:rPr>
              <a:t>(</a:t>
            </a:r>
            <a:r>
              <a:rPr kumimoji="0" lang="en-US" altLang="en-US" sz="2400" b="0" i="0" u="none" strike="noStrike" cap="none" normalizeH="0" baseline="0" dirty="0">
                <a:ln>
                  <a:noFill/>
                </a:ln>
                <a:solidFill>
                  <a:srgbClr val="669900"/>
                </a:solidFill>
                <a:effectLst/>
                <a:latin typeface="Consolas" panose="020B0609020204030204" pitchFamily="49" charset="0"/>
              </a:rPr>
              <a:t>"</a:t>
            </a:r>
            <a:r>
              <a:rPr kumimoji="0" lang="en-US" altLang="en-US" sz="2400" b="0" i="0" u="none" strike="noStrike" cap="none" normalizeH="0" baseline="0" dirty="0" err="1">
                <a:ln>
                  <a:noFill/>
                </a:ln>
                <a:solidFill>
                  <a:srgbClr val="669900"/>
                </a:solidFill>
                <a:effectLst/>
                <a:latin typeface="Consolas" panose="020B0609020204030204" pitchFamily="49" charset="0"/>
              </a:rPr>
              <a:t>Zzz</a:t>
            </a:r>
            <a:r>
              <a:rPr kumimoji="0" lang="en-US" altLang="en-US" sz="2400" b="0" i="0" u="none" strike="noStrike" cap="none" normalizeH="0" baseline="0" dirty="0">
                <a:ln>
                  <a:noFill/>
                </a:ln>
                <a:solidFill>
                  <a:srgbClr val="669900"/>
                </a:solidFill>
                <a:effectLst/>
                <a:latin typeface="Consolas" panose="020B0609020204030204" pitchFamily="49" charset="0"/>
              </a:rPr>
              <a:t>"</a:t>
            </a:r>
            <a:r>
              <a:rPr kumimoji="0" lang="en-US" altLang="en-US" sz="2400" b="0" i="0" u="none" strike="noStrike" cap="none" normalizeH="0" baseline="0" dirty="0">
                <a:ln>
                  <a:noFill/>
                </a:ln>
                <a:solidFill>
                  <a:srgbClr val="999999"/>
                </a:solidFill>
                <a:effectLst/>
                <a:latin typeface="Consolas" panose="020B0609020204030204" pitchFamily="49" charset="0"/>
              </a:rPr>
              <a:t>);</a:t>
            </a:r>
            <a:r>
              <a:rPr kumimoji="0" lang="en-US" altLang="en-US" sz="24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999999"/>
                </a:solidFill>
                <a:effectLst/>
                <a:latin typeface="Consolas" panose="020B0609020204030204" pitchFamily="49" charset="0"/>
              </a:rPr>
              <a:t>}</a:t>
            </a:r>
            <a:r>
              <a:rPr kumimoji="0" lang="en-US" altLang="en-US" sz="2400" b="0" i="0" u="none" strike="noStrike" cap="none" normalizeH="0" baseline="0" dirty="0">
                <a:ln>
                  <a:noFill/>
                </a:ln>
                <a:solidFill>
                  <a:srgbClr val="000000"/>
                </a:solidFill>
                <a:effectLst/>
                <a:latin typeface="Consolas" panose="020B0609020204030204" pitchFamily="49" charset="0"/>
              </a:rPr>
              <a:t> </a:t>
            </a:r>
            <a:r>
              <a:rPr kumimoji="0" lang="en-US" altLang="en-US" sz="2400" b="0" i="0" u="none" strike="noStrike" cap="none" normalizeH="0" baseline="0" dirty="0">
                <a:ln>
                  <a:noFill/>
                </a:ln>
                <a:solidFill>
                  <a:srgbClr val="999999"/>
                </a:solidFill>
                <a:effectLst/>
                <a:latin typeface="Consolas" panose="020B0609020204030204" pitchFamily="49" charset="0"/>
              </a:rPr>
              <a:t>}</a:t>
            </a:r>
            <a:r>
              <a:rPr kumimoji="0" lang="en-US" altLang="en-US" sz="2400" b="0" i="0" u="none" strike="noStrike" cap="none" normalizeH="0" baseline="0" dirty="0">
                <a:ln>
                  <a:noFill/>
                </a:ln>
                <a:solidFill>
                  <a:schemeClr val="tx1"/>
                </a:solidFill>
                <a:effectLst/>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7" name="Rectangle 6">
            <a:extLst>
              <a:ext uri="{FF2B5EF4-FFF2-40B4-BE49-F238E27FC236}">
                <a16:creationId xmlns:a16="http://schemas.microsoft.com/office/drawing/2014/main" id="{E4AD35B6-F43A-4313-9128-7A735AD9DF26}"/>
              </a:ext>
            </a:extLst>
          </p:cNvPr>
          <p:cNvSpPr/>
          <p:nvPr/>
        </p:nvSpPr>
        <p:spPr>
          <a:xfrm>
            <a:off x="164387" y="3105835"/>
            <a:ext cx="11815280" cy="830997"/>
          </a:xfrm>
          <a:prstGeom prst="rect">
            <a:avLst/>
          </a:prstGeom>
        </p:spPr>
        <p:txBody>
          <a:bodyPr wrap="square">
            <a:spAutoFit/>
          </a:bodyPr>
          <a:lstStyle/>
          <a:p>
            <a:pPr marL="285750" indent="-285750">
              <a:buFont typeface="Arial" panose="020B0604020202020204" pitchFamily="34" charset="0"/>
              <a:buChar char="•"/>
            </a:pPr>
            <a:r>
              <a:rPr lang="en-US" sz="2400" dirty="0">
                <a:solidFill>
                  <a:srgbClr val="000000"/>
                </a:solidFill>
                <a:latin typeface="Verdana" panose="020B0604030504040204" pitchFamily="34" charset="0"/>
              </a:rPr>
              <a:t>From the example above, it is not possible to create an object of the </a:t>
            </a:r>
            <a:r>
              <a:rPr lang="en-US" sz="2400" b="1" i="1" dirty="0">
                <a:solidFill>
                  <a:srgbClr val="000000"/>
                </a:solidFill>
                <a:latin typeface="Verdana" panose="020B0604030504040204" pitchFamily="34" charset="0"/>
              </a:rPr>
              <a:t>Animal class</a:t>
            </a:r>
            <a:r>
              <a:rPr lang="en-US" sz="2400" dirty="0">
                <a:solidFill>
                  <a:srgbClr val="000000"/>
                </a:solidFill>
                <a:latin typeface="Verdana" panose="020B0604030504040204" pitchFamily="34" charset="0"/>
              </a:rPr>
              <a:t>:</a:t>
            </a:r>
            <a:endParaRPr lang="en-US" sz="2400" dirty="0"/>
          </a:p>
        </p:txBody>
      </p:sp>
      <p:sp>
        <p:nvSpPr>
          <p:cNvPr id="8" name="Rectangle 4">
            <a:extLst>
              <a:ext uri="{FF2B5EF4-FFF2-40B4-BE49-F238E27FC236}">
                <a16:creationId xmlns:a16="http://schemas.microsoft.com/office/drawing/2014/main" id="{028C3187-D8DC-4CE6-863E-CF12183279D4}"/>
              </a:ext>
            </a:extLst>
          </p:cNvPr>
          <p:cNvSpPr>
            <a:spLocks noChangeArrowheads="1"/>
          </p:cNvSpPr>
          <p:nvPr/>
        </p:nvSpPr>
        <p:spPr bwMode="auto">
          <a:xfrm>
            <a:off x="164387" y="4116682"/>
            <a:ext cx="12027613" cy="751387"/>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58700" rIns="0" bIns="1587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DD4A68"/>
                </a:solidFill>
                <a:effectLst/>
                <a:latin typeface="Consolas" panose="020B0609020204030204" pitchFamily="49" charset="0"/>
              </a:rPr>
              <a:t>Animal</a:t>
            </a:r>
            <a:r>
              <a:rPr kumimoji="0" lang="en-US" altLang="en-US" sz="2800" b="0" i="0" u="none" strike="noStrike" cap="none" normalizeH="0" baseline="0" dirty="0">
                <a:ln>
                  <a:noFill/>
                </a:ln>
                <a:solidFill>
                  <a:srgbClr val="000000"/>
                </a:solidFill>
                <a:effectLst/>
                <a:latin typeface="Consolas" panose="020B0609020204030204" pitchFamily="49" charset="0"/>
              </a:rPr>
              <a:t> </a:t>
            </a:r>
            <a:r>
              <a:rPr kumimoji="0" lang="en-US" altLang="en-US" sz="2800" b="0" i="0" u="none" strike="noStrike" cap="none" normalizeH="0" baseline="0" dirty="0" err="1">
                <a:ln>
                  <a:noFill/>
                </a:ln>
                <a:solidFill>
                  <a:srgbClr val="000000"/>
                </a:solidFill>
                <a:effectLst/>
                <a:latin typeface="Consolas" panose="020B0609020204030204" pitchFamily="49" charset="0"/>
              </a:rPr>
              <a:t>myObj</a:t>
            </a:r>
            <a:r>
              <a:rPr kumimoji="0" lang="en-US" altLang="en-US" sz="2800" b="0" i="0" u="none" strike="noStrike" cap="none" normalizeH="0" baseline="0" dirty="0">
                <a:ln>
                  <a:noFill/>
                </a:ln>
                <a:solidFill>
                  <a:srgbClr val="000000"/>
                </a:solidFill>
                <a:effectLst/>
                <a:latin typeface="Consolas" panose="020B0609020204030204" pitchFamily="49" charset="0"/>
              </a:rPr>
              <a:t> </a:t>
            </a:r>
            <a:r>
              <a:rPr kumimoji="0" lang="en-US" altLang="en-US" sz="2800" b="0" i="0" u="none" strike="noStrike" cap="none" normalizeH="0" baseline="0" dirty="0">
                <a:ln>
                  <a:noFill/>
                </a:ln>
                <a:solidFill>
                  <a:srgbClr val="9A6E3A"/>
                </a:solidFill>
                <a:effectLst/>
                <a:latin typeface="Consolas" panose="020B0609020204030204" pitchFamily="49" charset="0"/>
              </a:rPr>
              <a:t>=</a:t>
            </a:r>
            <a:r>
              <a:rPr kumimoji="0" lang="en-US" altLang="en-US" sz="2800" b="0" i="0" u="none" strike="noStrike" cap="none" normalizeH="0" baseline="0" dirty="0">
                <a:ln>
                  <a:noFill/>
                </a:ln>
                <a:solidFill>
                  <a:srgbClr val="000000"/>
                </a:solidFill>
                <a:effectLst/>
                <a:latin typeface="Consolas" panose="020B0609020204030204" pitchFamily="49" charset="0"/>
              </a:rPr>
              <a:t> </a:t>
            </a:r>
            <a:r>
              <a:rPr kumimoji="0" lang="en-US" altLang="en-US" sz="2800" b="0" i="0" u="none" strike="noStrike" cap="none" normalizeH="0" baseline="0" dirty="0">
                <a:ln>
                  <a:noFill/>
                </a:ln>
                <a:solidFill>
                  <a:srgbClr val="0077AA"/>
                </a:solidFill>
                <a:effectLst/>
                <a:latin typeface="Consolas" panose="020B0609020204030204" pitchFamily="49" charset="0"/>
              </a:rPr>
              <a:t>new</a:t>
            </a:r>
            <a:r>
              <a:rPr kumimoji="0" lang="en-US" altLang="en-US" sz="2800" b="0" i="0" u="none" strike="noStrike" cap="none" normalizeH="0" baseline="0" dirty="0">
                <a:ln>
                  <a:noFill/>
                </a:ln>
                <a:solidFill>
                  <a:srgbClr val="000000"/>
                </a:solidFill>
                <a:effectLst/>
                <a:latin typeface="Consolas" panose="020B0609020204030204" pitchFamily="49" charset="0"/>
              </a:rPr>
              <a:t> </a:t>
            </a:r>
            <a:r>
              <a:rPr kumimoji="0" lang="en-US" altLang="en-US" sz="2800" b="0" i="0" u="none" strike="noStrike" cap="none" normalizeH="0" baseline="0" dirty="0">
                <a:ln>
                  <a:noFill/>
                </a:ln>
                <a:solidFill>
                  <a:srgbClr val="DD4A68"/>
                </a:solidFill>
                <a:effectLst/>
                <a:latin typeface="Consolas" panose="020B0609020204030204" pitchFamily="49" charset="0"/>
              </a:rPr>
              <a:t>Animal</a:t>
            </a:r>
            <a:r>
              <a:rPr kumimoji="0" lang="en-US" altLang="en-US" sz="2800" b="0" i="0" u="none" strike="noStrike" cap="none" normalizeH="0" baseline="0" dirty="0">
                <a:ln>
                  <a:noFill/>
                </a:ln>
                <a:solidFill>
                  <a:srgbClr val="999999"/>
                </a:solidFill>
                <a:effectLst/>
                <a:latin typeface="Consolas" panose="020B0609020204030204" pitchFamily="49" charset="0"/>
              </a:rPr>
              <a:t>();</a:t>
            </a:r>
            <a:r>
              <a:rPr kumimoji="0" lang="en-US" altLang="en-US" sz="2800" b="0" i="0" u="none" strike="noStrike" cap="none" normalizeH="0" baseline="0" dirty="0">
                <a:ln>
                  <a:noFill/>
                </a:ln>
                <a:solidFill>
                  <a:srgbClr val="000000"/>
                </a:solidFill>
                <a:effectLst/>
                <a:latin typeface="Consolas" panose="020B0609020204030204" pitchFamily="49" charset="0"/>
              </a:rPr>
              <a:t> </a:t>
            </a:r>
            <a:r>
              <a:rPr kumimoji="0" lang="en-US" altLang="en-US" sz="2800" b="0" i="0" u="none" strike="noStrike" cap="none" normalizeH="0" baseline="0" dirty="0">
                <a:ln>
                  <a:noFill/>
                </a:ln>
                <a:solidFill>
                  <a:srgbClr val="708090"/>
                </a:solidFill>
                <a:effectLst/>
                <a:latin typeface="Consolas" panose="020B0609020204030204" pitchFamily="49" charset="0"/>
              </a:rPr>
              <a:t>// will generate an error</a:t>
            </a:r>
            <a:r>
              <a:rPr kumimoji="0" lang="en-US" altLang="en-US" sz="2800" b="0" i="0" u="none" strike="noStrike" cap="none" normalizeH="0" baseline="0" dirty="0">
                <a:ln>
                  <a:noFill/>
                </a:ln>
                <a:solidFill>
                  <a:schemeClr val="tx1"/>
                </a:solidFill>
                <a:effectLst/>
              </a:rPr>
              <a:t> </a:t>
            </a:r>
          </a:p>
        </p:txBody>
      </p:sp>
      <p:sp>
        <p:nvSpPr>
          <p:cNvPr id="9" name="Rectangle 8">
            <a:extLst>
              <a:ext uri="{FF2B5EF4-FFF2-40B4-BE49-F238E27FC236}">
                <a16:creationId xmlns:a16="http://schemas.microsoft.com/office/drawing/2014/main" id="{A90C978E-1C6F-4919-9D8F-18E0BA3115CE}"/>
              </a:ext>
            </a:extLst>
          </p:cNvPr>
          <p:cNvSpPr/>
          <p:nvPr/>
        </p:nvSpPr>
        <p:spPr>
          <a:xfrm>
            <a:off x="441790" y="5110608"/>
            <a:ext cx="11537877" cy="954107"/>
          </a:xfrm>
          <a:prstGeom prst="rect">
            <a:avLst/>
          </a:prstGeom>
        </p:spPr>
        <p:txBody>
          <a:bodyPr wrap="square">
            <a:spAutoFit/>
          </a:bodyPr>
          <a:lstStyle/>
          <a:p>
            <a:pPr marL="457200" indent="-457200">
              <a:buFont typeface="Arial" panose="020B0604020202020204" pitchFamily="34" charset="0"/>
              <a:buChar char="•"/>
            </a:pPr>
            <a:r>
              <a:rPr lang="en-US" sz="2800" dirty="0">
                <a:solidFill>
                  <a:srgbClr val="000000"/>
                </a:solidFill>
                <a:latin typeface="Verdana" panose="020B0604030504040204" pitchFamily="34" charset="0"/>
              </a:rPr>
              <a:t>To access the abstract class, it must be inherited from another class as in the next slides.</a:t>
            </a:r>
          </a:p>
        </p:txBody>
      </p:sp>
    </p:spTree>
    <p:extLst>
      <p:ext uri="{BB962C8B-B14F-4D97-AF65-F5344CB8AC3E}">
        <p14:creationId xmlns:p14="http://schemas.microsoft.com/office/powerpoint/2010/main" val="4072434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706FC-A9ED-4752-94E5-2089548E95CC}"/>
              </a:ext>
            </a:extLst>
          </p:cNvPr>
          <p:cNvSpPr>
            <a:spLocks noGrp="1"/>
          </p:cNvSpPr>
          <p:nvPr>
            <p:ph type="title"/>
          </p:nvPr>
        </p:nvSpPr>
        <p:spPr>
          <a:xfrm>
            <a:off x="609600" y="84136"/>
            <a:ext cx="10972800" cy="341811"/>
          </a:xfrm>
        </p:spPr>
        <p:txBody>
          <a:bodyPr>
            <a:normAutofit fontScale="90000"/>
          </a:bodyPr>
          <a:lstStyle/>
          <a:p>
            <a:pPr fontAlgn="auto">
              <a:spcAft>
                <a:spcPts val="0"/>
              </a:spcAft>
              <a:defRPr/>
            </a:pPr>
            <a:r>
              <a:rPr lang="en-US" dirty="0">
                <a:solidFill>
                  <a:srgbClr val="24B5A1"/>
                </a:solidFill>
                <a:latin typeface="Calibri" panose="020F0502020204030204" pitchFamily="34" charset="0"/>
              </a:rPr>
              <a:t>10.4  </a:t>
            </a:r>
            <a:r>
              <a:rPr lang="en-US" dirty="0">
                <a:solidFill>
                  <a:srgbClr val="3380E6"/>
                </a:solidFill>
                <a:latin typeface="Calibri" panose="020F0502020204030204" pitchFamily="34" charset="0"/>
              </a:rPr>
              <a:t>Abstract Classes  Example</a:t>
            </a:r>
          </a:p>
        </p:txBody>
      </p:sp>
      <p:sp>
        <p:nvSpPr>
          <p:cNvPr id="5" name="Rectangle 2">
            <a:extLst>
              <a:ext uri="{FF2B5EF4-FFF2-40B4-BE49-F238E27FC236}">
                <a16:creationId xmlns:a16="http://schemas.microsoft.com/office/drawing/2014/main" id="{28DAA093-89DB-4CE6-B341-DE8462B2ADC1}"/>
              </a:ext>
            </a:extLst>
          </p:cNvPr>
          <p:cNvSpPr>
            <a:spLocks noChangeArrowheads="1"/>
          </p:cNvSpPr>
          <p:nvPr/>
        </p:nvSpPr>
        <p:spPr bwMode="auto">
          <a:xfrm>
            <a:off x="969195" y="636209"/>
            <a:ext cx="10253609" cy="5860478"/>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58700" rIns="0" bIns="1587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708090"/>
                </a:solidFill>
                <a:effectLst/>
                <a:latin typeface="Consolas" panose="020B0609020204030204" pitchFamily="49" charset="0"/>
              </a:rPr>
              <a:t>// Abstract class</a:t>
            </a:r>
            <a:r>
              <a:rPr kumimoji="0" lang="en-US" altLang="en-US" sz="20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708090"/>
                </a:solidFill>
                <a:effectLst/>
                <a:latin typeface="Consolas" panose="020B0609020204030204" pitchFamily="49" charset="0"/>
              </a:rPr>
              <a:t>method (does not have a body)</a:t>
            </a:r>
            <a:r>
              <a:rPr kumimoji="0" lang="en-US" altLang="en-US" sz="2000" b="0" i="0" u="none" strike="noStrike" cap="none" normalizeH="0" baseline="0" dirty="0">
                <a:ln>
                  <a:noFill/>
                </a:ln>
                <a:solidFill>
                  <a:srgbClr val="000000"/>
                </a:solidFill>
                <a:effectLst/>
                <a:latin typeface="Consolas" panose="020B0609020204030204" pitchFamily="49" charset="0"/>
              </a:rPr>
              <a:t> </a:t>
            </a:r>
          </a:p>
          <a:p>
            <a:pPr lvl="0" eaLnBrk="0" hangingPunct="0"/>
            <a:r>
              <a:rPr kumimoji="0" lang="en-US" altLang="en-US" sz="2000" b="0" i="0" u="none" strike="noStrike" cap="none" normalizeH="0" baseline="0" dirty="0">
                <a:ln>
                  <a:noFill/>
                </a:ln>
                <a:solidFill>
                  <a:srgbClr val="0077AA"/>
                </a:solidFill>
                <a:effectLst/>
                <a:latin typeface="Consolas" panose="020B0609020204030204" pitchFamily="49" charset="0"/>
              </a:rPr>
              <a:t>	</a:t>
            </a:r>
            <a:r>
              <a:rPr lang="en-US" altLang="en-US" sz="2000" dirty="0">
                <a:solidFill>
                  <a:srgbClr val="0077AA"/>
                </a:solidFill>
                <a:latin typeface="Consolas" panose="020B0609020204030204" pitchFamily="49" charset="0"/>
              </a:rPr>
              <a:t>abstract</a:t>
            </a:r>
            <a:r>
              <a:rPr lang="en-US" altLang="en-US" sz="2000" dirty="0">
                <a:solidFill>
                  <a:srgbClr val="000000"/>
                </a:solidFill>
                <a:latin typeface="Consolas" panose="020B0609020204030204" pitchFamily="49" charset="0"/>
              </a:rPr>
              <a:t> </a:t>
            </a:r>
            <a:r>
              <a:rPr lang="en-US" altLang="en-US" sz="2000" dirty="0">
                <a:solidFill>
                  <a:srgbClr val="0077AA"/>
                </a:solidFill>
                <a:latin typeface="Consolas" panose="020B0609020204030204" pitchFamily="49" charset="0"/>
              </a:rPr>
              <a:t>class</a:t>
            </a:r>
            <a:r>
              <a:rPr lang="en-US" altLang="en-US" sz="2000" dirty="0">
                <a:solidFill>
                  <a:srgbClr val="000000"/>
                </a:solidFill>
                <a:latin typeface="Consolas" panose="020B0609020204030204" pitchFamily="49" charset="0"/>
              </a:rPr>
              <a:t> </a:t>
            </a:r>
            <a:r>
              <a:rPr lang="en-US" altLang="en-US" sz="2000" dirty="0">
                <a:solidFill>
                  <a:srgbClr val="DD4A68"/>
                </a:solidFill>
                <a:latin typeface="Consolas" panose="020B0609020204030204" pitchFamily="49" charset="0"/>
              </a:rPr>
              <a:t>Animal</a:t>
            </a:r>
            <a:r>
              <a:rPr lang="en-US" altLang="en-US" sz="2000" dirty="0">
                <a:solidFill>
                  <a:srgbClr val="000000"/>
                </a:solidFill>
                <a:latin typeface="Consolas" panose="020B0609020204030204" pitchFamily="49" charset="0"/>
              </a:rPr>
              <a:t> </a:t>
            </a:r>
            <a:r>
              <a:rPr lang="en-US" altLang="en-US" sz="2000" dirty="0">
                <a:solidFill>
                  <a:srgbClr val="999999"/>
                </a:solidFill>
                <a:latin typeface="Consolas" panose="020B0609020204030204" pitchFamily="49" charset="0"/>
              </a:rPr>
              <a:t>{</a:t>
            </a:r>
            <a:r>
              <a:rPr lang="en-US" altLang="en-US" sz="2000" dirty="0">
                <a:solidFill>
                  <a:srgbClr val="000000"/>
                </a:solidFill>
                <a:latin typeface="Consolas" panose="020B0609020204030204" pitchFamily="49" charset="0"/>
              </a:rPr>
              <a:t> </a:t>
            </a:r>
          </a:p>
          <a:p>
            <a:pPr lvl="0" eaLnBrk="0" hangingPunct="0"/>
            <a:r>
              <a:rPr lang="en-US" altLang="en-US" sz="2000" dirty="0">
                <a:solidFill>
                  <a:srgbClr val="708090"/>
                </a:solidFill>
                <a:latin typeface="Consolas" panose="020B0609020204030204" pitchFamily="49" charset="0"/>
              </a:rPr>
              <a:t>// Abstract </a:t>
            </a:r>
            <a:r>
              <a:rPr kumimoji="0" lang="en-US" altLang="en-US" sz="2000" b="0" i="0" u="none" strike="noStrike" cap="none" normalizeH="0" baseline="0" dirty="0">
                <a:ln>
                  <a:noFill/>
                </a:ln>
                <a:solidFill>
                  <a:srgbClr val="0077AA"/>
                </a:solidFill>
                <a:effectLst/>
                <a:latin typeface="Consolas" panose="020B0609020204030204" pitchFamily="49" charset="0"/>
              </a:rPr>
              <a:t>public</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0077AA"/>
                </a:solidFill>
                <a:effectLst/>
                <a:latin typeface="Consolas" panose="020B0609020204030204" pitchFamily="49" charset="0"/>
              </a:rPr>
              <a:t>abstract</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0077AA"/>
                </a:solidFill>
                <a:effectLst/>
                <a:latin typeface="Consolas" panose="020B0609020204030204" pitchFamily="49" charset="0"/>
              </a:rPr>
              <a:t>void</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err="1">
                <a:ln>
                  <a:noFill/>
                </a:ln>
                <a:solidFill>
                  <a:srgbClr val="DD4A68"/>
                </a:solidFill>
                <a:effectLst/>
                <a:latin typeface="Consolas" panose="020B0609020204030204" pitchFamily="49" charset="0"/>
              </a:rPr>
              <a:t>animalSound</a:t>
            </a:r>
            <a:r>
              <a:rPr kumimoji="0" lang="en-US" altLang="en-US" sz="2000" b="0" i="0" u="none" strike="noStrike" cap="none" normalizeH="0" baseline="0" dirty="0">
                <a:ln>
                  <a:noFill/>
                </a:ln>
                <a:solidFill>
                  <a:srgbClr val="999999"/>
                </a:solidFill>
                <a:effectLst/>
                <a:latin typeface="Consolas" panose="020B0609020204030204" pitchFamily="49" charset="0"/>
              </a:rPr>
              <a:t>();</a:t>
            </a:r>
            <a:r>
              <a:rPr kumimoji="0" lang="en-US" altLang="en-US" sz="20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000000"/>
                </a:solidFill>
                <a:latin typeface="Consolas" panose="020B0609020204030204" pitchFamily="49" charset="0"/>
              </a:rPr>
              <a:t>		</a:t>
            </a:r>
            <a:r>
              <a:rPr kumimoji="0" lang="en-US" altLang="en-US" sz="2000" b="0" i="0" u="none" strike="noStrike" cap="none" normalizeH="0" baseline="0" dirty="0">
                <a:ln>
                  <a:noFill/>
                </a:ln>
                <a:solidFill>
                  <a:srgbClr val="708090"/>
                </a:solidFill>
                <a:effectLst/>
                <a:latin typeface="Consolas" panose="020B0609020204030204" pitchFamily="49" charset="0"/>
              </a:rPr>
              <a:t>// Regular method</a:t>
            </a:r>
            <a:r>
              <a:rPr kumimoji="0" lang="en-US" altLang="en-US" sz="20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77AA"/>
                </a:solidFill>
                <a:effectLst/>
                <a:latin typeface="Consolas" panose="020B0609020204030204" pitchFamily="49" charset="0"/>
              </a:rPr>
              <a:t>	public</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0077AA"/>
                </a:solidFill>
                <a:effectLst/>
                <a:latin typeface="Consolas" panose="020B0609020204030204" pitchFamily="49" charset="0"/>
              </a:rPr>
              <a:t>void</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DD4A68"/>
                </a:solidFill>
                <a:effectLst/>
                <a:latin typeface="Consolas" panose="020B0609020204030204" pitchFamily="49" charset="0"/>
              </a:rPr>
              <a:t>sleep</a:t>
            </a:r>
            <a:r>
              <a:rPr kumimoji="0" lang="en-US" altLang="en-US" sz="2000" b="0" i="0" u="none" strike="noStrike" cap="none" normalizeH="0" baseline="0" dirty="0">
                <a:ln>
                  <a:noFill/>
                </a:ln>
                <a:solidFill>
                  <a:srgbClr val="999999"/>
                </a:solidFill>
                <a:effectLst/>
                <a:latin typeface="Consolas" panose="020B0609020204030204" pitchFamily="49" charset="0"/>
              </a:rPr>
              <a:t>()</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999999"/>
                </a:solidFill>
                <a:effectLst/>
                <a:latin typeface="Consolas" panose="020B0609020204030204" pitchFamily="49" charset="0"/>
              </a:rPr>
              <a:t>{</a:t>
            </a:r>
            <a:r>
              <a:rPr kumimoji="0" lang="en-US" altLang="en-US" sz="20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DD4A68"/>
                </a:solidFill>
                <a:effectLst/>
                <a:latin typeface="Consolas" panose="020B0609020204030204" pitchFamily="49" charset="0"/>
              </a:rPr>
              <a:t>		</a:t>
            </a:r>
            <a:r>
              <a:rPr kumimoji="0" lang="en-US" altLang="en-US" sz="2000" b="0" i="0" u="none" strike="noStrike" cap="none" normalizeH="0" baseline="0" dirty="0" err="1">
                <a:ln>
                  <a:noFill/>
                </a:ln>
                <a:solidFill>
                  <a:srgbClr val="DD4A68"/>
                </a:solidFill>
                <a:effectLst/>
                <a:latin typeface="Consolas" panose="020B0609020204030204" pitchFamily="49" charset="0"/>
              </a:rPr>
              <a:t>System</a:t>
            </a:r>
            <a:r>
              <a:rPr kumimoji="0" lang="en-US" altLang="en-US" sz="2000" b="0" i="0" u="none" strike="noStrike" cap="none" normalizeH="0" baseline="0" dirty="0" err="1">
                <a:ln>
                  <a:noFill/>
                </a:ln>
                <a:solidFill>
                  <a:srgbClr val="999999"/>
                </a:solidFill>
                <a:effectLst/>
                <a:latin typeface="Consolas" panose="020B0609020204030204" pitchFamily="49" charset="0"/>
              </a:rPr>
              <a:t>.</a:t>
            </a:r>
            <a:r>
              <a:rPr kumimoji="0" lang="en-US" altLang="en-US" sz="2000" b="0" i="0" u="none" strike="noStrike" cap="none" normalizeH="0" baseline="0" dirty="0" err="1">
                <a:ln>
                  <a:noFill/>
                </a:ln>
                <a:solidFill>
                  <a:srgbClr val="000000"/>
                </a:solidFill>
                <a:effectLst/>
                <a:latin typeface="Consolas" panose="020B0609020204030204" pitchFamily="49" charset="0"/>
              </a:rPr>
              <a:t>out</a:t>
            </a:r>
            <a:r>
              <a:rPr kumimoji="0" lang="en-US" altLang="en-US" sz="2000" b="0" i="0" u="none" strike="noStrike" cap="none" normalizeH="0" baseline="0" dirty="0" err="1">
                <a:ln>
                  <a:noFill/>
                </a:ln>
                <a:solidFill>
                  <a:srgbClr val="999999"/>
                </a:solidFill>
                <a:effectLst/>
                <a:latin typeface="Consolas" panose="020B0609020204030204" pitchFamily="49" charset="0"/>
              </a:rPr>
              <a:t>.</a:t>
            </a:r>
            <a:r>
              <a:rPr kumimoji="0" lang="en-US" altLang="en-US" sz="2000" b="0" i="0" u="none" strike="noStrike" cap="none" normalizeH="0" baseline="0" dirty="0" err="1">
                <a:ln>
                  <a:noFill/>
                </a:ln>
                <a:solidFill>
                  <a:srgbClr val="DD4A68"/>
                </a:solidFill>
                <a:effectLst/>
                <a:latin typeface="Consolas" panose="020B0609020204030204" pitchFamily="49" charset="0"/>
              </a:rPr>
              <a:t>println</a:t>
            </a:r>
            <a:r>
              <a:rPr kumimoji="0" lang="en-US" altLang="en-US" sz="2000" b="0" i="0" u="none" strike="noStrike" cap="none" normalizeH="0" baseline="0" dirty="0">
                <a:ln>
                  <a:noFill/>
                </a:ln>
                <a:solidFill>
                  <a:srgbClr val="999999"/>
                </a:solidFill>
                <a:effectLst/>
                <a:latin typeface="Consolas" panose="020B0609020204030204" pitchFamily="49" charset="0"/>
              </a:rPr>
              <a:t>(</a:t>
            </a:r>
            <a:r>
              <a:rPr kumimoji="0" lang="en-US" altLang="en-US" sz="2000" b="0" i="0" u="none" strike="noStrike" cap="none" normalizeH="0" baseline="0" dirty="0">
                <a:ln>
                  <a:noFill/>
                </a:ln>
                <a:solidFill>
                  <a:srgbClr val="669900"/>
                </a:solidFill>
                <a:effectLst/>
                <a:latin typeface="Consolas" panose="020B0609020204030204" pitchFamily="49" charset="0"/>
              </a:rPr>
              <a:t>"</a:t>
            </a:r>
            <a:r>
              <a:rPr kumimoji="0" lang="en-US" altLang="en-US" sz="2000" b="0" i="0" u="none" strike="noStrike" cap="none" normalizeH="0" baseline="0" dirty="0" err="1">
                <a:ln>
                  <a:noFill/>
                </a:ln>
                <a:solidFill>
                  <a:srgbClr val="669900"/>
                </a:solidFill>
                <a:effectLst/>
                <a:latin typeface="Consolas" panose="020B0609020204030204" pitchFamily="49" charset="0"/>
              </a:rPr>
              <a:t>Zzz</a:t>
            </a:r>
            <a:r>
              <a:rPr kumimoji="0" lang="en-US" altLang="en-US" sz="2000" b="0" i="0" u="none" strike="noStrike" cap="none" normalizeH="0" baseline="0" dirty="0">
                <a:ln>
                  <a:noFill/>
                </a:ln>
                <a:solidFill>
                  <a:srgbClr val="669900"/>
                </a:solidFill>
                <a:effectLst/>
                <a:latin typeface="Consolas" panose="020B0609020204030204" pitchFamily="49" charset="0"/>
              </a:rPr>
              <a:t>"</a:t>
            </a:r>
            <a:r>
              <a:rPr kumimoji="0" lang="en-US" altLang="en-US" sz="2000" b="0" i="0" u="none" strike="noStrike" cap="none" normalizeH="0" baseline="0" dirty="0">
                <a:ln>
                  <a:noFill/>
                </a:ln>
                <a:solidFill>
                  <a:srgbClr val="999999"/>
                </a:solidFill>
                <a:effectLst/>
                <a:latin typeface="Consolas" panose="020B0609020204030204" pitchFamily="49" charset="0"/>
              </a:rPr>
              <a:t>);</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999999"/>
                </a:solidFill>
                <a:effectLst/>
                <a:latin typeface="Consolas" panose="020B0609020204030204" pitchFamily="49" charset="0"/>
              </a:rPr>
              <a:t>}</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999999"/>
                </a:solidFill>
                <a:effectLst/>
                <a:latin typeface="Consolas" panose="020B0609020204030204" pitchFamily="49" charset="0"/>
              </a:rPr>
              <a:t>}</a:t>
            </a:r>
            <a:r>
              <a:rPr kumimoji="0" lang="en-US" altLang="en-US" sz="20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70809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708090"/>
                </a:solidFill>
                <a:effectLst/>
                <a:latin typeface="Consolas" panose="020B0609020204030204" pitchFamily="49" charset="0"/>
              </a:rPr>
              <a:t>// Subclass (inherit from Animal)</a:t>
            </a:r>
            <a:r>
              <a:rPr kumimoji="0" lang="en-US" altLang="en-US" sz="20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77AA"/>
                </a:solidFill>
                <a:effectLst/>
                <a:latin typeface="Consolas" panose="020B0609020204030204" pitchFamily="49" charset="0"/>
              </a:rPr>
              <a:t>class</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DD4A68"/>
                </a:solidFill>
                <a:effectLst/>
                <a:latin typeface="Consolas" panose="020B0609020204030204" pitchFamily="49" charset="0"/>
              </a:rPr>
              <a:t>Pig</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0077AA"/>
                </a:solidFill>
                <a:effectLst/>
                <a:latin typeface="Consolas" panose="020B0609020204030204" pitchFamily="49" charset="0"/>
              </a:rPr>
              <a:t>extends</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DD4A68"/>
                </a:solidFill>
                <a:effectLst/>
                <a:latin typeface="Consolas" panose="020B0609020204030204" pitchFamily="49" charset="0"/>
              </a:rPr>
              <a:t>Animal</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999999"/>
                </a:solidFill>
                <a:effectLst/>
                <a:latin typeface="Consolas" panose="020B0609020204030204" pitchFamily="49" charset="0"/>
              </a:rPr>
              <a:t>{</a:t>
            </a:r>
            <a:r>
              <a:rPr kumimoji="0" lang="en-US" altLang="en-US" sz="20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000000"/>
                </a:solidFill>
                <a:latin typeface="Consolas" panose="020B0609020204030204" pitchFamily="49" charset="0"/>
              </a:rPr>
              <a:t>	</a:t>
            </a:r>
            <a:r>
              <a:rPr kumimoji="0" lang="en-US" altLang="en-US" sz="2000" b="0" i="0" u="none" strike="noStrike" cap="none" normalizeH="0" baseline="0" dirty="0">
                <a:ln>
                  <a:noFill/>
                </a:ln>
                <a:solidFill>
                  <a:srgbClr val="0077AA"/>
                </a:solidFill>
                <a:effectLst/>
                <a:latin typeface="Consolas" panose="020B0609020204030204" pitchFamily="49" charset="0"/>
              </a:rPr>
              <a:t>public</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0077AA"/>
                </a:solidFill>
                <a:effectLst/>
                <a:latin typeface="Consolas" panose="020B0609020204030204" pitchFamily="49" charset="0"/>
              </a:rPr>
              <a:t>void</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err="1">
                <a:ln>
                  <a:noFill/>
                </a:ln>
                <a:solidFill>
                  <a:srgbClr val="DD4A68"/>
                </a:solidFill>
                <a:effectLst/>
                <a:latin typeface="Consolas" panose="020B0609020204030204" pitchFamily="49" charset="0"/>
              </a:rPr>
              <a:t>animalSound</a:t>
            </a:r>
            <a:r>
              <a:rPr kumimoji="0" lang="en-US" altLang="en-US" sz="2000" b="0" i="0" u="none" strike="noStrike" cap="none" normalizeH="0" baseline="0" dirty="0">
                <a:ln>
                  <a:noFill/>
                </a:ln>
                <a:solidFill>
                  <a:srgbClr val="999999"/>
                </a:solidFill>
                <a:effectLst/>
                <a:latin typeface="Consolas" panose="020B0609020204030204" pitchFamily="49" charset="0"/>
              </a:rPr>
              <a:t>()</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999999"/>
                </a:solidFill>
                <a:effectLst/>
                <a:latin typeface="Consolas" panose="020B0609020204030204" pitchFamily="49" charset="0"/>
              </a:rPr>
              <a:t>{</a:t>
            </a:r>
            <a:r>
              <a:rPr kumimoji="0" lang="en-US" altLang="en-US" sz="20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708090"/>
                </a:solidFill>
                <a:effectLst/>
                <a:latin typeface="Consolas" panose="020B0609020204030204" pitchFamily="49" charset="0"/>
              </a:rPr>
              <a:t>// The body of </a:t>
            </a:r>
            <a:r>
              <a:rPr kumimoji="0" lang="en-US" altLang="en-US" sz="2000" b="0" i="0" u="none" strike="noStrike" cap="none" normalizeH="0" baseline="0" dirty="0" err="1">
                <a:ln>
                  <a:noFill/>
                </a:ln>
                <a:solidFill>
                  <a:srgbClr val="708090"/>
                </a:solidFill>
                <a:effectLst/>
                <a:latin typeface="Consolas" panose="020B0609020204030204" pitchFamily="49" charset="0"/>
              </a:rPr>
              <a:t>animalSound</a:t>
            </a:r>
            <a:r>
              <a:rPr kumimoji="0" lang="en-US" altLang="en-US" sz="2000" b="0" i="0" u="none" strike="noStrike" cap="none" normalizeH="0" baseline="0" dirty="0">
                <a:ln>
                  <a:noFill/>
                </a:ln>
                <a:solidFill>
                  <a:srgbClr val="708090"/>
                </a:solidFill>
                <a:effectLst/>
                <a:latin typeface="Consolas" panose="020B0609020204030204" pitchFamily="49" charset="0"/>
              </a:rPr>
              <a:t>() is provided here</a:t>
            </a:r>
            <a:r>
              <a:rPr kumimoji="0" lang="en-US" altLang="en-US" sz="20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000000"/>
                </a:solidFill>
                <a:latin typeface="Consolas" panose="020B0609020204030204" pitchFamily="49" charset="0"/>
              </a:rPr>
              <a:t>		</a:t>
            </a:r>
            <a:r>
              <a:rPr kumimoji="0" lang="en-US" altLang="en-US" sz="2000" b="0" i="0" u="none" strike="noStrike" cap="none" normalizeH="0" baseline="0" dirty="0" err="1">
                <a:ln>
                  <a:noFill/>
                </a:ln>
                <a:solidFill>
                  <a:srgbClr val="DD4A68"/>
                </a:solidFill>
                <a:effectLst/>
                <a:latin typeface="Consolas" panose="020B0609020204030204" pitchFamily="49" charset="0"/>
              </a:rPr>
              <a:t>System</a:t>
            </a:r>
            <a:r>
              <a:rPr kumimoji="0" lang="en-US" altLang="en-US" sz="2000" b="0" i="0" u="none" strike="noStrike" cap="none" normalizeH="0" baseline="0" dirty="0" err="1">
                <a:ln>
                  <a:noFill/>
                </a:ln>
                <a:solidFill>
                  <a:srgbClr val="999999"/>
                </a:solidFill>
                <a:effectLst/>
                <a:latin typeface="Consolas" panose="020B0609020204030204" pitchFamily="49" charset="0"/>
              </a:rPr>
              <a:t>.</a:t>
            </a:r>
            <a:r>
              <a:rPr kumimoji="0" lang="en-US" altLang="en-US" sz="2000" b="0" i="0" u="none" strike="noStrike" cap="none" normalizeH="0" baseline="0" dirty="0" err="1">
                <a:ln>
                  <a:noFill/>
                </a:ln>
                <a:solidFill>
                  <a:srgbClr val="000000"/>
                </a:solidFill>
                <a:effectLst/>
                <a:latin typeface="Consolas" panose="020B0609020204030204" pitchFamily="49" charset="0"/>
              </a:rPr>
              <a:t>out</a:t>
            </a:r>
            <a:r>
              <a:rPr kumimoji="0" lang="en-US" altLang="en-US" sz="2000" b="0" i="0" u="none" strike="noStrike" cap="none" normalizeH="0" baseline="0" dirty="0" err="1">
                <a:ln>
                  <a:noFill/>
                </a:ln>
                <a:solidFill>
                  <a:srgbClr val="999999"/>
                </a:solidFill>
                <a:effectLst/>
                <a:latin typeface="Consolas" panose="020B0609020204030204" pitchFamily="49" charset="0"/>
              </a:rPr>
              <a:t>.</a:t>
            </a:r>
            <a:r>
              <a:rPr kumimoji="0" lang="en-US" altLang="en-US" sz="2000" b="0" i="0" u="none" strike="noStrike" cap="none" normalizeH="0" baseline="0" dirty="0" err="1">
                <a:ln>
                  <a:noFill/>
                </a:ln>
                <a:solidFill>
                  <a:srgbClr val="DD4A68"/>
                </a:solidFill>
                <a:effectLst/>
                <a:latin typeface="Consolas" panose="020B0609020204030204" pitchFamily="49" charset="0"/>
              </a:rPr>
              <a:t>println</a:t>
            </a:r>
            <a:r>
              <a:rPr kumimoji="0" lang="en-US" altLang="en-US" sz="2000" b="0" i="0" u="none" strike="noStrike" cap="none" normalizeH="0" baseline="0" dirty="0">
                <a:ln>
                  <a:noFill/>
                </a:ln>
                <a:solidFill>
                  <a:srgbClr val="999999"/>
                </a:solidFill>
                <a:effectLst/>
                <a:latin typeface="Consolas" panose="020B0609020204030204" pitchFamily="49" charset="0"/>
              </a:rPr>
              <a:t>(</a:t>
            </a:r>
            <a:r>
              <a:rPr kumimoji="0" lang="en-US" altLang="en-US" sz="2000" b="0" i="0" u="none" strike="noStrike" cap="none" normalizeH="0" baseline="0" dirty="0">
                <a:ln>
                  <a:noFill/>
                </a:ln>
                <a:solidFill>
                  <a:srgbClr val="669900"/>
                </a:solidFill>
                <a:effectLst/>
                <a:latin typeface="Consolas" panose="020B0609020204030204" pitchFamily="49" charset="0"/>
              </a:rPr>
              <a:t>"The pig says: wee wee"</a:t>
            </a:r>
            <a:r>
              <a:rPr kumimoji="0" lang="en-US" altLang="en-US" sz="2000" b="0" i="0" u="none" strike="noStrike" cap="none" normalizeH="0" baseline="0" dirty="0">
                <a:ln>
                  <a:noFill/>
                </a:ln>
                <a:solidFill>
                  <a:srgbClr val="999999"/>
                </a:solidFill>
                <a:effectLst/>
                <a:latin typeface="Consolas" panose="020B0609020204030204" pitchFamily="49" charset="0"/>
              </a:rPr>
              <a:t>);</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999999"/>
                </a:solidFill>
                <a:effectLst/>
                <a:latin typeface="Consolas" panose="020B0609020204030204" pitchFamily="49" charset="0"/>
              </a:rPr>
              <a:t>}</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999999"/>
                </a:solidFill>
                <a:effectLst/>
                <a:latin typeface="Consolas" panose="020B0609020204030204" pitchFamily="49" charset="0"/>
              </a:rPr>
              <a:t>}</a:t>
            </a:r>
            <a:r>
              <a:rPr kumimoji="0" lang="en-US" altLang="en-US" sz="20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77AA"/>
                </a:solidFill>
                <a:effectLst/>
                <a:latin typeface="Consolas" panose="020B0609020204030204" pitchFamily="49" charset="0"/>
              </a:rPr>
              <a:t>class</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DD4A68"/>
                </a:solidFill>
                <a:effectLst/>
                <a:latin typeface="Consolas" panose="020B0609020204030204" pitchFamily="49" charset="0"/>
              </a:rPr>
              <a:t>Main</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999999"/>
                </a:solidFill>
                <a:effectLst/>
                <a:latin typeface="Consolas" panose="020B0609020204030204" pitchFamily="49" charset="0"/>
              </a:rPr>
              <a:t>{</a:t>
            </a:r>
            <a:r>
              <a:rPr kumimoji="0" lang="en-US" altLang="en-US" sz="20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000000"/>
                </a:solidFill>
                <a:latin typeface="Consolas" panose="020B0609020204030204" pitchFamily="49" charset="0"/>
              </a:rPr>
              <a:t>	</a:t>
            </a:r>
            <a:r>
              <a:rPr kumimoji="0" lang="en-US" altLang="en-US" sz="2000" b="0" i="0" u="none" strike="noStrike" cap="none" normalizeH="0" baseline="0" dirty="0">
                <a:ln>
                  <a:noFill/>
                </a:ln>
                <a:solidFill>
                  <a:srgbClr val="0077AA"/>
                </a:solidFill>
                <a:effectLst/>
                <a:latin typeface="Consolas" panose="020B0609020204030204" pitchFamily="49" charset="0"/>
              </a:rPr>
              <a:t>public</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0077AA"/>
                </a:solidFill>
                <a:effectLst/>
                <a:latin typeface="Consolas" panose="020B0609020204030204" pitchFamily="49" charset="0"/>
              </a:rPr>
              <a:t>static</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0077AA"/>
                </a:solidFill>
                <a:effectLst/>
                <a:latin typeface="Consolas" panose="020B0609020204030204" pitchFamily="49" charset="0"/>
              </a:rPr>
              <a:t>void</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DD4A68"/>
                </a:solidFill>
                <a:effectLst/>
                <a:latin typeface="Consolas" panose="020B0609020204030204" pitchFamily="49" charset="0"/>
              </a:rPr>
              <a:t>main</a:t>
            </a:r>
            <a:r>
              <a:rPr kumimoji="0" lang="en-US" altLang="en-US" sz="2000" b="0" i="0" u="none" strike="noStrike" cap="none" normalizeH="0" baseline="0" dirty="0">
                <a:ln>
                  <a:noFill/>
                </a:ln>
                <a:solidFill>
                  <a:srgbClr val="999999"/>
                </a:solidFill>
                <a:effectLst/>
                <a:latin typeface="Consolas" panose="020B0609020204030204" pitchFamily="49" charset="0"/>
              </a:rPr>
              <a:t>(</a:t>
            </a:r>
            <a:r>
              <a:rPr kumimoji="0" lang="en-US" altLang="en-US" sz="2000" b="0" i="0" u="none" strike="noStrike" cap="none" normalizeH="0" baseline="0" dirty="0">
                <a:ln>
                  <a:noFill/>
                </a:ln>
                <a:solidFill>
                  <a:srgbClr val="DD4A68"/>
                </a:solidFill>
                <a:effectLst/>
                <a:latin typeface="Consolas" panose="020B0609020204030204" pitchFamily="49" charset="0"/>
              </a:rPr>
              <a:t>String</a:t>
            </a:r>
            <a:r>
              <a:rPr kumimoji="0" lang="en-US" altLang="en-US" sz="2000" b="0" i="0" u="none" strike="noStrike" cap="none" normalizeH="0" baseline="0" dirty="0">
                <a:ln>
                  <a:noFill/>
                </a:ln>
                <a:solidFill>
                  <a:srgbClr val="999999"/>
                </a:solidFill>
                <a:effectLst/>
                <a:latin typeface="Consolas" panose="020B0609020204030204" pitchFamily="49" charset="0"/>
              </a:rPr>
              <a:t>[]</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err="1">
                <a:ln>
                  <a:noFill/>
                </a:ln>
                <a:solidFill>
                  <a:srgbClr val="000000"/>
                </a:solidFill>
                <a:effectLst/>
                <a:latin typeface="Consolas" panose="020B0609020204030204" pitchFamily="49" charset="0"/>
              </a:rPr>
              <a:t>args</a:t>
            </a:r>
            <a:r>
              <a:rPr kumimoji="0" lang="en-US" altLang="en-US" sz="2000" b="0" i="0" u="none" strike="noStrike" cap="none" normalizeH="0" baseline="0" dirty="0">
                <a:ln>
                  <a:noFill/>
                </a:ln>
                <a:solidFill>
                  <a:srgbClr val="999999"/>
                </a:solidFill>
                <a:effectLst/>
                <a:latin typeface="Consolas" panose="020B0609020204030204" pitchFamily="49" charset="0"/>
              </a:rPr>
              <a:t>)</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999999"/>
                </a:solidFill>
                <a:effectLst/>
                <a:latin typeface="Consolas" panose="020B0609020204030204" pitchFamily="49" charset="0"/>
              </a:rPr>
              <a:t>{</a:t>
            </a:r>
            <a:r>
              <a:rPr kumimoji="0" lang="en-US" altLang="en-US" sz="20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000000"/>
                </a:solidFill>
                <a:latin typeface="Consolas" panose="020B0609020204030204" pitchFamily="49" charset="0"/>
              </a:rPr>
              <a:t>		</a:t>
            </a:r>
            <a:r>
              <a:rPr kumimoji="0" lang="en-US" altLang="en-US" sz="2000" b="0" i="0" u="none" strike="noStrike" cap="none" normalizeH="0" baseline="0" dirty="0">
                <a:ln>
                  <a:noFill/>
                </a:ln>
                <a:solidFill>
                  <a:srgbClr val="DD4A68"/>
                </a:solidFill>
                <a:effectLst/>
                <a:latin typeface="Consolas" panose="020B0609020204030204" pitchFamily="49" charset="0"/>
              </a:rPr>
              <a:t>Pig</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err="1">
                <a:ln>
                  <a:noFill/>
                </a:ln>
                <a:solidFill>
                  <a:srgbClr val="000000"/>
                </a:solidFill>
                <a:effectLst/>
                <a:latin typeface="Consolas" panose="020B0609020204030204" pitchFamily="49" charset="0"/>
              </a:rPr>
              <a:t>myPig</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9A6E3A"/>
                </a:solidFill>
                <a:effectLst/>
                <a:latin typeface="Consolas" panose="020B0609020204030204" pitchFamily="49" charset="0"/>
              </a:rPr>
              <a:t>=</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0077AA"/>
                </a:solidFill>
                <a:effectLst/>
                <a:latin typeface="Consolas" panose="020B0609020204030204" pitchFamily="49" charset="0"/>
              </a:rPr>
              <a:t>new</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DD4A68"/>
                </a:solidFill>
                <a:effectLst/>
                <a:latin typeface="Consolas" panose="020B0609020204030204" pitchFamily="49" charset="0"/>
              </a:rPr>
              <a:t>Pig</a:t>
            </a:r>
            <a:r>
              <a:rPr kumimoji="0" lang="en-US" altLang="en-US" sz="2000" b="0" i="0" u="none" strike="noStrike" cap="none" normalizeH="0" baseline="0" dirty="0">
                <a:ln>
                  <a:noFill/>
                </a:ln>
                <a:solidFill>
                  <a:srgbClr val="999999"/>
                </a:solidFill>
                <a:effectLst/>
                <a:latin typeface="Consolas" panose="020B0609020204030204" pitchFamily="49" charset="0"/>
              </a:rPr>
              <a:t>();</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708090"/>
                </a:solidFill>
                <a:effectLst/>
                <a:latin typeface="Consolas" panose="020B0609020204030204" pitchFamily="49" charset="0"/>
              </a:rPr>
              <a:t>// Create a Pig object</a:t>
            </a:r>
            <a:r>
              <a:rPr kumimoji="0" lang="en-US" altLang="en-US" sz="20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000000"/>
                </a:solidFill>
                <a:latin typeface="Consolas" panose="020B0609020204030204" pitchFamily="49" charset="0"/>
              </a:rPr>
              <a:t>		</a:t>
            </a:r>
            <a:r>
              <a:rPr kumimoji="0" lang="en-US" altLang="en-US" sz="2000" b="0" i="0" u="none" strike="noStrike" cap="none" normalizeH="0" baseline="0" dirty="0" err="1">
                <a:ln>
                  <a:noFill/>
                </a:ln>
                <a:solidFill>
                  <a:srgbClr val="000000"/>
                </a:solidFill>
                <a:effectLst/>
                <a:latin typeface="Consolas" panose="020B0609020204030204" pitchFamily="49" charset="0"/>
              </a:rPr>
              <a:t>myPig</a:t>
            </a:r>
            <a:r>
              <a:rPr kumimoji="0" lang="en-US" altLang="en-US" sz="2000" b="0" i="0" u="none" strike="noStrike" cap="none" normalizeH="0" baseline="0" dirty="0" err="1">
                <a:ln>
                  <a:noFill/>
                </a:ln>
                <a:solidFill>
                  <a:srgbClr val="999999"/>
                </a:solidFill>
                <a:effectLst/>
                <a:latin typeface="Consolas" panose="020B0609020204030204" pitchFamily="49" charset="0"/>
              </a:rPr>
              <a:t>.</a:t>
            </a:r>
            <a:r>
              <a:rPr kumimoji="0" lang="en-US" altLang="en-US" sz="2000" b="0" i="0" u="none" strike="noStrike" cap="none" normalizeH="0" baseline="0" dirty="0" err="1">
                <a:ln>
                  <a:noFill/>
                </a:ln>
                <a:solidFill>
                  <a:srgbClr val="DD4A68"/>
                </a:solidFill>
                <a:effectLst/>
                <a:latin typeface="Consolas" panose="020B0609020204030204" pitchFamily="49" charset="0"/>
              </a:rPr>
              <a:t>animalSound</a:t>
            </a:r>
            <a:r>
              <a:rPr kumimoji="0" lang="en-US" altLang="en-US" sz="2000" b="0" i="0" u="none" strike="noStrike" cap="none" normalizeH="0" baseline="0" dirty="0">
                <a:ln>
                  <a:noFill/>
                </a:ln>
                <a:solidFill>
                  <a:srgbClr val="999999"/>
                </a:solidFill>
                <a:effectLst/>
                <a:latin typeface="Consolas" panose="020B0609020204030204" pitchFamily="49" charset="0"/>
              </a:rPr>
              <a:t>();</a:t>
            </a:r>
            <a:r>
              <a:rPr kumimoji="0" lang="en-US" altLang="en-US" sz="20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000000"/>
                </a:solidFill>
                <a:latin typeface="Consolas" panose="020B0609020204030204" pitchFamily="49" charset="0"/>
              </a:rPr>
              <a:t>		</a:t>
            </a:r>
            <a:r>
              <a:rPr kumimoji="0" lang="en-US" altLang="en-US" sz="2000" b="0" i="0" u="none" strike="noStrike" cap="none" normalizeH="0" baseline="0" dirty="0" err="1">
                <a:ln>
                  <a:noFill/>
                </a:ln>
                <a:solidFill>
                  <a:srgbClr val="000000"/>
                </a:solidFill>
                <a:effectLst/>
                <a:latin typeface="Consolas" panose="020B0609020204030204" pitchFamily="49" charset="0"/>
              </a:rPr>
              <a:t>myPig</a:t>
            </a:r>
            <a:r>
              <a:rPr kumimoji="0" lang="en-US" altLang="en-US" sz="2000" b="0" i="0" u="none" strike="noStrike" cap="none" normalizeH="0" baseline="0" dirty="0" err="1">
                <a:ln>
                  <a:noFill/>
                </a:ln>
                <a:solidFill>
                  <a:srgbClr val="999999"/>
                </a:solidFill>
                <a:effectLst/>
                <a:latin typeface="Consolas" panose="020B0609020204030204" pitchFamily="49" charset="0"/>
              </a:rPr>
              <a:t>.</a:t>
            </a:r>
            <a:r>
              <a:rPr kumimoji="0" lang="en-US" altLang="en-US" sz="2000" b="0" i="0" u="none" strike="noStrike" cap="none" normalizeH="0" baseline="0" dirty="0" err="1">
                <a:ln>
                  <a:noFill/>
                </a:ln>
                <a:solidFill>
                  <a:srgbClr val="DD4A68"/>
                </a:solidFill>
                <a:effectLst/>
                <a:latin typeface="Consolas" panose="020B0609020204030204" pitchFamily="49" charset="0"/>
              </a:rPr>
              <a:t>sleep</a:t>
            </a:r>
            <a:r>
              <a:rPr kumimoji="0" lang="en-US" altLang="en-US" sz="2000" b="0" i="0" u="none" strike="noStrike" cap="none" normalizeH="0" baseline="0" dirty="0">
                <a:ln>
                  <a:noFill/>
                </a:ln>
                <a:solidFill>
                  <a:srgbClr val="999999"/>
                </a:solidFill>
                <a:effectLst/>
                <a:latin typeface="Consolas" panose="020B0609020204030204" pitchFamily="49" charset="0"/>
              </a:rPr>
              <a:t>();</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999999"/>
                </a:solidFill>
                <a:effectLst/>
                <a:latin typeface="Consolas" panose="020B0609020204030204" pitchFamily="49" charset="0"/>
              </a:rPr>
              <a:t>}</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999999"/>
                </a:solidFill>
                <a:effectLst/>
                <a:latin typeface="Consolas" panose="020B0609020204030204" pitchFamily="49" charset="0"/>
              </a:rPr>
              <a:t>}</a:t>
            </a:r>
            <a:r>
              <a:rPr kumimoji="0" lang="en-US" altLang="en-US" sz="2000" b="0" i="0" u="none" strike="noStrike" cap="none" normalizeH="0" baseline="0" dirty="0">
                <a:ln>
                  <a:noFill/>
                </a:ln>
                <a:solidFill>
                  <a:schemeClr val="tx1"/>
                </a:solidFill>
                <a:effectLst/>
              </a:rPr>
              <a:t> </a:t>
            </a:r>
          </a:p>
        </p:txBody>
      </p:sp>
    </p:spTree>
    <p:extLst>
      <p:ext uri="{BB962C8B-B14F-4D97-AF65-F5344CB8AC3E}">
        <p14:creationId xmlns:p14="http://schemas.microsoft.com/office/powerpoint/2010/main" val="3000799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706FC-A9ED-4752-94E5-2089548E95CC}"/>
              </a:ext>
            </a:extLst>
          </p:cNvPr>
          <p:cNvSpPr>
            <a:spLocks noGrp="1"/>
          </p:cNvSpPr>
          <p:nvPr>
            <p:ph type="title"/>
          </p:nvPr>
        </p:nvSpPr>
        <p:spPr/>
        <p:txBody>
          <a:bodyPr>
            <a:normAutofit fontScale="90000"/>
          </a:bodyPr>
          <a:lstStyle/>
          <a:p>
            <a:pPr fontAlgn="auto">
              <a:spcAft>
                <a:spcPts val="0"/>
              </a:spcAft>
              <a:defRPr/>
            </a:pPr>
            <a:r>
              <a:rPr lang="en-US" dirty="0">
                <a:solidFill>
                  <a:srgbClr val="24B5A1"/>
                </a:solidFill>
                <a:latin typeface="Calibri" panose="020F0502020204030204" pitchFamily="34" charset="0"/>
              </a:rPr>
              <a:t>10.4  </a:t>
            </a:r>
            <a:r>
              <a:rPr lang="en-US" dirty="0">
                <a:solidFill>
                  <a:srgbClr val="3380E6"/>
                </a:solidFill>
                <a:latin typeface="Calibri" panose="020F0502020204030204" pitchFamily="34" charset="0"/>
              </a:rPr>
              <a:t> Why And When To Use Abstract Classes and Methods?</a:t>
            </a:r>
          </a:p>
        </p:txBody>
      </p:sp>
      <p:sp>
        <p:nvSpPr>
          <p:cNvPr id="34819" name="Text Placeholder 2">
            <a:extLst>
              <a:ext uri="{FF2B5EF4-FFF2-40B4-BE49-F238E27FC236}">
                <a16:creationId xmlns:a16="http://schemas.microsoft.com/office/drawing/2014/main" id="{BB2D3501-86D0-40E5-815F-6A2EC4160D03}"/>
              </a:ext>
            </a:extLst>
          </p:cNvPr>
          <p:cNvSpPr>
            <a:spLocks noGrp="1"/>
          </p:cNvSpPr>
          <p:nvPr>
            <p:ph type="body" idx="1"/>
          </p:nvPr>
        </p:nvSpPr>
        <p:spPr>
          <a:xfrm>
            <a:off x="400279" y="1690459"/>
            <a:ext cx="10972800" cy="4525962"/>
          </a:xfrm>
        </p:spPr>
        <p:txBody>
          <a:bodyPr/>
          <a:lstStyle/>
          <a:p>
            <a:pPr>
              <a:lnSpc>
                <a:spcPct val="90000"/>
              </a:lnSpc>
            </a:pPr>
            <a:r>
              <a:rPr lang="en-US" altLang="en-US" sz="4000" dirty="0">
                <a:solidFill>
                  <a:srgbClr val="000000"/>
                </a:solidFill>
              </a:rPr>
              <a:t>To achieve security - hide certain details and only show the important details of an object.</a:t>
            </a:r>
          </a:p>
          <a:p>
            <a:pPr>
              <a:lnSpc>
                <a:spcPct val="90000"/>
              </a:lnSpc>
            </a:pPr>
            <a:r>
              <a:rPr lang="en-US" altLang="en-US" sz="4000" dirty="0">
                <a:solidFill>
                  <a:srgbClr val="000000"/>
                </a:solidFill>
              </a:rPr>
              <a:t>Note: </a:t>
            </a:r>
            <a:r>
              <a:rPr lang="en-US" altLang="en-US" sz="4000" b="1" dirty="0">
                <a:solidFill>
                  <a:srgbClr val="000000"/>
                </a:solidFill>
              </a:rPr>
              <a:t>Abstraction</a:t>
            </a:r>
            <a:r>
              <a:rPr lang="en-US" altLang="en-US" sz="4000" dirty="0">
                <a:solidFill>
                  <a:srgbClr val="000000"/>
                </a:solidFill>
              </a:rPr>
              <a:t> can also be achieved with Interfaces, which you will learn more about in this module.</a:t>
            </a:r>
          </a:p>
          <a:p>
            <a:pPr eaLnBrk="1" hangingPunct="1">
              <a:lnSpc>
                <a:spcPct val="90000"/>
              </a:lnSpc>
            </a:pPr>
            <a:endParaRPr lang="en-US" altLang="en-US" dirty="0">
              <a:solidFill>
                <a:srgbClr val="000000"/>
              </a:solidFill>
            </a:endParaRPr>
          </a:p>
        </p:txBody>
      </p:sp>
      <p:sp>
        <p:nvSpPr>
          <p:cNvPr id="4" name="Footer Placeholder 3">
            <a:extLst>
              <a:ext uri="{FF2B5EF4-FFF2-40B4-BE49-F238E27FC236}">
                <a16:creationId xmlns:a16="http://schemas.microsoft.com/office/drawing/2014/main" id="{D20050CF-B776-42BB-8599-952491C035D9}"/>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7637143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706FC-A9ED-4752-94E5-2089548E95CC}"/>
              </a:ext>
            </a:extLst>
          </p:cNvPr>
          <p:cNvSpPr>
            <a:spLocks noGrp="1"/>
          </p:cNvSpPr>
          <p:nvPr>
            <p:ph type="title"/>
          </p:nvPr>
        </p:nvSpPr>
        <p:spPr/>
        <p:txBody>
          <a:bodyPr>
            <a:normAutofit/>
          </a:bodyPr>
          <a:lstStyle/>
          <a:p>
            <a:pPr fontAlgn="auto">
              <a:spcAft>
                <a:spcPts val="0"/>
              </a:spcAft>
              <a:defRPr/>
            </a:pPr>
            <a:r>
              <a:rPr lang="en-US" dirty="0">
                <a:solidFill>
                  <a:srgbClr val="24B5A1"/>
                </a:solidFill>
                <a:latin typeface="Calibri" panose="020F0502020204030204" pitchFamily="34" charset="0"/>
              </a:rPr>
              <a:t>10.4  </a:t>
            </a:r>
            <a:r>
              <a:rPr lang="en-US" dirty="0">
                <a:solidFill>
                  <a:srgbClr val="3380E6"/>
                </a:solidFill>
                <a:latin typeface="Calibri" panose="020F0502020204030204" pitchFamily="34" charset="0"/>
              </a:rPr>
              <a:t>Abstract Classes and Methods (Cont.)</a:t>
            </a:r>
          </a:p>
        </p:txBody>
      </p:sp>
      <p:sp>
        <p:nvSpPr>
          <p:cNvPr id="34819" name="Text Placeholder 2">
            <a:extLst>
              <a:ext uri="{FF2B5EF4-FFF2-40B4-BE49-F238E27FC236}">
                <a16:creationId xmlns:a16="http://schemas.microsoft.com/office/drawing/2014/main" id="{BB2D3501-86D0-40E5-815F-6A2EC4160D03}"/>
              </a:ext>
            </a:extLst>
          </p:cNvPr>
          <p:cNvSpPr>
            <a:spLocks noGrp="1"/>
          </p:cNvSpPr>
          <p:nvPr>
            <p:ph type="body" idx="1"/>
          </p:nvPr>
        </p:nvSpPr>
        <p:spPr/>
        <p:txBody>
          <a:bodyPr/>
          <a:lstStyle/>
          <a:p>
            <a:pPr eaLnBrk="1" hangingPunct="1">
              <a:lnSpc>
                <a:spcPct val="90000"/>
              </a:lnSpc>
            </a:pPr>
            <a:r>
              <a:rPr lang="en-US" altLang="en-US" dirty="0">
                <a:solidFill>
                  <a:srgbClr val="000000"/>
                </a:solidFill>
              </a:rPr>
              <a:t>Classes that can be used to instantiate objects are called </a:t>
            </a:r>
            <a:r>
              <a:rPr lang="en-US" altLang="en-US" dirty="0">
                <a:solidFill>
                  <a:srgbClr val="0000FF"/>
                </a:solidFill>
              </a:rPr>
              <a:t>concrete classes</a:t>
            </a:r>
            <a:r>
              <a:rPr lang="en-US" altLang="en-US" dirty="0">
                <a:solidFill>
                  <a:srgbClr val="000000"/>
                </a:solidFill>
              </a:rPr>
              <a:t>. </a:t>
            </a:r>
          </a:p>
          <a:p>
            <a:pPr eaLnBrk="1" hangingPunct="1">
              <a:lnSpc>
                <a:spcPct val="90000"/>
              </a:lnSpc>
            </a:pPr>
            <a:r>
              <a:rPr lang="en-US" altLang="en-US" dirty="0">
                <a:solidFill>
                  <a:srgbClr val="000000"/>
                </a:solidFill>
              </a:rPr>
              <a:t>Such classes provide implementations of every method they declare (some of the implementations can be inherited).</a:t>
            </a:r>
          </a:p>
          <a:p>
            <a:pPr eaLnBrk="1" hangingPunct="1">
              <a:lnSpc>
                <a:spcPct val="90000"/>
              </a:lnSpc>
            </a:pPr>
            <a:r>
              <a:rPr lang="en-US" altLang="en-US" dirty="0">
                <a:solidFill>
                  <a:srgbClr val="000000"/>
                </a:solidFill>
              </a:rPr>
              <a:t>Abstract </a:t>
            </a:r>
            <a:r>
              <a:rPr lang="en-US" altLang="en-US" b="1" i="1" dirty="0" err="1">
                <a:solidFill>
                  <a:srgbClr val="000000"/>
                </a:solidFill>
              </a:rPr>
              <a:t>superclasses</a:t>
            </a:r>
            <a:r>
              <a:rPr lang="en-US" altLang="en-US" dirty="0">
                <a:solidFill>
                  <a:srgbClr val="000000"/>
                </a:solidFill>
              </a:rPr>
              <a:t> are too general to create real objects—they specify only what is common among subclasses. </a:t>
            </a:r>
          </a:p>
          <a:p>
            <a:pPr eaLnBrk="1" hangingPunct="1">
              <a:lnSpc>
                <a:spcPct val="90000"/>
              </a:lnSpc>
            </a:pPr>
            <a:r>
              <a:rPr lang="en-US" altLang="en-US" dirty="0">
                <a:solidFill>
                  <a:srgbClr val="000000"/>
                </a:solidFill>
              </a:rPr>
              <a:t>Concrete classes provide the specifics that make it reasonable to instantiate objects.</a:t>
            </a:r>
          </a:p>
          <a:p>
            <a:pPr eaLnBrk="1" hangingPunct="1">
              <a:lnSpc>
                <a:spcPct val="90000"/>
              </a:lnSpc>
            </a:pPr>
            <a:r>
              <a:rPr lang="en-US" altLang="en-US" dirty="0">
                <a:solidFill>
                  <a:srgbClr val="000000"/>
                </a:solidFill>
              </a:rPr>
              <a:t>Not all hierarchies contain abstract classes. </a:t>
            </a:r>
          </a:p>
        </p:txBody>
      </p:sp>
      <p:sp>
        <p:nvSpPr>
          <p:cNvPr id="4" name="Footer Placeholder 3">
            <a:extLst>
              <a:ext uri="{FF2B5EF4-FFF2-40B4-BE49-F238E27FC236}">
                <a16:creationId xmlns:a16="http://schemas.microsoft.com/office/drawing/2014/main" id="{D20050CF-B776-42BB-8599-952491C035D9}"/>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95031386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097E9-356A-4277-9A8B-342FEC2F5897}"/>
              </a:ext>
            </a:extLst>
          </p:cNvPr>
          <p:cNvSpPr>
            <a:spLocks noGrp="1"/>
          </p:cNvSpPr>
          <p:nvPr>
            <p:ph type="title"/>
          </p:nvPr>
        </p:nvSpPr>
        <p:spPr/>
        <p:txBody>
          <a:bodyPr>
            <a:normAutofit/>
          </a:bodyPr>
          <a:lstStyle/>
          <a:p>
            <a:pPr fontAlgn="auto">
              <a:spcAft>
                <a:spcPts val="0"/>
              </a:spcAft>
              <a:defRPr/>
            </a:pPr>
            <a:r>
              <a:rPr lang="en-US" dirty="0">
                <a:solidFill>
                  <a:srgbClr val="24B5A1"/>
                </a:solidFill>
                <a:latin typeface="Calibri" panose="020F0502020204030204" pitchFamily="34" charset="0"/>
              </a:rPr>
              <a:t>10.4  </a:t>
            </a:r>
            <a:r>
              <a:rPr lang="en-US" dirty="0">
                <a:solidFill>
                  <a:srgbClr val="3380E6"/>
                </a:solidFill>
                <a:latin typeface="Calibri" panose="020F0502020204030204" pitchFamily="34" charset="0"/>
              </a:rPr>
              <a:t>Abstract Classes and Methods (Cont.)</a:t>
            </a:r>
          </a:p>
        </p:txBody>
      </p:sp>
      <p:sp>
        <p:nvSpPr>
          <p:cNvPr id="35843" name="Text Placeholder 2">
            <a:extLst>
              <a:ext uri="{FF2B5EF4-FFF2-40B4-BE49-F238E27FC236}">
                <a16:creationId xmlns:a16="http://schemas.microsoft.com/office/drawing/2014/main" id="{B1E82D7D-3418-450A-B088-7F6B918BC243}"/>
              </a:ext>
            </a:extLst>
          </p:cNvPr>
          <p:cNvSpPr>
            <a:spLocks noGrp="1"/>
          </p:cNvSpPr>
          <p:nvPr>
            <p:ph type="body" idx="1"/>
          </p:nvPr>
        </p:nvSpPr>
        <p:spPr/>
        <p:txBody>
          <a:bodyPr/>
          <a:lstStyle/>
          <a:p>
            <a:pPr eaLnBrk="1" hangingPunct="1"/>
            <a:r>
              <a:rPr lang="en-US" altLang="en-US" dirty="0">
                <a:solidFill>
                  <a:srgbClr val="000000"/>
                </a:solidFill>
              </a:rPr>
              <a:t>Programmers often write client code that uses only abstract superclass types to reduce client code’s dependencies on a range of subclass types.</a:t>
            </a:r>
          </a:p>
          <a:p>
            <a:pPr lvl="1" eaLnBrk="1" hangingPunct="1"/>
            <a:r>
              <a:rPr lang="en-US" altLang="en-US" dirty="0">
                <a:solidFill>
                  <a:srgbClr val="000000"/>
                </a:solidFill>
              </a:rPr>
              <a:t>You can write a method with a parameter of an abstract superclass type. </a:t>
            </a:r>
          </a:p>
          <a:p>
            <a:pPr lvl="1" eaLnBrk="1" hangingPunct="1"/>
            <a:r>
              <a:rPr lang="en-US" altLang="en-US" dirty="0">
                <a:solidFill>
                  <a:srgbClr val="000000"/>
                </a:solidFill>
              </a:rPr>
              <a:t>When called, such a method can receive an object of any concrete class that directly or indirectly extends the superclass specified as the parameter’s type. </a:t>
            </a:r>
          </a:p>
          <a:p>
            <a:pPr eaLnBrk="1" hangingPunct="1"/>
            <a:r>
              <a:rPr lang="en-US" altLang="en-US" dirty="0">
                <a:solidFill>
                  <a:srgbClr val="000000"/>
                </a:solidFill>
              </a:rPr>
              <a:t>Abstract classes sometimes constitute several levels of a hierarchy. </a:t>
            </a:r>
          </a:p>
        </p:txBody>
      </p:sp>
      <p:sp>
        <p:nvSpPr>
          <p:cNvPr id="4" name="Footer Placeholder 3">
            <a:extLst>
              <a:ext uri="{FF2B5EF4-FFF2-40B4-BE49-F238E27FC236}">
                <a16:creationId xmlns:a16="http://schemas.microsoft.com/office/drawing/2014/main" id="{0CCC5620-1BAD-4AD1-B00C-A7F37A4E886A}"/>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293495773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B1DD1-6DD1-4499-AFF2-BE65CE9FC17B}"/>
              </a:ext>
            </a:extLst>
          </p:cNvPr>
          <p:cNvSpPr>
            <a:spLocks noGrp="1"/>
          </p:cNvSpPr>
          <p:nvPr>
            <p:ph type="title"/>
          </p:nvPr>
        </p:nvSpPr>
        <p:spPr>
          <a:xfrm>
            <a:off x="609600" y="274638"/>
            <a:ext cx="10972800" cy="804861"/>
          </a:xfrm>
        </p:spPr>
        <p:txBody>
          <a:bodyPr>
            <a:normAutofit/>
          </a:bodyPr>
          <a:lstStyle/>
          <a:p>
            <a:pPr fontAlgn="auto">
              <a:spcAft>
                <a:spcPts val="0"/>
              </a:spcAft>
              <a:defRPr/>
            </a:pPr>
            <a:r>
              <a:rPr lang="en-US" dirty="0">
                <a:solidFill>
                  <a:srgbClr val="24B5A1"/>
                </a:solidFill>
                <a:latin typeface="Calibri" panose="020F0502020204030204" pitchFamily="34" charset="0"/>
              </a:rPr>
              <a:t>10.4  </a:t>
            </a:r>
            <a:r>
              <a:rPr lang="en-US" dirty="0">
                <a:solidFill>
                  <a:srgbClr val="3380E6"/>
                </a:solidFill>
                <a:latin typeface="Calibri" panose="020F0502020204030204" pitchFamily="34" charset="0"/>
              </a:rPr>
              <a:t>Abstract Classes and Methods (Cont.)</a:t>
            </a:r>
          </a:p>
        </p:txBody>
      </p:sp>
      <p:sp>
        <p:nvSpPr>
          <p:cNvPr id="36867" name="Text Placeholder 2">
            <a:extLst>
              <a:ext uri="{FF2B5EF4-FFF2-40B4-BE49-F238E27FC236}">
                <a16:creationId xmlns:a16="http://schemas.microsoft.com/office/drawing/2014/main" id="{C43D7CB8-BF38-454B-8F0D-824D8EC37BCA}"/>
              </a:ext>
            </a:extLst>
          </p:cNvPr>
          <p:cNvSpPr>
            <a:spLocks noGrp="1"/>
          </p:cNvSpPr>
          <p:nvPr>
            <p:ph type="body" idx="1"/>
          </p:nvPr>
        </p:nvSpPr>
        <p:spPr>
          <a:xfrm>
            <a:off x="609600" y="1166019"/>
            <a:ext cx="10972800" cy="4525962"/>
          </a:xfrm>
        </p:spPr>
        <p:txBody>
          <a:bodyPr/>
          <a:lstStyle/>
          <a:p>
            <a:pPr eaLnBrk="1" hangingPunct="1">
              <a:lnSpc>
                <a:spcPct val="80000"/>
              </a:lnSpc>
            </a:pPr>
            <a:r>
              <a:rPr lang="en-US" altLang="en-US" dirty="0">
                <a:solidFill>
                  <a:srgbClr val="000000"/>
                </a:solidFill>
              </a:rPr>
              <a:t>You make a class abstract by declaring it with keyword </a:t>
            </a:r>
            <a:r>
              <a:rPr lang="en-US" altLang="en-US" dirty="0">
                <a:solidFill>
                  <a:srgbClr val="0000FF"/>
                </a:solidFill>
                <a:latin typeface="Consolas" panose="020B0609020204030204" pitchFamily="49" charset="0"/>
              </a:rPr>
              <a:t>abstract</a:t>
            </a:r>
            <a:r>
              <a:rPr lang="en-US" altLang="en-US" dirty="0">
                <a:solidFill>
                  <a:srgbClr val="000000"/>
                </a:solidFill>
              </a:rPr>
              <a:t>. </a:t>
            </a:r>
          </a:p>
          <a:p>
            <a:pPr eaLnBrk="1" hangingPunct="1">
              <a:lnSpc>
                <a:spcPct val="80000"/>
              </a:lnSpc>
            </a:pPr>
            <a:r>
              <a:rPr lang="en-US" altLang="en-US" dirty="0">
                <a:solidFill>
                  <a:srgbClr val="000000"/>
                </a:solidFill>
              </a:rPr>
              <a:t>An abstract class normally contains one or more </a:t>
            </a:r>
            <a:r>
              <a:rPr lang="en-US" altLang="en-US" dirty="0">
                <a:solidFill>
                  <a:srgbClr val="0000FF"/>
                </a:solidFill>
              </a:rPr>
              <a:t>abstract methods</a:t>
            </a:r>
            <a:r>
              <a:rPr lang="en-US" altLang="en-US" dirty="0">
                <a:solidFill>
                  <a:srgbClr val="000000"/>
                </a:solidFill>
              </a:rPr>
              <a:t>. </a:t>
            </a:r>
          </a:p>
          <a:p>
            <a:pPr lvl="1" eaLnBrk="1" hangingPunct="1">
              <a:lnSpc>
                <a:spcPct val="80000"/>
              </a:lnSpc>
            </a:pPr>
            <a:r>
              <a:rPr lang="en-US" altLang="en-US" dirty="0">
                <a:solidFill>
                  <a:srgbClr val="000000"/>
                </a:solidFill>
              </a:rPr>
              <a:t>An abstract method is an instance method with keyword </a:t>
            </a:r>
            <a:r>
              <a:rPr lang="en-US" altLang="en-US" dirty="0">
                <a:solidFill>
                  <a:srgbClr val="000000"/>
                </a:solidFill>
                <a:latin typeface="Consolas" panose="020B0609020204030204" pitchFamily="49" charset="0"/>
              </a:rPr>
              <a:t>abstract</a:t>
            </a:r>
            <a:r>
              <a:rPr lang="en-US" altLang="en-US" dirty="0">
                <a:solidFill>
                  <a:srgbClr val="000000"/>
                </a:solidFill>
              </a:rPr>
              <a:t> in its declaration, as in</a:t>
            </a:r>
          </a:p>
          <a:p>
            <a:pPr lvl="2" eaLnBrk="1" hangingPunct="1">
              <a:lnSpc>
                <a:spcPct val="80000"/>
              </a:lnSpc>
              <a:buFont typeface="Wingdings 2" panose="05020102010507070707" pitchFamily="18" charset="2"/>
              <a:buNone/>
            </a:pPr>
            <a:r>
              <a:rPr lang="en-US" altLang="en-US" dirty="0">
                <a:solidFill>
                  <a:srgbClr val="0000FF"/>
                </a:solidFill>
                <a:latin typeface="Consolas" panose="020B0609020204030204" pitchFamily="49" charset="0"/>
              </a:rPr>
              <a:t>	public abstract void </a:t>
            </a:r>
            <a:r>
              <a:rPr lang="en-US" altLang="en-US" dirty="0">
                <a:solidFill>
                  <a:srgbClr val="000000"/>
                </a:solidFill>
                <a:latin typeface="Consolas" panose="020B0609020204030204" pitchFamily="49" charset="0"/>
              </a:rPr>
              <a:t>draw(); </a:t>
            </a:r>
            <a:r>
              <a:rPr lang="en-US" altLang="en-US" dirty="0">
                <a:solidFill>
                  <a:srgbClr val="00BF00"/>
                </a:solidFill>
                <a:latin typeface="Consolas" panose="020B0609020204030204" pitchFamily="49" charset="0"/>
              </a:rPr>
              <a:t>// abstract method</a:t>
            </a:r>
          </a:p>
          <a:p>
            <a:pPr eaLnBrk="1" hangingPunct="1">
              <a:lnSpc>
                <a:spcPct val="80000"/>
              </a:lnSpc>
            </a:pPr>
            <a:r>
              <a:rPr lang="en-US" altLang="en-US" dirty="0">
                <a:solidFill>
                  <a:srgbClr val="000000"/>
                </a:solidFill>
              </a:rPr>
              <a:t>Abstract methods do not provide implementations. </a:t>
            </a:r>
          </a:p>
          <a:p>
            <a:pPr eaLnBrk="1" hangingPunct="1">
              <a:lnSpc>
                <a:spcPct val="80000"/>
              </a:lnSpc>
            </a:pPr>
            <a:r>
              <a:rPr lang="en-US" altLang="en-US" dirty="0">
                <a:solidFill>
                  <a:srgbClr val="000000"/>
                </a:solidFill>
              </a:rPr>
              <a:t>A class that contains abstract methods must be an abstract class even if that class contains some concrete (</a:t>
            </a:r>
            <a:r>
              <a:rPr lang="en-US" altLang="en-US" dirty="0" err="1">
                <a:solidFill>
                  <a:srgbClr val="000000"/>
                </a:solidFill>
              </a:rPr>
              <a:t>nonabstract</a:t>
            </a:r>
            <a:r>
              <a:rPr lang="en-US" altLang="en-US" dirty="0">
                <a:solidFill>
                  <a:srgbClr val="000000"/>
                </a:solidFill>
              </a:rPr>
              <a:t>) methods. </a:t>
            </a:r>
          </a:p>
          <a:p>
            <a:pPr eaLnBrk="1" hangingPunct="1">
              <a:lnSpc>
                <a:spcPct val="80000"/>
              </a:lnSpc>
            </a:pPr>
            <a:r>
              <a:rPr lang="en-US" altLang="en-US" dirty="0">
                <a:solidFill>
                  <a:srgbClr val="000000"/>
                </a:solidFill>
              </a:rPr>
              <a:t>Each concrete subclass of an abstract superclass also must provide concrete implementations of each of the superclass’s abstract methods.</a:t>
            </a:r>
          </a:p>
          <a:p>
            <a:pPr eaLnBrk="1" hangingPunct="1">
              <a:lnSpc>
                <a:spcPct val="80000"/>
              </a:lnSpc>
            </a:pPr>
            <a:r>
              <a:rPr lang="en-US" altLang="en-US" dirty="0">
                <a:solidFill>
                  <a:srgbClr val="000000"/>
                </a:solidFill>
              </a:rPr>
              <a:t>Constructors and </a:t>
            </a:r>
            <a:r>
              <a:rPr lang="en-US" altLang="en-US" dirty="0">
                <a:solidFill>
                  <a:srgbClr val="000000"/>
                </a:solidFill>
                <a:latin typeface="Consolas" panose="020B0609020204030204" pitchFamily="49" charset="0"/>
              </a:rPr>
              <a:t>static</a:t>
            </a:r>
            <a:r>
              <a:rPr lang="en-US" altLang="en-US" dirty="0">
                <a:solidFill>
                  <a:srgbClr val="000000"/>
                </a:solidFill>
              </a:rPr>
              <a:t> methods cannot be declared </a:t>
            </a:r>
            <a:r>
              <a:rPr lang="en-US" altLang="en-US" dirty="0">
                <a:solidFill>
                  <a:srgbClr val="000000"/>
                </a:solidFill>
                <a:latin typeface="Consolas" panose="020B0609020204030204" pitchFamily="49" charset="0"/>
              </a:rPr>
              <a:t>abstract</a:t>
            </a:r>
            <a:r>
              <a:rPr lang="en-US" altLang="en-US" dirty="0">
                <a:solidFill>
                  <a:srgbClr val="000000"/>
                </a:solidFill>
              </a:rPr>
              <a:t>. </a:t>
            </a:r>
          </a:p>
        </p:txBody>
      </p:sp>
      <p:sp>
        <p:nvSpPr>
          <p:cNvPr id="4" name="Footer Placeholder 3">
            <a:extLst>
              <a:ext uri="{FF2B5EF4-FFF2-40B4-BE49-F238E27FC236}">
                <a16:creationId xmlns:a16="http://schemas.microsoft.com/office/drawing/2014/main" id="{B3329FE0-5C11-406F-B62F-D7C69570588D}"/>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200205283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18">
            <a:extLst>
              <a:ext uri="{FF2B5EF4-FFF2-40B4-BE49-F238E27FC236}">
                <a16:creationId xmlns:a16="http://schemas.microsoft.com/office/drawing/2014/main" id="{4C999C13-AD47-404D-9BB4-6B315C4F07D1}"/>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423024"/>
            <a:ext cx="12192000" cy="6030913"/>
          </a:xfrm>
          <a:prstGeom prst="rect">
            <a:avLst/>
          </a:prstGeom>
        </p:spPr>
      </p:pic>
      <p:sp>
        <p:nvSpPr>
          <p:cNvPr id="2" name="Footer Placeholder 1">
            <a:extLst>
              <a:ext uri="{FF2B5EF4-FFF2-40B4-BE49-F238E27FC236}">
                <a16:creationId xmlns:a16="http://schemas.microsoft.com/office/drawing/2014/main" id="{ED18DB00-4E5F-4800-93CE-1BE0355F279B}"/>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7399455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19">
            <a:extLst>
              <a:ext uri="{FF2B5EF4-FFF2-40B4-BE49-F238E27FC236}">
                <a16:creationId xmlns:a16="http://schemas.microsoft.com/office/drawing/2014/main" id="{8FD6DB34-9CAB-40C8-8EF2-29F8A3FD21E9}"/>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979613"/>
            <a:ext cx="12192000" cy="2898775"/>
          </a:xfrm>
          <a:prstGeom prst="rect">
            <a:avLst/>
          </a:prstGeom>
        </p:spPr>
      </p:pic>
      <p:sp>
        <p:nvSpPr>
          <p:cNvPr id="2" name="Footer Placeholder 1">
            <a:extLst>
              <a:ext uri="{FF2B5EF4-FFF2-40B4-BE49-F238E27FC236}">
                <a16:creationId xmlns:a16="http://schemas.microsoft.com/office/drawing/2014/main" id="{9A40030C-4964-4D9A-B452-C9AF7BA5FA9F}"/>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188640213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20">
            <a:extLst>
              <a:ext uri="{FF2B5EF4-FFF2-40B4-BE49-F238E27FC236}">
                <a16:creationId xmlns:a16="http://schemas.microsoft.com/office/drawing/2014/main" id="{B8F91F8D-CEEB-4621-8061-219E573B2CF0}"/>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450975"/>
            <a:ext cx="12192000" cy="3956050"/>
          </a:xfrm>
          <a:prstGeom prst="rect">
            <a:avLst/>
          </a:prstGeom>
        </p:spPr>
      </p:pic>
      <p:sp>
        <p:nvSpPr>
          <p:cNvPr id="2" name="Footer Placeholder 1">
            <a:extLst>
              <a:ext uri="{FF2B5EF4-FFF2-40B4-BE49-F238E27FC236}">
                <a16:creationId xmlns:a16="http://schemas.microsoft.com/office/drawing/2014/main" id="{4D99BA11-E9EE-49FE-AF05-CC52CD632E23}"/>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256807797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48613-699C-4C52-9D4B-6EF52C612F09}"/>
              </a:ext>
            </a:extLst>
          </p:cNvPr>
          <p:cNvSpPr>
            <a:spLocks noGrp="1"/>
          </p:cNvSpPr>
          <p:nvPr>
            <p:ph type="title"/>
          </p:nvPr>
        </p:nvSpPr>
        <p:spPr>
          <a:xfrm>
            <a:off x="609600" y="0"/>
            <a:ext cx="10972800" cy="576262"/>
          </a:xfrm>
        </p:spPr>
        <p:txBody>
          <a:bodyPr>
            <a:normAutofit fontScale="90000"/>
          </a:bodyPr>
          <a:lstStyle/>
          <a:p>
            <a:pPr fontAlgn="auto">
              <a:spcAft>
                <a:spcPts val="0"/>
              </a:spcAft>
              <a:defRPr/>
            </a:pPr>
            <a:r>
              <a:rPr lang="en-US" dirty="0">
                <a:solidFill>
                  <a:srgbClr val="24B5A1"/>
                </a:solidFill>
                <a:latin typeface="Calibri" panose="020F0502020204030204" pitchFamily="34" charset="0"/>
              </a:rPr>
              <a:t>10.4  </a:t>
            </a:r>
            <a:r>
              <a:rPr lang="en-US" dirty="0">
                <a:solidFill>
                  <a:srgbClr val="3380E6"/>
                </a:solidFill>
                <a:latin typeface="Calibri" panose="020F0502020204030204" pitchFamily="34" charset="0"/>
              </a:rPr>
              <a:t>Abstract Classes and Methods (Cont.)</a:t>
            </a:r>
          </a:p>
        </p:txBody>
      </p:sp>
      <p:sp>
        <p:nvSpPr>
          <p:cNvPr id="40963" name="Text Placeholder 2">
            <a:extLst>
              <a:ext uri="{FF2B5EF4-FFF2-40B4-BE49-F238E27FC236}">
                <a16:creationId xmlns:a16="http://schemas.microsoft.com/office/drawing/2014/main" id="{59C2D089-6416-4BF8-B929-7D5B51D37926}"/>
              </a:ext>
            </a:extLst>
          </p:cNvPr>
          <p:cNvSpPr>
            <a:spLocks noGrp="1"/>
          </p:cNvSpPr>
          <p:nvPr>
            <p:ph type="body" idx="1"/>
          </p:nvPr>
        </p:nvSpPr>
        <p:spPr>
          <a:xfrm>
            <a:off x="431514" y="818063"/>
            <a:ext cx="11527604" cy="4525962"/>
          </a:xfrm>
        </p:spPr>
        <p:txBody>
          <a:bodyPr/>
          <a:lstStyle/>
          <a:p>
            <a:r>
              <a:rPr lang="en-US" sz="2600" b="1" dirty="0"/>
              <a:t>Abstract</a:t>
            </a:r>
            <a:r>
              <a:rPr lang="en-US" sz="2600" dirty="0"/>
              <a:t> classes require subclasses to provide implementations for the abstract methods. </a:t>
            </a:r>
          </a:p>
          <a:p>
            <a:r>
              <a:rPr lang="en-US" sz="2600" dirty="0"/>
              <a:t>Let's look at an example of an abstract class, and an abstract method.</a:t>
            </a:r>
          </a:p>
          <a:p>
            <a:r>
              <a:rPr lang="en-US" sz="2600" dirty="0"/>
              <a:t>Suppose we were modeling the behavior of animals, by creating a class hierarchy that started with a base class called Animal. </a:t>
            </a:r>
          </a:p>
          <a:p>
            <a:r>
              <a:rPr lang="en-US" sz="2600" dirty="0"/>
              <a:t>Animals are capable of doing different things like flying, digging and walking, but there are some common operations as well e.g. eating, sleeping and making noise </a:t>
            </a:r>
          </a:p>
          <a:p>
            <a:r>
              <a:rPr lang="en-US" sz="2600" dirty="0"/>
              <a:t>Some common operations are performed by all animals, but in a different way. </a:t>
            </a:r>
          </a:p>
          <a:p>
            <a:r>
              <a:rPr lang="en-US" sz="2600" dirty="0"/>
              <a:t>When an operation is performed in a different way, it is a good candidate for an abstract method (forcing subclasses to provide a custom implementation). </a:t>
            </a:r>
          </a:p>
          <a:p>
            <a:endParaRPr lang="en-US" altLang="en-US" sz="3600" dirty="0">
              <a:solidFill>
                <a:srgbClr val="000000"/>
              </a:solidFill>
            </a:endParaRPr>
          </a:p>
        </p:txBody>
      </p:sp>
    </p:spTree>
    <p:extLst>
      <p:ext uri="{BB962C8B-B14F-4D97-AF65-F5344CB8AC3E}">
        <p14:creationId xmlns:p14="http://schemas.microsoft.com/office/powerpoint/2010/main" val="133076373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48613-699C-4C52-9D4B-6EF52C612F09}"/>
              </a:ext>
            </a:extLst>
          </p:cNvPr>
          <p:cNvSpPr>
            <a:spLocks noGrp="1"/>
          </p:cNvSpPr>
          <p:nvPr>
            <p:ph type="title"/>
          </p:nvPr>
        </p:nvSpPr>
        <p:spPr>
          <a:xfrm>
            <a:off x="609600" y="0"/>
            <a:ext cx="10972800" cy="503434"/>
          </a:xfrm>
        </p:spPr>
        <p:txBody>
          <a:bodyPr>
            <a:normAutofit fontScale="90000"/>
          </a:bodyPr>
          <a:lstStyle/>
          <a:p>
            <a:pPr fontAlgn="auto">
              <a:spcAft>
                <a:spcPts val="0"/>
              </a:spcAft>
              <a:defRPr/>
            </a:pPr>
            <a:r>
              <a:rPr lang="en-US" dirty="0">
                <a:solidFill>
                  <a:srgbClr val="24B5A1"/>
                </a:solidFill>
                <a:latin typeface="Calibri" panose="020F0502020204030204" pitchFamily="34" charset="0"/>
              </a:rPr>
              <a:t>10.4  </a:t>
            </a:r>
            <a:r>
              <a:rPr lang="en-US" dirty="0">
                <a:solidFill>
                  <a:srgbClr val="3380E6"/>
                </a:solidFill>
                <a:latin typeface="Calibri" panose="020F0502020204030204" pitchFamily="34" charset="0"/>
              </a:rPr>
              <a:t>Abstract Classes and Methods (Cont.)</a:t>
            </a:r>
          </a:p>
        </p:txBody>
      </p:sp>
      <p:sp>
        <p:nvSpPr>
          <p:cNvPr id="40963" name="Text Placeholder 2">
            <a:extLst>
              <a:ext uri="{FF2B5EF4-FFF2-40B4-BE49-F238E27FC236}">
                <a16:creationId xmlns:a16="http://schemas.microsoft.com/office/drawing/2014/main" id="{59C2D089-6416-4BF8-B929-7D5B51D37926}"/>
              </a:ext>
            </a:extLst>
          </p:cNvPr>
          <p:cNvSpPr>
            <a:spLocks noGrp="1"/>
          </p:cNvSpPr>
          <p:nvPr>
            <p:ph type="body" idx="1"/>
          </p:nvPr>
        </p:nvSpPr>
        <p:spPr>
          <a:xfrm>
            <a:off x="285964" y="770561"/>
            <a:ext cx="11620071" cy="4525962"/>
          </a:xfrm>
        </p:spPr>
        <p:txBody>
          <a:bodyPr/>
          <a:lstStyle/>
          <a:p>
            <a:r>
              <a:rPr lang="en-US" altLang="en-US" sz="2700" dirty="0">
                <a:solidFill>
                  <a:srgbClr val="000000"/>
                </a:solidFill>
              </a:rPr>
              <a:t>The abstract methods merely define a contract that derived classes must implement. </a:t>
            </a:r>
          </a:p>
          <a:p>
            <a:r>
              <a:rPr lang="en-US" altLang="en-US" sz="2700" dirty="0">
                <a:solidFill>
                  <a:srgbClr val="000000"/>
                </a:solidFill>
              </a:rPr>
              <a:t>It's is the way how you ensure that they actually always will.</a:t>
            </a:r>
          </a:p>
          <a:p>
            <a:r>
              <a:rPr lang="en-US" altLang="en-US" sz="2700" dirty="0">
                <a:solidFill>
                  <a:srgbClr val="000000"/>
                </a:solidFill>
              </a:rPr>
              <a:t>So let's take for example an abstract class Shape. </a:t>
            </a:r>
          </a:p>
          <a:p>
            <a:r>
              <a:rPr lang="en-US" altLang="en-US" sz="2700" dirty="0">
                <a:solidFill>
                  <a:srgbClr val="000000"/>
                </a:solidFill>
              </a:rPr>
              <a:t>It would have an abstract method draw() that should draw it. </a:t>
            </a:r>
          </a:p>
          <a:p>
            <a:r>
              <a:rPr lang="en-US" altLang="en-US" sz="2700" dirty="0">
                <a:solidFill>
                  <a:srgbClr val="000000"/>
                </a:solidFill>
              </a:rPr>
              <a:t>(Shape is abstract, because we do not know how to draw a general shape).</a:t>
            </a:r>
          </a:p>
          <a:p>
            <a:r>
              <a:rPr lang="en-US" altLang="en-US" sz="2700" dirty="0">
                <a:solidFill>
                  <a:srgbClr val="000000"/>
                </a:solidFill>
              </a:rPr>
              <a:t>By having abstract method draw in Shape we guarantee that all derived classed, that actually can be drawn, for example Circle do implement draw. </a:t>
            </a:r>
          </a:p>
          <a:p>
            <a:r>
              <a:rPr lang="en-US" altLang="en-US" sz="2700" dirty="0">
                <a:solidFill>
                  <a:srgbClr val="000000"/>
                </a:solidFill>
              </a:rPr>
              <a:t>Later if we forget to implement draw in some class, that is derived from Shape, compiler will actually help as giving an error.</a:t>
            </a:r>
          </a:p>
          <a:p>
            <a:pPr eaLnBrk="1" hangingPunct="1"/>
            <a:endParaRPr lang="en-US" altLang="en-US" sz="3600" dirty="0">
              <a:solidFill>
                <a:srgbClr val="000000"/>
              </a:solidFill>
            </a:endParaRPr>
          </a:p>
        </p:txBody>
      </p:sp>
    </p:spTree>
    <p:extLst>
      <p:ext uri="{BB962C8B-B14F-4D97-AF65-F5344CB8AC3E}">
        <p14:creationId xmlns:p14="http://schemas.microsoft.com/office/powerpoint/2010/main" val="101047113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48613-699C-4C52-9D4B-6EF52C612F09}"/>
              </a:ext>
            </a:extLst>
          </p:cNvPr>
          <p:cNvSpPr>
            <a:spLocks noGrp="1"/>
          </p:cNvSpPr>
          <p:nvPr>
            <p:ph type="title"/>
          </p:nvPr>
        </p:nvSpPr>
        <p:spPr>
          <a:xfrm>
            <a:off x="609600" y="274638"/>
            <a:ext cx="10972800" cy="576262"/>
          </a:xfrm>
        </p:spPr>
        <p:txBody>
          <a:bodyPr>
            <a:normAutofit fontScale="90000"/>
          </a:bodyPr>
          <a:lstStyle/>
          <a:p>
            <a:pPr fontAlgn="auto">
              <a:spcAft>
                <a:spcPts val="0"/>
              </a:spcAft>
              <a:defRPr/>
            </a:pPr>
            <a:r>
              <a:rPr lang="en-US" dirty="0">
                <a:solidFill>
                  <a:srgbClr val="24B5A1"/>
                </a:solidFill>
                <a:latin typeface="Calibri" panose="020F0502020204030204" pitchFamily="34" charset="0"/>
              </a:rPr>
              <a:t>10.4  </a:t>
            </a:r>
            <a:r>
              <a:rPr lang="en-US" dirty="0">
                <a:solidFill>
                  <a:srgbClr val="3380E6"/>
                </a:solidFill>
                <a:latin typeface="Calibri" panose="020F0502020204030204" pitchFamily="34" charset="0"/>
              </a:rPr>
              <a:t>Abstract Classes and Methods (Cont.)</a:t>
            </a:r>
          </a:p>
        </p:txBody>
      </p:sp>
      <p:sp>
        <p:nvSpPr>
          <p:cNvPr id="40963" name="Text Placeholder 2">
            <a:extLst>
              <a:ext uri="{FF2B5EF4-FFF2-40B4-BE49-F238E27FC236}">
                <a16:creationId xmlns:a16="http://schemas.microsoft.com/office/drawing/2014/main" id="{59C2D089-6416-4BF8-B929-7D5B51D37926}"/>
              </a:ext>
            </a:extLst>
          </p:cNvPr>
          <p:cNvSpPr>
            <a:spLocks noGrp="1"/>
          </p:cNvSpPr>
          <p:nvPr>
            <p:ph type="body" idx="1"/>
          </p:nvPr>
        </p:nvSpPr>
        <p:spPr>
          <a:xfrm>
            <a:off x="609600" y="1116013"/>
            <a:ext cx="10972800" cy="4525962"/>
          </a:xfrm>
        </p:spPr>
        <p:txBody>
          <a:bodyPr/>
          <a:lstStyle/>
          <a:p>
            <a:pPr eaLnBrk="1" hangingPunct="1"/>
            <a:r>
              <a:rPr lang="en-US" altLang="en-US" sz="3600" dirty="0">
                <a:solidFill>
                  <a:srgbClr val="000000"/>
                </a:solidFill>
              </a:rPr>
              <a:t>Cannot instantiate objects of abstract </a:t>
            </a:r>
            <a:r>
              <a:rPr lang="en-US" altLang="en-US" sz="3600" dirty="0" err="1">
                <a:solidFill>
                  <a:srgbClr val="000000"/>
                </a:solidFill>
              </a:rPr>
              <a:t>superclasses</a:t>
            </a:r>
            <a:r>
              <a:rPr lang="en-US" altLang="en-US" sz="3600" dirty="0">
                <a:solidFill>
                  <a:srgbClr val="000000"/>
                </a:solidFill>
              </a:rPr>
              <a:t>, but you can use abstract </a:t>
            </a:r>
            <a:r>
              <a:rPr lang="en-US" altLang="en-US" sz="3600" dirty="0" err="1">
                <a:solidFill>
                  <a:srgbClr val="000000"/>
                </a:solidFill>
              </a:rPr>
              <a:t>superclasses</a:t>
            </a:r>
            <a:r>
              <a:rPr lang="en-US" altLang="en-US" sz="3600" dirty="0">
                <a:solidFill>
                  <a:srgbClr val="000000"/>
                </a:solidFill>
              </a:rPr>
              <a:t> to declare variables</a:t>
            </a:r>
          </a:p>
          <a:p>
            <a:pPr lvl="1" eaLnBrk="1" hangingPunct="1"/>
            <a:r>
              <a:rPr lang="en-US" altLang="en-US" sz="3600" dirty="0">
                <a:solidFill>
                  <a:srgbClr val="000000"/>
                </a:solidFill>
              </a:rPr>
              <a:t>These can hold references to objects of </a:t>
            </a:r>
            <a:r>
              <a:rPr lang="en-US" altLang="en-US" sz="3600" i="1" dirty="0">
                <a:solidFill>
                  <a:srgbClr val="000000"/>
                </a:solidFill>
              </a:rPr>
              <a:t>any</a:t>
            </a:r>
            <a:r>
              <a:rPr lang="en-US" altLang="en-US" sz="3600" dirty="0">
                <a:solidFill>
                  <a:srgbClr val="000000"/>
                </a:solidFill>
              </a:rPr>
              <a:t> concrete class </a:t>
            </a:r>
            <a:r>
              <a:rPr lang="en-US" altLang="en-US" sz="3600" i="1" dirty="0">
                <a:solidFill>
                  <a:srgbClr val="000000"/>
                </a:solidFill>
              </a:rPr>
              <a:t>derived from </a:t>
            </a:r>
            <a:r>
              <a:rPr lang="en-US" altLang="en-US" sz="3600" dirty="0">
                <a:solidFill>
                  <a:srgbClr val="000000"/>
                </a:solidFill>
              </a:rPr>
              <a:t>those abstract </a:t>
            </a:r>
            <a:r>
              <a:rPr lang="en-US" altLang="en-US" sz="3600" dirty="0" err="1">
                <a:solidFill>
                  <a:srgbClr val="000000"/>
                </a:solidFill>
              </a:rPr>
              <a:t>superclasses</a:t>
            </a:r>
            <a:r>
              <a:rPr lang="en-US" altLang="en-US" sz="3600" dirty="0">
                <a:solidFill>
                  <a:srgbClr val="000000"/>
                </a:solidFill>
              </a:rPr>
              <a:t>. </a:t>
            </a:r>
          </a:p>
          <a:p>
            <a:pPr lvl="1" eaLnBrk="1" hangingPunct="1"/>
            <a:r>
              <a:rPr lang="en-US" altLang="en-US" sz="3600" dirty="0">
                <a:solidFill>
                  <a:srgbClr val="000000"/>
                </a:solidFill>
              </a:rPr>
              <a:t>We’ll use such variables to manipulate subclass objects </a:t>
            </a:r>
            <a:r>
              <a:rPr lang="en-US" altLang="en-US" sz="3600" i="1" dirty="0">
                <a:solidFill>
                  <a:srgbClr val="000000"/>
                </a:solidFill>
              </a:rPr>
              <a:t>polymorphically</a:t>
            </a:r>
            <a:r>
              <a:rPr lang="en-US" altLang="en-US" sz="3600" dirty="0">
                <a:solidFill>
                  <a:srgbClr val="000000"/>
                </a:solidFill>
              </a:rPr>
              <a:t>. </a:t>
            </a:r>
          </a:p>
          <a:p>
            <a:pPr eaLnBrk="1" hangingPunct="1"/>
            <a:r>
              <a:rPr lang="en-US" altLang="en-US" sz="3600" dirty="0">
                <a:solidFill>
                  <a:srgbClr val="000000"/>
                </a:solidFill>
              </a:rPr>
              <a:t>Can use abstract superclass names to invoke </a:t>
            </a:r>
            <a:r>
              <a:rPr lang="en-US" altLang="en-US" sz="3600" dirty="0">
                <a:solidFill>
                  <a:srgbClr val="000000"/>
                </a:solidFill>
                <a:latin typeface="Consolas" panose="020B0609020204030204" pitchFamily="49" charset="0"/>
              </a:rPr>
              <a:t>static</a:t>
            </a:r>
            <a:r>
              <a:rPr lang="en-US" altLang="en-US" sz="3600" dirty="0">
                <a:solidFill>
                  <a:srgbClr val="000000"/>
                </a:solidFill>
              </a:rPr>
              <a:t> methods declared in those abstract </a:t>
            </a:r>
            <a:r>
              <a:rPr lang="en-US" altLang="en-US" sz="3600" dirty="0" err="1">
                <a:solidFill>
                  <a:srgbClr val="000000"/>
                </a:solidFill>
              </a:rPr>
              <a:t>superclasses</a:t>
            </a:r>
            <a:r>
              <a:rPr lang="en-US" altLang="en-US" sz="3600" dirty="0">
                <a:solidFill>
                  <a:srgbClr val="000000"/>
                </a:solidFill>
              </a:rPr>
              <a:t>. </a:t>
            </a:r>
          </a:p>
        </p:txBody>
      </p:sp>
    </p:spTree>
    <p:extLst>
      <p:ext uri="{BB962C8B-B14F-4D97-AF65-F5344CB8AC3E}">
        <p14:creationId xmlns:p14="http://schemas.microsoft.com/office/powerpoint/2010/main" val="429329686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2F1BF-A5F5-44B3-B373-8E885375F18E}"/>
              </a:ext>
            </a:extLst>
          </p:cNvPr>
          <p:cNvSpPr>
            <a:spLocks noGrp="1"/>
          </p:cNvSpPr>
          <p:nvPr>
            <p:ph type="title"/>
          </p:nvPr>
        </p:nvSpPr>
        <p:spPr>
          <a:xfrm>
            <a:off x="609600" y="274638"/>
            <a:ext cx="10972800" cy="576262"/>
          </a:xfrm>
        </p:spPr>
        <p:txBody>
          <a:bodyPr>
            <a:normAutofit fontScale="90000"/>
          </a:bodyPr>
          <a:lstStyle/>
          <a:p>
            <a:pPr fontAlgn="auto">
              <a:spcAft>
                <a:spcPts val="0"/>
              </a:spcAft>
              <a:defRPr/>
            </a:pPr>
            <a:r>
              <a:rPr lang="en-US" dirty="0">
                <a:solidFill>
                  <a:srgbClr val="24B5A1"/>
                </a:solidFill>
                <a:latin typeface="Calibri" panose="020F0502020204030204" pitchFamily="34" charset="0"/>
              </a:rPr>
              <a:t>10.4  </a:t>
            </a:r>
            <a:r>
              <a:rPr lang="en-US" dirty="0">
                <a:solidFill>
                  <a:srgbClr val="3380E6"/>
                </a:solidFill>
                <a:latin typeface="Calibri" panose="020F0502020204030204" pitchFamily="34" charset="0"/>
              </a:rPr>
              <a:t>Abstract Classes and Methods (Cont.)</a:t>
            </a:r>
          </a:p>
        </p:txBody>
      </p:sp>
      <p:sp>
        <p:nvSpPr>
          <p:cNvPr id="41987" name="Text Placeholder 2">
            <a:extLst>
              <a:ext uri="{FF2B5EF4-FFF2-40B4-BE49-F238E27FC236}">
                <a16:creationId xmlns:a16="http://schemas.microsoft.com/office/drawing/2014/main" id="{63D37664-B5B7-4A73-875B-488D58C4CDEE}"/>
              </a:ext>
            </a:extLst>
          </p:cNvPr>
          <p:cNvSpPr>
            <a:spLocks noGrp="1"/>
          </p:cNvSpPr>
          <p:nvPr>
            <p:ph type="body" idx="1"/>
          </p:nvPr>
        </p:nvSpPr>
        <p:spPr>
          <a:xfrm>
            <a:off x="609600" y="1116013"/>
            <a:ext cx="10972800" cy="4525962"/>
          </a:xfrm>
        </p:spPr>
        <p:txBody>
          <a:bodyPr/>
          <a:lstStyle/>
          <a:p>
            <a:pPr eaLnBrk="1" hangingPunct="1">
              <a:lnSpc>
                <a:spcPct val="90000"/>
              </a:lnSpc>
            </a:pPr>
            <a:r>
              <a:rPr lang="en-US" altLang="en-US" sz="2700" dirty="0">
                <a:solidFill>
                  <a:srgbClr val="000000"/>
                </a:solidFill>
              </a:rPr>
              <a:t>Polymorphism is particularly effective for implementing so-called </a:t>
            </a:r>
            <a:r>
              <a:rPr lang="en-US" altLang="en-US" sz="2700" i="1" dirty="0">
                <a:solidFill>
                  <a:srgbClr val="000000"/>
                </a:solidFill>
              </a:rPr>
              <a:t>layered software systems. </a:t>
            </a:r>
          </a:p>
          <a:p>
            <a:pPr eaLnBrk="1" hangingPunct="1">
              <a:lnSpc>
                <a:spcPct val="90000"/>
              </a:lnSpc>
            </a:pPr>
            <a:r>
              <a:rPr lang="en-US" altLang="en-US" sz="2700" dirty="0">
                <a:solidFill>
                  <a:srgbClr val="000000"/>
                </a:solidFill>
              </a:rPr>
              <a:t>Example: Operating systems and device drivers.</a:t>
            </a:r>
          </a:p>
          <a:p>
            <a:pPr lvl="1" eaLnBrk="1" hangingPunct="1">
              <a:lnSpc>
                <a:spcPct val="90000"/>
              </a:lnSpc>
            </a:pPr>
            <a:r>
              <a:rPr lang="en-US" altLang="en-US" sz="2700" dirty="0">
                <a:solidFill>
                  <a:srgbClr val="000000"/>
                </a:solidFill>
              </a:rPr>
              <a:t>Commands to read or write data from and to devices may have a certain uniformity. </a:t>
            </a:r>
          </a:p>
          <a:p>
            <a:pPr lvl="1" eaLnBrk="1" hangingPunct="1">
              <a:lnSpc>
                <a:spcPct val="90000"/>
              </a:lnSpc>
            </a:pPr>
            <a:r>
              <a:rPr lang="en-US" altLang="en-US" sz="2700" dirty="0">
                <a:solidFill>
                  <a:srgbClr val="000000"/>
                </a:solidFill>
              </a:rPr>
              <a:t>Device drivers control all communication between the operating system and the devices. </a:t>
            </a:r>
          </a:p>
          <a:p>
            <a:pPr lvl="1" eaLnBrk="1" hangingPunct="1">
              <a:lnSpc>
                <a:spcPct val="90000"/>
              </a:lnSpc>
            </a:pPr>
            <a:r>
              <a:rPr lang="en-US" altLang="en-US" sz="2700" dirty="0">
                <a:solidFill>
                  <a:srgbClr val="000000"/>
                </a:solidFill>
              </a:rPr>
              <a:t>A write message sent to a device-driver object is interpreted in the context of that driver and how it manipulates devices of a specific type. </a:t>
            </a:r>
          </a:p>
          <a:p>
            <a:pPr lvl="1" eaLnBrk="1" hangingPunct="1">
              <a:lnSpc>
                <a:spcPct val="90000"/>
              </a:lnSpc>
            </a:pPr>
            <a:r>
              <a:rPr lang="en-US" altLang="en-US" sz="2700" dirty="0">
                <a:solidFill>
                  <a:srgbClr val="000000"/>
                </a:solidFill>
              </a:rPr>
              <a:t>The write call itself really is no different from the write to any other device in the system—place some number of bytes from memory onto that device. </a:t>
            </a:r>
          </a:p>
        </p:txBody>
      </p:sp>
      <p:sp>
        <p:nvSpPr>
          <p:cNvPr id="4" name="Footer Placeholder 3">
            <a:extLst>
              <a:ext uri="{FF2B5EF4-FFF2-40B4-BE49-F238E27FC236}">
                <a16:creationId xmlns:a16="http://schemas.microsoft.com/office/drawing/2014/main" id="{F63B864B-0540-4F4F-A06B-864DD8615DE0}"/>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417408639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F360F-E86D-44B9-B33D-D6890F420E38}"/>
              </a:ext>
            </a:extLst>
          </p:cNvPr>
          <p:cNvSpPr>
            <a:spLocks noGrp="1"/>
          </p:cNvSpPr>
          <p:nvPr>
            <p:ph type="title"/>
          </p:nvPr>
        </p:nvSpPr>
        <p:spPr>
          <a:xfrm>
            <a:off x="609600" y="192443"/>
            <a:ext cx="10972800" cy="516473"/>
          </a:xfrm>
        </p:spPr>
        <p:txBody>
          <a:bodyPr>
            <a:normAutofit fontScale="90000"/>
          </a:bodyPr>
          <a:lstStyle/>
          <a:p>
            <a:pPr fontAlgn="auto">
              <a:spcAft>
                <a:spcPts val="0"/>
              </a:spcAft>
              <a:defRPr/>
            </a:pPr>
            <a:r>
              <a:rPr lang="en-US" dirty="0">
                <a:solidFill>
                  <a:srgbClr val="24B5A1"/>
                </a:solidFill>
                <a:latin typeface="Calibri" panose="020F0502020204030204" pitchFamily="34" charset="0"/>
              </a:rPr>
              <a:t>10.4  </a:t>
            </a:r>
            <a:r>
              <a:rPr lang="en-US" dirty="0">
                <a:solidFill>
                  <a:srgbClr val="3380E6"/>
                </a:solidFill>
                <a:latin typeface="Calibri" panose="020F0502020204030204" pitchFamily="34" charset="0"/>
              </a:rPr>
              <a:t>Abstract Classes and Methods (Cont.)</a:t>
            </a:r>
          </a:p>
        </p:txBody>
      </p:sp>
      <p:sp>
        <p:nvSpPr>
          <p:cNvPr id="43011" name="Text Placeholder 2">
            <a:extLst>
              <a:ext uri="{FF2B5EF4-FFF2-40B4-BE49-F238E27FC236}">
                <a16:creationId xmlns:a16="http://schemas.microsoft.com/office/drawing/2014/main" id="{AFE5E43C-3D36-4E09-8B66-82C5EA6F28BE}"/>
              </a:ext>
            </a:extLst>
          </p:cNvPr>
          <p:cNvSpPr>
            <a:spLocks noGrp="1"/>
          </p:cNvSpPr>
          <p:nvPr>
            <p:ph type="body" idx="1"/>
          </p:nvPr>
        </p:nvSpPr>
        <p:spPr>
          <a:xfrm>
            <a:off x="311649" y="869434"/>
            <a:ext cx="11346094" cy="4525962"/>
          </a:xfrm>
        </p:spPr>
        <p:txBody>
          <a:bodyPr/>
          <a:lstStyle/>
          <a:p>
            <a:pPr eaLnBrk="1" hangingPunct="1"/>
            <a:r>
              <a:rPr lang="en-US" altLang="en-US" sz="2500" dirty="0">
                <a:solidFill>
                  <a:srgbClr val="000000"/>
                </a:solidFill>
              </a:rPr>
              <a:t>An object-oriented operating system might use an abstract superclass to provide an “interface” appropriate for all device drivers. </a:t>
            </a:r>
          </a:p>
          <a:p>
            <a:pPr lvl="1" eaLnBrk="1" hangingPunct="1"/>
            <a:r>
              <a:rPr lang="en-US" altLang="en-US" sz="2500" dirty="0">
                <a:solidFill>
                  <a:srgbClr val="000000"/>
                </a:solidFill>
              </a:rPr>
              <a:t>Subclasses are formed that all behave similarly. </a:t>
            </a:r>
          </a:p>
          <a:p>
            <a:pPr lvl="1" eaLnBrk="1" hangingPunct="1"/>
            <a:r>
              <a:rPr lang="en-US" altLang="en-US" sz="2500" dirty="0">
                <a:solidFill>
                  <a:srgbClr val="000000"/>
                </a:solidFill>
              </a:rPr>
              <a:t>The device-driver methods are declared as abstract methods in the abstract superclass. </a:t>
            </a:r>
          </a:p>
          <a:p>
            <a:pPr lvl="1" eaLnBrk="1" hangingPunct="1"/>
            <a:r>
              <a:rPr lang="en-US" altLang="en-US" sz="2500" dirty="0">
                <a:solidFill>
                  <a:srgbClr val="000000"/>
                </a:solidFill>
              </a:rPr>
              <a:t>The implementations of these abstract methods are provided in the subclasses that correspond to the specific types of device drivers. </a:t>
            </a:r>
          </a:p>
          <a:p>
            <a:pPr eaLnBrk="1" hangingPunct="1"/>
            <a:r>
              <a:rPr lang="en-US" altLang="en-US" sz="2500" dirty="0">
                <a:solidFill>
                  <a:srgbClr val="000000"/>
                </a:solidFill>
              </a:rPr>
              <a:t>New devices are always being developed. </a:t>
            </a:r>
          </a:p>
          <a:p>
            <a:pPr lvl="1" eaLnBrk="1" hangingPunct="1"/>
            <a:r>
              <a:rPr lang="en-US" altLang="en-US" sz="2500" dirty="0">
                <a:solidFill>
                  <a:srgbClr val="000000"/>
                </a:solidFill>
              </a:rPr>
              <a:t>When you buy a new device, it comes with a device driver provided by the device vendor and is immediately operational after you connect it and install the driver. </a:t>
            </a:r>
          </a:p>
          <a:p>
            <a:pPr eaLnBrk="1" hangingPunct="1"/>
            <a:r>
              <a:rPr lang="en-US" altLang="en-US" sz="2500" dirty="0">
                <a:solidFill>
                  <a:srgbClr val="000000"/>
                </a:solidFill>
              </a:rPr>
              <a:t>This is another elegant example of how polymorphism makes systems extensible.</a:t>
            </a:r>
          </a:p>
        </p:txBody>
      </p:sp>
    </p:spTree>
    <p:extLst>
      <p:ext uri="{BB962C8B-B14F-4D97-AF65-F5344CB8AC3E}">
        <p14:creationId xmlns:p14="http://schemas.microsoft.com/office/powerpoint/2010/main" val="337289632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7E33D9-6781-4829-B43F-1335B43A5FAB}"/>
              </a:ext>
            </a:extLst>
          </p:cNvPr>
          <p:cNvSpPr>
            <a:spLocks noGrp="1"/>
          </p:cNvSpPr>
          <p:nvPr>
            <p:ph idx="1"/>
          </p:nvPr>
        </p:nvSpPr>
        <p:spPr>
          <a:xfrm>
            <a:off x="-174660" y="679754"/>
            <a:ext cx="12493375" cy="4525962"/>
          </a:xfrm>
        </p:spPr>
        <p:txBody>
          <a:bodyPr/>
          <a:lstStyle/>
          <a:p>
            <a:pPr marL="852482" indent="-742950" eaLnBrk="1" hangingPunct="1">
              <a:spcBef>
                <a:spcPts val="1000"/>
              </a:spcBef>
              <a:buFont typeface="+mj-lt"/>
              <a:buAutoNum type="alphaLcParenR"/>
              <a:defRPr/>
            </a:pPr>
            <a:r>
              <a:rPr lang="en-US" sz="2800" dirty="0">
                <a:highlight>
                  <a:srgbClr val="00FF00"/>
                </a:highlight>
              </a:rPr>
              <a:t>Write java program that uses polymorphism to calculate </a:t>
            </a:r>
            <a:r>
              <a:rPr lang="en-US" sz="2800" b="1" dirty="0">
                <a:highlight>
                  <a:srgbClr val="00FF00"/>
                </a:highlight>
              </a:rPr>
              <a:t>areas</a:t>
            </a:r>
            <a:r>
              <a:rPr lang="en-US" sz="2800" dirty="0">
                <a:highlight>
                  <a:srgbClr val="00FF00"/>
                </a:highlight>
              </a:rPr>
              <a:t> of different Shapes to include rectangle, square, parallelogram, trapezoid and circle.</a:t>
            </a:r>
          </a:p>
          <a:p>
            <a:pPr marL="852482" indent="-742950" eaLnBrk="1" hangingPunct="1">
              <a:spcBef>
                <a:spcPts val="1000"/>
              </a:spcBef>
              <a:buFont typeface="+mj-lt"/>
              <a:buAutoNum type="alphaLcParenR"/>
              <a:defRPr/>
            </a:pPr>
            <a:r>
              <a:rPr lang="en-US" sz="2800" dirty="0">
                <a:highlight>
                  <a:srgbClr val="00FF00"/>
                </a:highlight>
              </a:rPr>
              <a:t>The program should also calculate </a:t>
            </a:r>
            <a:r>
              <a:rPr lang="en-US" sz="2800" b="1" i="1" dirty="0">
                <a:highlight>
                  <a:srgbClr val="00FF00"/>
                </a:highlight>
              </a:rPr>
              <a:t>circumference</a:t>
            </a:r>
            <a:r>
              <a:rPr lang="en-US" sz="2800" dirty="0">
                <a:highlight>
                  <a:srgbClr val="00FF00"/>
                </a:highlight>
              </a:rPr>
              <a:t> of circles</a:t>
            </a:r>
          </a:p>
          <a:p>
            <a:pPr marL="1108069" lvl="1" indent="-742950" eaLnBrk="1" hangingPunct="1">
              <a:spcBef>
                <a:spcPts val="1000"/>
              </a:spcBef>
              <a:buFont typeface="+mj-lt"/>
              <a:buAutoNum type="alphaLcParenR"/>
              <a:defRPr/>
            </a:pPr>
            <a:r>
              <a:rPr lang="en-US" sz="2400" dirty="0">
                <a:highlight>
                  <a:srgbClr val="00FF00"/>
                </a:highlight>
              </a:rPr>
              <a:t>Declare an </a:t>
            </a:r>
            <a:r>
              <a:rPr lang="en-US" sz="2400" b="1" i="1" dirty="0">
                <a:highlight>
                  <a:srgbClr val="FF00FF"/>
                </a:highlight>
              </a:rPr>
              <a:t>abstract</a:t>
            </a:r>
            <a:r>
              <a:rPr lang="en-US" sz="2400" dirty="0">
                <a:highlight>
                  <a:srgbClr val="00FF00"/>
                </a:highlight>
              </a:rPr>
              <a:t> superclass called </a:t>
            </a:r>
            <a:r>
              <a:rPr lang="en-US" sz="2400" b="1" i="1" dirty="0">
                <a:highlight>
                  <a:srgbClr val="00FF00"/>
                </a:highlight>
              </a:rPr>
              <a:t>Shapes</a:t>
            </a:r>
          </a:p>
          <a:p>
            <a:pPr marL="1346194" lvl="2" indent="-742950" eaLnBrk="1" hangingPunct="1">
              <a:spcBef>
                <a:spcPts val="1000"/>
              </a:spcBef>
              <a:defRPr/>
            </a:pPr>
            <a:r>
              <a:rPr lang="en-US" sz="2400" i="1" dirty="0">
                <a:highlight>
                  <a:srgbClr val="00FF00"/>
                </a:highlight>
              </a:rPr>
              <a:t>This should have an </a:t>
            </a:r>
            <a:r>
              <a:rPr lang="en-US" sz="2400" b="1" i="1" dirty="0">
                <a:highlight>
                  <a:srgbClr val="FFFF00"/>
                </a:highlight>
              </a:rPr>
              <a:t>abstract</a:t>
            </a:r>
            <a:r>
              <a:rPr lang="en-US" sz="2400" i="1" dirty="0">
                <a:highlight>
                  <a:srgbClr val="00FF00"/>
                </a:highlight>
              </a:rPr>
              <a:t> method called </a:t>
            </a:r>
            <a:r>
              <a:rPr lang="en-US" sz="2400" b="1" i="1" dirty="0">
                <a:highlight>
                  <a:srgbClr val="00FF00"/>
                </a:highlight>
              </a:rPr>
              <a:t>area</a:t>
            </a:r>
          </a:p>
          <a:p>
            <a:pPr marL="1346194" lvl="2" indent="-742950" eaLnBrk="1" hangingPunct="1">
              <a:spcBef>
                <a:spcPts val="1000"/>
              </a:spcBef>
              <a:defRPr/>
            </a:pPr>
            <a:r>
              <a:rPr lang="en-US" sz="2400" i="1" dirty="0">
                <a:highlight>
                  <a:srgbClr val="00FF00"/>
                </a:highlight>
              </a:rPr>
              <a:t>This should also have a concrete method called </a:t>
            </a:r>
            <a:r>
              <a:rPr lang="en-US" sz="2400" b="1" i="1" dirty="0">
                <a:highlight>
                  <a:srgbClr val="00FF00"/>
                </a:highlight>
              </a:rPr>
              <a:t>circumference</a:t>
            </a:r>
          </a:p>
          <a:p>
            <a:pPr marL="1630357" lvl="3" indent="-742950" eaLnBrk="1" hangingPunct="1">
              <a:spcBef>
                <a:spcPts val="1000"/>
              </a:spcBef>
              <a:defRPr/>
            </a:pPr>
            <a:r>
              <a:rPr lang="en-US" sz="2200" b="1" i="1" dirty="0">
                <a:highlight>
                  <a:srgbClr val="00FF00"/>
                </a:highlight>
              </a:rPr>
              <a:t>	</a:t>
            </a:r>
            <a:r>
              <a:rPr lang="en-US" sz="2200" i="1" dirty="0">
                <a:highlight>
                  <a:srgbClr val="00FF00"/>
                </a:highlight>
              </a:rPr>
              <a:t>The </a:t>
            </a:r>
            <a:r>
              <a:rPr lang="en-US" sz="2200" b="1" i="1" dirty="0">
                <a:highlight>
                  <a:srgbClr val="00FF00"/>
                </a:highlight>
              </a:rPr>
              <a:t>circumference</a:t>
            </a:r>
            <a:r>
              <a:rPr lang="en-US" sz="2200" i="1" dirty="0">
                <a:highlight>
                  <a:srgbClr val="00FF00"/>
                </a:highlight>
              </a:rPr>
              <a:t> method in the abstract class should just print “</a:t>
            </a:r>
            <a:r>
              <a:rPr lang="en-US" sz="2200" b="1" i="1" dirty="0">
                <a:highlight>
                  <a:srgbClr val="FFFF00"/>
                </a:highlight>
              </a:rPr>
              <a:t>This is a circumference”</a:t>
            </a:r>
          </a:p>
          <a:p>
            <a:pPr marL="1108069" lvl="1" indent="-742950" eaLnBrk="1" hangingPunct="1">
              <a:spcBef>
                <a:spcPts val="1000"/>
              </a:spcBef>
              <a:buFont typeface="+mj-lt"/>
              <a:buAutoNum type="alphaLcParenR"/>
              <a:defRPr/>
            </a:pPr>
            <a:r>
              <a:rPr lang="en-US" sz="2400" i="1" dirty="0">
                <a:highlight>
                  <a:srgbClr val="00FF00"/>
                </a:highlight>
              </a:rPr>
              <a:t>Declare five subclasses of </a:t>
            </a:r>
            <a:r>
              <a:rPr lang="en-US" sz="2400" b="1" dirty="0">
                <a:highlight>
                  <a:srgbClr val="00FF00"/>
                </a:highlight>
              </a:rPr>
              <a:t>Shapes</a:t>
            </a:r>
            <a:r>
              <a:rPr lang="en-US" sz="2400" dirty="0">
                <a:highlight>
                  <a:srgbClr val="00FF00"/>
                </a:highlight>
              </a:rPr>
              <a:t> with each of the classes (i.e. rectangle, square, parallelogram, trapezoid and circle) containing method </a:t>
            </a:r>
            <a:r>
              <a:rPr lang="en-US" sz="2400" b="1" dirty="0">
                <a:highlight>
                  <a:srgbClr val="00FF00"/>
                </a:highlight>
              </a:rPr>
              <a:t>area </a:t>
            </a:r>
            <a:r>
              <a:rPr lang="en-US" sz="2400" dirty="0">
                <a:highlight>
                  <a:srgbClr val="00FF00"/>
                </a:highlight>
              </a:rPr>
              <a:t>that </a:t>
            </a:r>
            <a:r>
              <a:rPr lang="en-US" sz="2400" b="1" dirty="0">
                <a:highlight>
                  <a:srgbClr val="00FF00"/>
                </a:highlight>
              </a:rPr>
              <a:t>polymorphically</a:t>
            </a:r>
            <a:r>
              <a:rPr lang="en-US" sz="2400" dirty="0">
                <a:highlight>
                  <a:srgbClr val="00FF00"/>
                </a:highlight>
              </a:rPr>
              <a:t> calculates the area of each of the shapes in their respective ways.</a:t>
            </a:r>
          </a:p>
          <a:p>
            <a:pPr marL="1108069" lvl="1" indent="-742950" eaLnBrk="1" hangingPunct="1">
              <a:spcBef>
                <a:spcPts val="1000"/>
              </a:spcBef>
              <a:buFont typeface="+mj-lt"/>
              <a:buAutoNum type="alphaLcParenR"/>
              <a:defRPr/>
            </a:pPr>
            <a:r>
              <a:rPr lang="en-US" sz="2400" dirty="0">
                <a:highlight>
                  <a:srgbClr val="00FF00"/>
                </a:highlight>
              </a:rPr>
              <a:t>Subclass </a:t>
            </a:r>
            <a:r>
              <a:rPr lang="en-US" sz="2400" b="1" dirty="0">
                <a:highlight>
                  <a:srgbClr val="00FF00"/>
                </a:highlight>
              </a:rPr>
              <a:t>Circle </a:t>
            </a:r>
            <a:r>
              <a:rPr lang="en-US" sz="2400" dirty="0">
                <a:highlight>
                  <a:srgbClr val="00FF00"/>
                </a:highlight>
              </a:rPr>
              <a:t>should also implement the concrete method circumference to calculate the circumference of a circle.. </a:t>
            </a:r>
            <a:endParaRPr lang="en-US" sz="2400" i="1" dirty="0">
              <a:highlight>
                <a:srgbClr val="00FF00"/>
              </a:highlight>
            </a:endParaRPr>
          </a:p>
          <a:p>
            <a:pPr marL="852482" indent="-742950" eaLnBrk="1" hangingPunct="1">
              <a:spcBef>
                <a:spcPts val="1000"/>
              </a:spcBef>
              <a:buFont typeface="+mj-lt"/>
              <a:buAutoNum type="alphaLcParenR"/>
              <a:defRPr/>
            </a:pPr>
            <a:endParaRPr lang="en-US" sz="2800" dirty="0">
              <a:highlight>
                <a:srgbClr val="00FF00"/>
              </a:highlight>
            </a:endParaRPr>
          </a:p>
          <a:p>
            <a:pPr marL="852482" indent="-742950" eaLnBrk="1" hangingPunct="1">
              <a:spcBef>
                <a:spcPts val="800"/>
              </a:spcBef>
              <a:buFont typeface="+mj-lt"/>
              <a:buAutoNum type="alphaLcParenR"/>
              <a:defRPr/>
            </a:pPr>
            <a:endParaRPr lang="en-US" sz="2800" dirty="0">
              <a:highlight>
                <a:srgbClr val="00FF00"/>
              </a:highlight>
            </a:endParaRPr>
          </a:p>
          <a:p>
            <a:pPr marL="852482" indent="-742950" eaLnBrk="1" hangingPunct="1">
              <a:spcBef>
                <a:spcPts val="800"/>
              </a:spcBef>
              <a:buFont typeface="+mj-lt"/>
              <a:buAutoNum type="alphaLcParenR"/>
              <a:defRPr/>
            </a:pPr>
            <a:endParaRPr lang="en-US" sz="2800" dirty="0">
              <a:highlight>
                <a:srgbClr val="00FF00"/>
              </a:highlight>
            </a:endParaRPr>
          </a:p>
          <a:p>
            <a:pPr marL="852482" indent="-742950" eaLnBrk="1" hangingPunct="1">
              <a:spcBef>
                <a:spcPts val="800"/>
              </a:spcBef>
              <a:buFont typeface="+mj-lt"/>
              <a:buAutoNum type="alphaLcParenR"/>
              <a:defRPr/>
            </a:pPr>
            <a:endParaRPr lang="en-US" sz="2400" u="sng" dirty="0">
              <a:highlight>
                <a:srgbClr val="00FF00"/>
              </a:highlight>
            </a:endParaRPr>
          </a:p>
          <a:p>
            <a:pPr marL="365110" indent="-255578" eaLnBrk="1" hangingPunct="1">
              <a:spcBef>
                <a:spcPts val="800"/>
              </a:spcBef>
              <a:defRPr/>
            </a:pPr>
            <a:endParaRPr lang="en-US" sz="2800" u="sng" dirty="0">
              <a:highlight>
                <a:srgbClr val="00FF00"/>
              </a:highlight>
            </a:endParaRPr>
          </a:p>
          <a:p>
            <a:pPr marL="365110" indent="-255578" eaLnBrk="1" hangingPunct="1">
              <a:defRPr/>
            </a:pPr>
            <a:endParaRPr lang="en-US" sz="2000" dirty="0"/>
          </a:p>
        </p:txBody>
      </p:sp>
      <p:sp>
        <p:nvSpPr>
          <p:cNvPr id="3" name="Title 2">
            <a:extLst>
              <a:ext uri="{FF2B5EF4-FFF2-40B4-BE49-F238E27FC236}">
                <a16:creationId xmlns:a16="http://schemas.microsoft.com/office/drawing/2014/main" id="{0410AE0A-1DA0-48E5-95DB-ACAB55C99987}"/>
              </a:ext>
            </a:extLst>
          </p:cNvPr>
          <p:cNvSpPr>
            <a:spLocks noGrp="1"/>
          </p:cNvSpPr>
          <p:nvPr>
            <p:ph type="title"/>
          </p:nvPr>
        </p:nvSpPr>
        <p:spPr>
          <a:xfrm>
            <a:off x="609600" y="274638"/>
            <a:ext cx="10972800" cy="300715"/>
          </a:xfrm>
        </p:spPr>
        <p:txBody>
          <a:bodyPr>
            <a:normAutofit fontScale="90000"/>
          </a:bodyPr>
          <a:lstStyle/>
          <a:p>
            <a:pPr eaLnBrk="1" hangingPunct="1">
              <a:defRPr/>
            </a:pPr>
            <a:r>
              <a:rPr lang="en-US" dirty="0">
                <a:highlight>
                  <a:srgbClr val="FFFF00"/>
                </a:highlight>
              </a:rPr>
              <a:t>CLASS ACTIVITIES</a:t>
            </a:r>
          </a:p>
        </p:txBody>
      </p:sp>
    </p:spTree>
    <p:extLst>
      <p:ext uri="{BB962C8B-B14F-4D97-AF65-F5344CB8AC3E}">
        <p14:creationId xmlns:p14="http://schemas.microsoft.com/office/powerpoint/2010/main" val="144317677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jhtp_10_OOPPolymorphism_Page_21">
            <a:extLst>
              <a:ext uri="{FF2B5EF4-FFF2-40B4-BE49-F238E27FC236}">
                <a16:creationId xmlns:a16="http://schemas.microsoft.com/office/drawing/2014/main" id="{A1F4E94A-D6F4-47CE-A7F9-D90322B30BEC}"/>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8857561" y="763310"/>
            <a:ext cx="3753080" cy="4149973"/>
          </a:xfrm>
          <a:prstGeom prst="rect">
            <a:avLst/>
          </a:prstGeom>
        </p:spPr>
      </p:pic>
      <p:sp>
        <p:nvSpPr>
          <p:cNvPr id="2" name="Title 1">
            <a:extLst>
              <a:ext uri="{FF2B5EF4-FFF2-40B4-BE49-F238E27FC236}">
                <a16:creationId xmlns:a16="http://schemas.microsoft.com/office/drawing/2014/main" id="{D3834CA2-0AD0-4EFD-9671-779C6A72EF00}"/>
              </a:ext>
            </a:extLst>
          </p:cNvPr>
          <p:cNvSpPr>
            <a:spLocks noGrp="1"/>
          </p:cNvSpPr>
          <p:nvPr>
            <p:ph type="title"/>
          </p:nvPr>
        </p:nvSpPr>
        <p:spPr>
          <a:xfrm>
            <a:off x="609600" y="274638"/>
            <a:ext cx="11582400" cy="287337"/>
          </a:xfrm>
        </p:spPr>
        <p:txBody>
          <a:bodyPr>
            <a:normAutofit fontScale="90000"/>
          </a:bodyPr>
          <a:lstStyle/>
          <a:p>
            <a:pPr fontAlgn="auto">
              <a:spcAft>
                <a:spcPts val="0"/>
              </a:spcAft>
              <a:defRPr/>
            </a:pPr>
            <a:r>
              <a:rPr lang="en-US" dirty="0">
                <a:solidFill>
                  <a:srgbClr val="24B5A1"/>
                </a:solidFill>
                <a:latin typeface="Calibri" panose="020F0502020204030204" pitchFamily="34" charset="0"/>
              </a:rPr>
              <a:t>10.5 </a:t>
            </a:r>
            <a:r>
              <a:rPr lang="en-US" u="sng" dirty="0">
                <a:solidFill>
                  <a:srgbClr val="24B5A1"/>
                </a:solidFill>
                <a:highlight>
                  <a:srgbClr val="FFFF00"/>
                </a:highlight>
                <a:latin typeface="Calibri" panose="020F0502020204030204" pitchFamily="34" charset="0"/>
              </a:rPr>
              <a:t>ACTIVITIES</a:t>
            </a:r>
            <a:r>
              <a:rPr lang="en-US" dirty="0">
                <a:solidFill>
                  <a:srgbClr val="24B5A1"/>
                </a:solidFill>
                <a:latin typeface="Calibri" panose="020F0502020204030204" pitchFamily="34" charset="0"/>
              </a:rPr>
              <a:t> </a:t>
            </a:r>
            <a:r>
              <a:rPr lang="en-US" dirty="0">
                <a:solidFill>
                  <a:srgbClr val="00B050"/>
                </a:solidFill>
                <a:latin typeface="Calibri" panose="020F0502020204030204" pitchFamily="34" charset="0"/>
              </a:rPr>
              <a:t> Case Study: Payroll System Using Polymorphism</a:t>
            </a:r>
          </a:p>
        </p:txBody>
      </p:sp>
      <p:sp>
        <p:nvSpPr>
          <p:cNvPr id="44035" name="Text Placeholder 2">
            <a:extLst>
              <a:ext uri="{FF2B5EF4-FFF2-40B4-BE49-F238E27FC236}">
                <a16:creationId xmlns:a16="http://schemas.microsoft.com/office/drawing/2014/main" id="{3CCF8DD5-5BA3-4776-A884-C8B14D7100FD}"/>
              </a:ext>
            </a:extLst>
          </p:cNvPr>
          <p:cNvSpPr>
            <a:spLocks noGrp="1"/>
          </p:cNvSpPr>
          <p:nvPr>
            <p:ph type="body" idx="1"/>
          </p:nvPr>
        </p:nvSpPr>
        <p:spPr>
          <a:xfrm>
            <a:off x="-249715" y="763310"/>
            <a:ext cx="9547951" cy="5560372"/>
          </a:xfrm>
        </p:spPr>
        <p:txBody>
          <a:bodyPr/>
          <a:lstStyle/>
          <a:p>
            <a:pPr eaLnBrk="1" hangingPunct="1"/>
            <a:r>
              <a:rPr lang="en-US" altLang="en-US" sz="2400" dirty="0">
                <a:solidFill>
                  <a:srgbClr val="000000"/>
                </a:solidFill>
              </a:rPr>
              <a:t>Use an abstract method and polymorphism to perform payroll calculations based on the type of inheritance hierarchy headed by an employee. </a:t>
            </a:r>
          </a:p>
          <a:p>
            <a:pPr eaLnBrk="1" hangingPunct="1"/>
            <a:r>
              <a:rPr lang="en-US" altLang="en-US" sz="2400" dirty="0">
                <a:solidFill>
                  <a:srgbClr val="000000"/>
                </a:solidFill>
              </a:rPr>
              <a:t>Enhanced employee inheritance hierarchy requirements:</a:t>
            </a:r>
          </a:p>
          <a:p>
            <a:pPr lvl="1"/>
            <a:r>
              <a:rPr lang="en-US" altLang="en-US" sz="2400" dirty="0">
                <a:solidFill>
                  <a:srgbClr val="000000"/>
                </a:solidFill>
              </a:rPr>
              <a:t>A company pays its employees on a weekly basis. The </a:t>
            </a:r>
            <a:r>
              <a:rPr lang="en-US" altLang="en-US" sz="2400" b="1" dirty="0">
                <a:solidFill>
                  <a:srgbClr val="000000"/>
                </a:solidFill>
              </a:rPr>
              <a:t>employees</a:t>
            </a:r>
            <a:r>
              <a:rPr lang="en-US" altLang="en-US" sz="2400" dirty="0">
                <a:solidFill>
                  <a:srgbClr val="000000"/>
                </a:solidFill>
              </a:rPr>
              <a:t> are of four types: </a:t>
            </a:r>
            <a:r>
              <a:rPr lang="en-US" altLang="en-US" sz="2400" b="1" dirty="0">
                <a:solidFill>
                  <a:srgbClr val="000000"/>
                </a:solidFill>
              </a:rPr>
              <a:t>Salaried employees </a:t>
            </a:r>
            <a:r>
              <a:rPr lang="en-US" altLang="en-US" sz="2400" dirty="0">
                <a:solidFill>
                  <a:srgbClr val="000000"/>
                </a:solidFill>
              </a:rPr>
              <a:t>are paid a fixed weekly salary regardless of the number of hours worked, </a:t>
            </a:r>
            <a:r>
              <a:rPr lang="en-US" altLang="en-US" sz="2400" b="1" dirty="0">
                <a:solidFill>
                  <a:srgbClr val="000000"/>
                </a:solidFill>
              </a:rPr>
              <a:t>hourly employees </a:t>
            </a:r>
            <a:r>
              <a:rPr lang="en-US" altLang="en-US" sz="2400" dirty="0">
                <a:solidFill>
                  <a:srgbClr val="000000"/>
                </a:solidFill>
              </a:rPr>
              <a:t>are paid by the hour and receive overtime pay (i.e., 1.5 times their hourly salary rate) for all hours worked in excess of 40 hours, </a:t>
            </a:r>
            <a:r>
              <a:rPr lang="en-US" altLang="en-US" sz="2400" b="1" dirty="0">
                <a:solidFill>
                  <a:srgbClr val="000000"/>
                </a:solidFill>
              </a:rPr>
              <a:t>commission employees </a:t>
            </a:r>
            <a:r>
              <a:rPr lang="en-US" altLang="en-US" sz="2400" dirty="0">
                <a:solidFill>
                  <a:srgbClr val="000000"/>
                </a:solidFill>
              </a:rPr>
              <a:t>are paid a percentage of their sales and </a:t>
            </a:r>
            <a:r>
              <a:rPr lang="en-US" altLang="en-US" sz="2400" b="1" dirty="0">
                <a:solidFill>
                  <a:srgbClr val="000000"/>
                </a:solidFill>
              </a:rPr>
              <a:t>base-salaried commission employees </a:t>
            </a:r>
            <a:r>
              <a:rPr lang="en-US" altLang="en-US" sz="2400" dirty="0">
                <a:solidFill>
                  <a:srgbClr val="000000"/>
                </a:solidFill>
              </a:rPr>
              <a:t>receive a base salary plus a percentage of their sales. For the current pay period, the company has decided to reward base-salaried commission employees by adding 10% to their base salaries. </a:t>
            </a:r>
            <a:r>
              <a:rPr lang="en-US" altLang="en-US" sz="2400" dirty="0">
                <a:solidFill>
                  <a:srgbClr val="000000"/>
                </a:solidFill>
                <a:highlight>
                  <a:srgbClr val="00FF00"/>
                </a:highlight>
              </a:rPr>
              <a:t>The company wants you to write a Java application that performs its payroll calculations polymorphically.</a:t>
            </a:r>
          </a:p>
        </p:txBody>
      </p:sp>
    </p:spTree>
    <p:extLst>
      <p:ext uri="{BB962C8B-B14F-4D97-AF65-F5344CB8AC3E}">
        <p14:creationId xmlns:p14="http://schemas.microsoft.com/office/powerpoint/2010/main" val="727426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jhtp_10_OOPPolymorphism_Page_21">
            <a:extLst>
              <a:ext uri="{FF2B5EF4-FFF2-40B4-BE49-F238E27FC236}">
                <a16:creationId xmlns:a16="http://schemas.microsoft.com/office/drawing/2014/main" id="{3F19B155-B504-4A79-A428-7D2EF3F2EE4F}"/>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7877059" y="957405"/>
            <a:ext cx="4836405" cy="4525962"/>
          </a:xfrm>
          <a:prstGeom prst="rect">
            <a:avLst/>
          </a:prstGeom>
        </p:spPr>
      </p:pic>
      <p:sp>
        <p:nvSpPr>
          <p:cNvPr id="2" name="Title 1">
            <a:extLst>
              <a:ext uri="{FF2B5EF4-FFF2-40B4-BE49-F238E27FC236}">
                <a16:creationId xmlns:a16="http://schemas.microsoft.com/office/drawing/2014/main" id="{7AF3DDFF-7CD7-455A-909F-8F43264D4CD9}"/>
              </a:ext>
            </a:extLst>
          </p:cNvPr>
          <p:cNvSpPr>
            <a:spLocks noGrp="1"/>
          </p:cNvSpPr>
          <p:nvPr>
            <p:ph type="title"/>
          </p:nvPr>
        </p:nvSpPr>
        <p:spPr>
          <a:xfrm>
            <a:off x="609600" y="106784"/>
            <a:ext cx="10972800" cy="1143000"/>
          </a:xfrm>
        </p:spPr>
        <p:txBody>
          <a:bodyPr>
            <a:normAutofit fontScale="90000"/>
          </a:bodyPr>
          <a:lstStyle/>
          <a:p>
            <a:pPr fontAlgn="auto">
              <a:spcAft>
                <a:spcPts val="0"/>
              </a:spcAft>
              <a:defRPr/>
            </a:pPr>
            <a:r>
              <a:rPr lang="en-US" dirty="0">
                <a:solidFill>
                  <a:srgbClr val="24B5A1"/>
                </a:solidFill>
                <a:latin typeface="Calibri" panose="020F0502020204030204" pitchFamily="34" charset="0"/>
              </a:rPr>
              <a:t>10.5  </a:t>
            </a:r>
            <a:r>
              <a:rPr lang="en-US" dirty="0">
                <a:solidFill>
                  <a:srgbClr val="3380E6"/>
                </a:solidFill>
                <a:latin typeface="Calibri" panose="020F0502020204030204" pitchFamily="34" charset="0"/>
              </a:rPr>
              <a:t>Case Study: Payroll System Using Polymorphism (Cont.)</a:t>
            </a:r>
          </a:p>
        </p:txBody>
      </p:sp>
      <p:sp>
        <p:nvSpPr>
          <p:cNvPr id="45059" name="Text Placeholder 2">
            <a:extLst>
              <a:ext uri="{FF2B5EF4-FFF2-40B4-BE49-F238E27FC236}">
                <a16:creationId xmlns:a16="http://schemas.microsoft.com/office/drawing/2014/main" id="{977C2DC0-DB1F-433B-B14A-637C5E463258}"/>
              </a:ext>
            </a:extLst>
          </p:cNvPr>
          <p:cNvSpPr>
            <a:spLocks noGrp="1"/>
          </p:cNvSpPr>
          <p:nvPr>
            <p:ph type="body" idx="1"/>
          </p:nvPr>
        </p:nvSpPr>
        <p:spPr>
          <a:xfrm>
            <a:off x="-1" y="1249784"/>
            <a:ext cx="8317735" cy="4525962"/>
          </a:xfrm>
        </p:spPr>
        <p:txBody>
          <a:bodyPr/>
          <a:lstStyle/>
          <a:p>
            <a:pPr eaLnBrk="1" hangingPunct="1"/>
            <a:r>
              <a:rPr lang="en-US" altLang="en-US" sz="3200" dirty="0">
                <a:solidFill>
                  <a:srgbClr val="000000"/>
                </a:solidFill>
                <a:latin typeface="Consolas" panose="020B0609020204030204" pitchFamily="49" charset="0"/>
              </a:rPr>
              <a:t>abstract</a:t>
            </a:r>
            <a:r>
              <a:rPr lang="en-US" altLang="en-US" sz="3200" dirty="0">
                <a:solidFill>
                  <a:srgbClr val="000000"/>
                </a:solidFill>
              </a:rPr>
              <a:t> class </a:t>
            </a:r>
            <a:r>
              <a:rPr lang="en-US" altLang="en-US" sz="3200" dirty="0">
                <a:solidFill>
                  <a:srgbClr val="000000"/>
                </a:solidFill>
                <a:latin typeface="Consolas" panose="020B0609020204030204" pitchFamily="49" charset="0"/>
              </a:rPr>
              <a:t>Employee</a:t>
            </a:r>
            <a:r>
              <a:rPr lang="en-US" altLang="en-US" sz="3200" dirty="0">
                <a:solidFill>
                  <a:srgbClr val="000000"/>
                </a:solidFill>
              </a:rPr>
              <a:t> represents the general concept of an employee. </a:t>
            </a:r>
          </a:p>
          <a:p>
            <a:pPr eaLnBrk="1" hangingPunct="1"/>
            <a:r>
              <a:rPr lang="en-US" altLang="en-US" sz="3200" dirty="0">
                <a:solidFill>
                  <a:srgbClr val="000000"/>
                </a:solidFill>
              </a:rPr>
              <a:t>Subclasses: </a:t>
            </a:r>
            <a:r>
              <a:rPr lang="en-US" altLang="en-US" sz="3200" dirty="0" err="1">
                <a:solidFill>
                  <a:srgbClr val="000000"/>
                </a:solidFill>
                <a:latin typeface="Consolas" panose="020B0609020204030204" pitchFamily="49" charset="0"/>
              </a:rPr>
              <a:t>SalariedEmployee</a:t>
            </a:r>
            <a:r>
              <a:rPr lang="en-US" altLang="en-US" sz="3200" dirty="0">
                <a:solidFill>
                  <a:srgbClr val="000000"/>
                </a:solidFill>
              </a:rPr>
              <a:t>, </a:t>
            </a:r>
            <a:r>
              <a:rPr lang="en-US" altLang="en-US" sz="3200" dirty="0" err="1">
                <a:solidFill>
                  <a:srgbClr val="000000"/>
                </a:solidFill>
                <a:latin typeface="Consolas" panose="020B0609020204030204" pitchFamily="49" charset="0"/>
              </a:rPr>
              <a:t>CommissionEmployee</a:t>
            </a:r>
            <a:r>
              <a:rPr lang="en-US" altLang="en-US" sz="3200" dirty="0">
                <a:solidFill>
                  <a:srgbClr val="000000"/>
                </a:solidFill>
              </a:rPr>
              <a:t> , </a:t>
            </a:r>
            <a:r>
              <a:rPr lang="en-US" altLang="en-US" sz="3200" dirty="0" err="1">
                <a:solidFill>
                  <a:srgbClr val="000000"/>
                </a:solidFill>
                <a:latin typeface="Consolas" panose="020B0609020204030204" pitchFamily="49" charset="0"/>
              </a:rPr>
              <a:t>HourlyEmployee</a:t>
            </a:r>
            <a:r>
              <a:rPr lang="en-US" altLang="en-US" sz="3200" dirty="0">
                <a:solidFill>
                  <a:srgbClr val="000000"/>
                </a:solidFill>
              </a:rPr>
              <a:t> and </a:t>
            </a:r>
            <a:r>
              <a:rPr lang="en-US" altLang="en-US" sz="3200" dirty="0" err="1">
                <a:solidFill>
                  <a:srgbClr val="000000"/>
                </a:solidFill>
                <a:latin typeface="Consolas" panose="020B0609020204030204" pitchFamily="49" charset="0"/>
              </a:rPr>
              <a:t>BasePlusCommissionEmployee</a:t>
            </a:r>
            <a:r>
              <a:rPr lang="en-US" altLang="en-US" sz="3200" dirty="0">
                <a:solidFill>
                  <a:srgbClr val="000000"/>
                </a:solidFill>
              </a:rPr>
              <a:t>  (an indirect subclass)</a:t>
            </a:r>
          </a:p>
          <a:p>
            <a:pPr eaLnBrk="1" hangingPunct="1"/>
            <a:r>
              <a:rPr lang="en-US" altLang="en-US" sz="3200" dirty="0">
                <a:solidFill>
                  <a:srgbClr val="000000"/>
                </a:solidFill>
              </a:rPr>
              <a:t>Fig. 10.2 shows the </a:t>
            </a:r>
            <a:r>
              <a:rPr lang="en-US" altLang="en-US" sz="3200" b="1" i="1" dirty="0">
                <a:solidFill>
                  <a:srgbClr val="000000"/>
                </a:solidFill>
              </a:rPr>
              <a:t>inheritance hierarchy </a:t>
            </a:r>
            <a:r>
              <a:rPr lang="en-US" altLang="en-US" sz="3200" dirty="0">
                <a:solidFill>
                  <a:srgbClr val="000000"/>
                </a:solidFill>
              </a:rPr>
              <a:t>for our polymorphic employee-payroll application. </a:t>
            </a:r>
          </a:p>
          <a:p>
            <a:pPr eaLnBrk="1" hangingPunct="1"/>
            <a:r>
              <a:rPr lang="en-US" altLang="en-US" sz="3200" dirty="0">
                <a:solidFill>
                  <a:srgbClr val="000000"/>
                </a:solidFill>
              </a:rPr>
              <a:t>Abstract class names are italicized in the UML.</a:t>
            </a:r>
          </a:p>
        </p:txBody>
      </p:sp>
      <p:sp>
        <p:nvSpPr>
          <p:cNvPr id="4" name="Footer Placeholder 3">
            <a:extLst>
              <a:ext uri="{FF2B5EF4-FFF2-40B4-BE49-F238E27FC236}">
                <a16:creationId xmlns:a16="http://schemas.microsoft.com/office/drawing/2014/main" id="{809B2956-39CA-42FC-8EC5-D422C62EF429}"/>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3457813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21">
            <a:extLst>
              <a:ext uri="{FF2B5EF4-FFF2-40B4-BE49-F238E27FC236}">
                <a16:creationId xmlns:a16="http://schemas.microsoft.com/office/drawing/2014/main" id="{4C8E8BBF-76A6-48E5-85D0-7B8B1374EC29}"/>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576263"/>
            <a:ext cx="12192000" cy="5705475"/>
          </a:xfrm>
          <a:prstGeom prst="rect">
            <a:avLst/>
          </a:prstGeom>
        </p:spPr>
      </p:pic>
      <p:sp>
        <p:nvSpPr>
          <p:cNvPr id="2" name="Footer Placeholder 1">
            <a:extLst>
              <a:ext uri="{FF2B5EF4-FFF2-40B4-BE49-F238E27FC236}">
                <a16:creationId xmlns:a16="http://schemas.microsoft.com/office/drawing/2014/main" id="{53D6FD95-45C9-4A40-B89A-B3F5C34A3358}"/>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174676191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jhtp_10_OOPPolymorphism_Page_21">
            <a:extLst>
              <a:ext uri="{FF2B5EF4-FFF2-40B4-BE49-F238E27FC236}">
                <a16:creationId xmlns:a16="http://schemas.microsoft.com/office/drawing/2014/main" id="{ADF22B0D-B110-4E97-9F0C-DFC8AA2CA749}"/>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8857561" y="763310"/>
            <a:ext cx="3753080" cy="4149973"/>
          </a:xfrm>
          <a:prstGeom prst="rect">
            <a:avLst/>
          </a:prstGeom>
        </p:spPr>
      </p:pic>
      <p:sp>
        <p:nvSpPr>
          <p:cNvPr id="2" name="Title 1">
            <a:extLst>
              <a:ext uri="{FF2B5EF4-FFF2-40B4-BE49-F238E27FC236}">
                <a16:creationId xmlns:a16="http://schemas.microsoft.com/office/drawing/2014/main" id="{C3411A85-3748-4021-A04E-882165935D1B}"/>
              </a:ext>
            </a:extLst>
          </p:cNvPr>
          <p:cNvSpPr>
            <a:spLocks noGrp="1"/>
          </p:cNvSpPr>
          <p:nvPr>
            <p:ph type="title"/>
          </p:nvPr>
        </p:nvSpPr>
        <p:spPr/>
        <p:txBody>
          <a:bodyPr>
            <a:normAutofit fontScale="90000"/>
          </a:bodyPr>
          <a:lstStyle/>
          <a:p>
            <a:pPr fontAlgn="auto">
              <a:spcAft>
                <a:spcPts val="0"/>
              </a:spcAft>
              <a:defRPr/>
            </a:pPr>
            <a:r>
              <a:rPr lang="en-US" dirty="0">
                <a:solidFill>
                  <a:srgbClr val="24B5A1"/>
                </a:solidFill>
                <a:latin typeface="Calibri" panose="020F0502020204030204" pitchFamily="34" charset="0"/>
              </a:rPr>
              <a:t>10.5  </a:t>
            </a:r>
            <a:r>
              <a:rPr lang="en-US" dirty="0">
                <a:solidFill>
                  <a:srgbClr val="3380E6"/>
                </a:solidFill>
                <a:latin typeface="Calibri" panose="020F0502020204030204" pitchFamily="34" charset="0"/>
              </a:rPr>
              <a:t>Case Study: Payroll System Using Polymorphism (Cont.)</a:t>
            </a:r>
          </a:p>
        </p:txBody>
      </p:sp>
      <p:sp>
        <p:nvSpPr>
          <p:cNvPr id="47107" name="Text Placeholder 2">
            <a:extLst>
              <a:ext uri="{FF2B5EF4-FFF2-40B4-BE49-F238E27FC236}">
                <a16:creationId xmlns:a16="http://schemas.microsoft.com/office/drawing/2014/main" id="{C3C4225E-2EB0-4329-8E32-ABE84C23C983}"/>
              </a:ext>
            </a:extLst>
          </p:cNvPr>
          <p:cNvSpPr>
            <a:spLocks noGrp="1"/>
          </p:cNvSpPr>
          <p:nvPr>
            <p:ph type="body" idx="1"/>
          </p:nvPr>
        </p:nvSpPr>
        <p:spPr>
          <a:xfrm>
            <a:off x="0" y="1425117"/>
            <a:ext cx="9206429" cy="4525962"/>
          </a:xfrm>
        </p:spPr>
        <p:txBody>
          <a:bodyPr/>
          <a:lstStyle/>
          <a:p>
            <a:pPr eaLnBrk="1" hangingPunct="1"/>
            <a:r>
              <a:rPr lang="en-US" altLang="en-US" dirty="0">
                <a:solidFill>
                  <a:srgbClr val="000000"/>
                </a:solidFill>
              </a:rPr>
              <a:t>Abstract superclass </a:t>
            </a:r>
            <a:r>
              <a:rPr lang="en-US" altLang="en-US" dirty="0">
                <a:solidFill>
                  <a:srgbClr val="000000"/>
                </a:solidFill>
                <a:latin typeface="Consolas" panose="020B0609020204030204" pitchFamily="49" charset="0"/>
              </a:rPr>
              <a:t>Employee</a:t>
            </a:r>
            <a:r>
              <a:rPr lang="en-US" altLang="en-US" dirty="0">
                <a:solidFill>
                  <a:srgbClr val="000000"/>
                </a:solidFill>
              </a:rPr>
              <a:t> declares the “interface” to the hierarchy—that is, the set of methods that a program can invoke on all </a:t>
            </a:r>
            <a:r>
              <a:rPr lang="en-US" altLang="en-US" dirty="0">
                <a:solidFill>
                  <a:srgbClr val="000000"/>
                </a:solidFill>
                <a:latin typeface="Consolas" panose="020B0609020204030204" pitchFamily="49" charset="0"/>
              </a:rPr>
              <a:t>Employee</a:t>
            </a:r>
            <a:r>
              <a:rPr lang="en-US" altLang="en-US" dirty="0">
                <a:solidFill>
                  <a:srgbClr val="000000"/>
                </a:solidFill>
              </a:rPr>
              <a:t> objects. </a:t>
            </a:r>
          </a:p>
          <a:p>
            <a:pPr lvl="1" eaLnBrk="1" hangingPunct="1"/>
            <a:r>
              <a:rPr lang="en-US" altLang="en-US" dirty="0">
                <a:solidFill>
                  <a:srgbClr val="000000"/>
                </a:solidFill>
              </a:rPr>
              <a:t>We use the term “interface” here in a general sense to refer to the various ways programs can communicate with objects of any </a:t>
            </a:r>
            <a:r>
              <a:rPr lang="en-US" altLang="en-US" dirty="0">
                <a:solidFill>
                  <a:srgbClr val="000000"/>
                </a:solidFill>
                <a:latin typeface="Consolas" panose="020B0609020204030204" pitchFamily="49" charset="0"/>
              </a:rPr>
              <a:t>Employee</a:t>
            </a:r>
            <a:r>
              <a:rPr lang="en-US" altLang="en-US" dirty="0">
                <a:solidFill>
                  <a:srgbClr val="000000"/>
                </a:solidFill>
              </a:rPr>
              <a:t> subclass. </a:t>
            </a:r>
          </a:p>
          <a:p>
            <a:pPr eaLnBrk="1" hangingPunct="1"/>
            <a:r>
              <a:rPr lang="en-US" altLang="en-US" dirty="0">
                <a:solidFill>
                  <a:srgbClr val="000000"/>
                </a:solidFill>
              </a:rPr>
              <a:t>Each employee has a first name, a last name and a social security number defined in abstract superclass </a:t>
            </a:r>
            <a:r>
              <a:rPr lang="en-US" altLang="en-US" dirty="0">
                <a:solidFill>
                  <a:srgbClr val="000000"/>
                </a:solidFill>
                <a:latin typeface="Consolas" panose="020B0609020204030204" pitchFamily="49" charset="0"/>
              </a:rPr>
              <a:t>Employee</a:t>
            </a:r>
            <a:r>
              <a:rPr lang="en-US" altLang="en-US" dirty="0">
                <a:solidFill>
                  <a:srgbClr val="000000"/>
                </a:solidFill>
              </a:rPr>
              <a:t>. </a:t>
            </a:r>
          </a:p>
        </p:txBody>
      </p:sp>
      <p:sp>
        <p:nvSpPr>
          <p:cNvPr id="4" name="Footer Placeholder 3">
            <a:extLst>
              <a:ext uri="{FF2B5EF4-FFF2-40B4-BE49-F238E27FC236}">
                <a16:creationId xmlns:a16="http://schemas.microsoft.com/office/drawing/2014/main" id="{CDF18D61-2734-407E-B841-147B456F5950}"/>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3796715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B052F-A710-45DE-88BC-9172364F0207}"/>
              </a:ext>
            </a:extLst>
          </p:cNvPr>
          <p:cNvSpPr>
            <a:spLocks noGrp="1"/>
          </p:cNvSpPr>
          <p:nvPr>
            <p:ph type="title"/>
          </p:nvPr>
        </p:nvSpPr>
        <p:spPr/>
        <p:txBody>
          <a:bodyPr/>
          <a:lstStyle/>
          <a:p>
            <a:pPr fontAlgn="auto">
              <a:spcAft>
                <a:spcPts val="0"/>
              </a:spcAft>
              <a:defRPr/>
            </a:pPr>
            <a:r>
              <a:rPr lang="en-US" dirty="0">
                <a:solidFill>
                  <a:srgbClr val="59D9B3"/>
                </a:solidFill>
                <a:latin typeface="Calibri" panose="020F0502020204030204" pitchFamily="34" charset="0"/>
              </a:rPr>
              <a:t>10.5.1 </a:t>
            </a:r>
            <a:r>
              <a:rPr lang="en-US" dirty="0">
                <a:solidFill>
                  <a:srgbClr val="33B38C"/>
                </a:solidFill>
                <a:latin typeface="Calibri" panose="020F0502020204030204" pitchFamily="34" charset="0"/>
              </a:rPr>
              <a:t>Abstract Superclass </a:t>
            </a:r>
            <a:r>
              <a:rPr lang="en-US" dirty="0">
                <a:solidFill>
                  <a:srgbClr val="33B38C"/>
                </a:solidFill>
                <a:latin typeface="Consolas" panose="020B0609020204030204" pitchFamily="49" charset="0"/>
              </a:rPr>
              <a:t>Employee</a:t>
            </a:r>
            <a:r>
              <a:rPr lang="en-US" dirty="0">
                <a:solidFill>
                  <a:srgbClr val="33B38C"/>
                </a:solidFill>
                <a:latin typeface="Calibri" panose="020F0502020204030204" pitchFamily="34" charset="0"/>
              </a:rPr>
              <a:t> </a:t>
            </a:r>
          </a:p>
        </p:txBody>
      </p:sp>
      <p:sp>
        <p:nvSpPr>
          <p:cNvPr id="48131" name="Text Placeholder 2">
            <a:extLst>
              <a:ext uri="{FF2B5EF4-FFF2-40B4-BE49-F238E27FC236}">
                <a16:creationId xmlns:a16="http://schemas.microsoft.com/office/drawing/2014/main" id="{F1733351-41F9-418E-86C3-B84D490C6527}"/>
              </a:ext>
            </a:extLst>
          </p:cNvPr>
          <p:cNvSpPr>
            <a:spLocks noGrp="1"/>
          </p:cNvSpPr>
          <p:nvPr>
            <p:ph type="body" idx="1"/>
          </p:nvPr>
        </p:nvSpPr>
        <p:spPr>
          <a:xfrm>
            <a:off x="0" y="1417638"/>
            <a:ext cx="9408405" cy="4525962"/>
          </a:xfrm>
        </p:spPr>
        <p:txBody>
          <a:bodyPr/>
          <a:lstStyle/>
          <a:p>
            <a:pPr eaLnBrk="1" hangingPunct="1">
              <a:lnSpc>
                <a:spcPct val="90000"/>
              </a:lnSpc>
            </a:pPr>
            <a:r>
              <a:rPr lang="en-US" altLang="en-US" sz="2500" dirty="0">
                <a:solidFill>
                  <a:srgbClr val="000000"/>
                </a:solidFill>
              </a:rPr>
              <a:t>Class </a:t>
            </a:r>
            <a:r>
              <a:rPr lang="en-US" altLang="en-US" sz="2500" dirty="0">
                <a:solidFill>
                  <a:srgbClr val="000000"/>
                </a:solidFill>
                <a:latin typeface="Consolas" panose="020B0609020204030204" pitchFamily="49" charset="0"/>
              </a:rPr>
              <a:t>Employee</a:t>
            </a:r>
            <a:r>
              <a:rPr lang="en-US" altLang="en-US" sz="2500" dirty="0">
                <a:solidFill>
                  <a:srgbClr val="000000"/>
                </a:solidFill>
              </a:rPr>
              <a:t> (Fig. 10.4) provides methods </a:t>
            </a:r>
            <a:r>
              <a:rPr lang="en-US" altLang="en-US" sz="2500" dirty="0">
                <a:solidFill>
                  <a:srgbClr val="000000"/>
                </a:solidFill>
                <a:latin typeface="Consolas" panose="020B0609020204030204" pitchFamily="49" charset="0"/>
              </a:rPr>
              <a:t>earnings</a:t>
            </a:r>
            <a:r>
              <a:rPr lang="en-US" altLang="en-US" sz="2500" dirty="0">
                <a:solidFill>
                  <a:srgbClr val="000000"/>
                </a:solidFill>
              </a:rPr>
              <a:t> and </a:t>
            </a:r>
            <a:r>
              <a:rPr lang="en-US" altLang="en-US" sz="2500" dirty="0" err="1">
                <a:solidFill>
                  <a:srgbClr val="000000"/>
                </a:solidFill>
                <a:latin typeface="Consolas" panose="020B0609020204030204" pitchFamily="49" charset="0"/>
              </a:rPr>
              <a:t>toString</a:t>
            </a:r>
            <a:r>
              <a:rPr lang="en-US" altLang="en-US" sz="2500" dirty="0">
                <a:solidFill>
                  <a:srgbClr val="000000"/>
                </a:solidFill>
              </a:rPr>
              <a:t>, in addition to the </a:t>
            </a:r>
            <a:r>
              <a:rPr lang="en-US" altLang="en-US" sz="2500" i="1" dirty="0">
                <a:solidFill>
                  <a:srgbClr val="000000"/>
                </a:solidFill>
              </a:rPr>
              <a:t>get </a:t>
            </a:r>
            <a:r>
              <a:rPr lang="en-US" altLang="en-US" sz="2500" dirty="0">
                <a:solidFill>
                  <a:srgbClr val="000000"/>
                </a:solidFill>
              </a:rPr>
              <a:t>and</a:t>
            </a:r>
            <a:r>
              <a:rPr lang="en-US" altLang="en-US" sz="2500" i="1" dirty="0">
                <a:solidFill>
                  <a:srgbClr val="000000"/>
                </a:solidFill>
              </a:rPr>
              <a:t> set </a:t>
            </a:r>
            <a:r>
              <a:rPr lang="en-US" altLang="en-US" sz="2500" dirty="0">
                <a:solidFill>
                  <a:srgbClr val="000000"/>
                </a:solidFill>
              </a:rPr>
              <a:t>methods that manipulate </a:t>
            </a:r>
            <a:r>
              <a:rPr lang="en-US" altLang="en-US" sz="2500" dirty="0">
                <a:solidFill>
                  <a:srgbClr val="000000"/>
                </a:solidFill>
                <a:latin typeface="Consolas" panose="020B0609020204030204" pitchFamily="49" charset="0"/>
              </a:rPr>
              <a:t>Employee</a:t>
            </a:r>
            <a:r>
              <a:rPr lang="en-US" altLang="en-US" sz="2500" dirty="0">
                <a:solidFill>
                  <a:srgbClr val="000000"/>
                </a:solidFill>
              </a:rPr>
              <a:t>’s instance variables. </a:t>
            </a:r>
          </a:p>
          <a:p>
            <a:pPr eaLnBrk="1" hangingPunct="1">
              <a:lnSpc>
                <a:spcPct val="90000"/>
              </a:lnSpc>
            </a:pPr>
            <a:r>
              <a:rPr lang="en-US" altLang="en-US" sz="2500" dirty="0">
                <a:solidFill>
                  <a:srgbClr val="000000"/>
                </a:solidFill>
              </a:rPr>
              <a:t>An </a:t>
            </a:r>
            <a:r>
              <a:rPr lang="en-US" altLang="en-US" sz="3600" b="1" dirty="0">
                <a:solidFill>
                  <a:srgbClr val="000000"/>
                </a:solidFill>
                <a:highlight>
                  <a:srgbClr val="FFFF00"/>
                </a:highlight>
                <a:latin typeface="Consolas" panose="020B0609020204030204" pitchFamily="49" charset="0"/>
              </a:rPr>
              <a:t>earnings</a:t>
            </a:r>
            <a:r>
              <a:rPr lang="en-US" altLang="en-US" sz="2500" dirty="0">
                <a:solidFill>
                  <a:srgbClr val="000000"/>
                </a:solidFill>
              </a:rPr>
              <a:t> method applies to all employees, but each earnings calculation depends on the employee’s class. </a:t>
            </a:r>
          </a:p>
          <a:p>
            <a:pPr lvl="1" eaLnBrk="1" hangingPunct="1">
              <a:lnSpc>
                <a:spcPct val="90000"/>
              </a:lnSpc>
            </a:pPr>
            <a:r>
              <a:rPr lang="en-US" altLang="en-US" sz="2100" dirty="0">
                <a:solidFill>
                  <a:srgbClr val="000000"/>
                </a:solidFill>
              </a:rPr>
              <a:t>An </a:t>
            </a:r>
            <a:r>
              <a:rPr lang="en-US" altLang="en-US" sz="2100" dirty="0">
                <a:solidFill>
                  <a:srgbClr val="000000"/>
                </a:solidFill>
                <a:latin typeface="Consolas" panose="020B0609020204030204" pitchFamily="49" charset="0"/>
              </a:rPr>
              <a:t>abstract</a:t>
            </a:r>
            <a:r>
              <a:rPr lang="en-US" altLang="en-US" sz="2100" dirty="0">
                <a:solidFill>
                  <a:srgbClr val="000000"/>
                </a:solidFill>
              </a:rPr>
              <a:t> method—there is not enough information to determine what amount </a:t>
            </a:r>
            <a:r>
              <a:rPr lang="en-US" altLang="en-US" sz="2100" dirty="0">
                <a:solidFill>
                  <a:srgbClr val="000000"/>
                </a:solidFill>
                <a:latin typeface="Consolas" panose="020B0609020204030204" pitchFamily="49" charset="0"/>
              </a:rPr>
              <a:t>earnings</a:t>
            </a:r>
            <a:r>
              <a:rPr lang="en-US" altLang="en-US" sz="2100" dirty="0">
                <a:solidFill>
                  <a:srgbClr val="000000"/>
                </a:solidFill>
              </a:rPr>
              <a:t> should return. </a:t>
            </a:r>
          </a:p>
          <a:p>
            <a:pPr lvl="1" eaLnBrk="1" hangingPunct="1">
              <a:lnSpc>
                <a:spcPct val="90000"/>
              </a:lnSpc>
            </a:pPr>
            <a:r>
              <a:rPr lang="en-US" altLang="en-US" sz="2100" dirty="0">
                <a:solidFill>
                  <a:srgbClr val="000000"/>
                </a:solidFill>
              </a:rPr>
              <a:t>Each subclass overrides </a:t>
            </a:r>
            <a:r>
              <a:rPr lang="en-US" altLang="en-US" sz="2100" dirty="0">
                <a:solidFill>
                  <a:srgbClr val="000000"/>
                </a:solidFill>
                <a:latin typeface="Consolas" panose="020B0609020204030204" pitchFamily="49" charset="0"/>
              </a:rPr>
              <a:t>earnings</a:t>
            </a:r>
            <a:r>
              <a:rPr lang="en-US" altLang="en-US" sz="2100" dirty="0">
                <a:solidFill>
                  <a:srgbClr val="000000"/>
                </a:solidFill>
              </a:rPr>
              <a:t> with an appropriate implementation. </a:t>
            </a:r>
          </a:p>
          <a:p>
            <a:pPr eaLnBrk="1" hangingPunct="1">
              <a:lnSpc>
                <a:spcPct val="90000"/>
              </a:lnSpc>
            </a:pPr>
            <a:r>
              <a:rPr lang="en-US" altLang="en-US" sz="2500" dirty="0">
                <a:solidFill>
                  <a:srgbClr val="000000"/>
                </a:solidFill>
              </a:rPr>
              <a:t>Iterate through the array of </a:t>
            </a:r>
            <a:r>
              <a:rPr lang="en-US" altLang="en-US" sz="2500" dirty="0">
                <a:solidFill>
                  <a:srgbClr val="000000"/>
                </a:solidFill>
                <a:latin typeface="Consolas" panose="020B0609020204030204" pitchFamily="49" charset="0"/>
              </a:rPr>
              <a:t>Employee</a:t>
            </a:r>
            <a:r>
              <a:rPr lang="en-US" altLang="en-US" sz="2500" dirty="0">
                <a:solidFill>
                  <a:srgbClr val="000000"/>
                </a:solidFill>
              </a:rPr>
              <a:t>s and call method </a:t>
            </a:r>
            <a:r>
              <a:rPr lang="en-US" altLang="en-US" sz="2500" dirty="0">
                <a:solidFill>
                  <a:srgbClr val="000000"/>
                </a:solidFill>
                <a:latin typeface="Consolas" panose="020B0609020204030204" pitchFamily="49" charset="0"/>
              </a:rPr>
              <a:t>earnings</a:t>
            </a:r>
            <a:r>
              <a:rPr lang="en-US" altLang="en-US" sz="2500" dirty="0">
                <a:solidFill>
                  <a:srgbClr val="000000"/>
                </a:solidFill>
              </a:rPr>
              <a:t> for each </a:t>
            </a:r>
            <a:r>
              <a:rPr lang="en-US" altLang="en-US" sz="2500" dirty="0">
                <a:solidFill>
                  <a:srgbClr val="000000"/>
                </a:solidFill>
                <a:latin typeface="Consolas" panose="020B0609020204030204" pitchFamily="49" charset="0"/>
              </a:rPr>
              <a:t>Employee</a:t>
            </a:r>
            <a:r>
              <a:rPr lang="en-US" altLang="en-US" sz="2500" dirty="0">
                <a:solidFill>
                  <a:srgbClr val="000000"/>
                </a:solidFill>
              </a:rPr>
              <a:t> subclass object. </a:t>
            </a:r>
          </a:p>
          <a:p>
            <a:pPr lvl="1" eaLnBrk="1" hangingPunct="1">
              <a:lnSpc>
                <a:spcPct val="90000"/>
              </a:lnSpc>
            </a:pPr>
            <a:r>
              <a:rPr lang="en-US" altLang="en-US" sz="2100" dirty="0">
                <a:solidFill>
                  <a:srgbClr val="000000"/>
                </a:solidFill>
              </a:rPr>
              <a:t>Method calls processed polymorphically. </a:t>
            </a:r>
          </a:p>
        </p:txBody>
      </p:sp>
      <p:sp>
        <p:nvSpPr>
          <p:cNvPr id="4" name="Footer Placeholder 3">
            <a:extLst>
              <a:ext uri="{FF2B5EF4-FFF2-40B4-BE49-F238E27FC236}">
                <a16:creationId xmlns:a16="http://schemas.microsoft.com/office/drawing/2014/main" id="{D5B8D486-5457-41A0-9468-2A34CBE48FAA}"/>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pic>
        <p:nvPicPr>
          <p:cNvPr id="5" name="Picture 4" descr="jhtp_10_OOPPolymorphism_Page_21">
            <a:extLst>
              <a:ext uri="{FF2B5EF4-FFF2-40B4-BE49-F238E27FC236}">
                <a16:creationId xmlns:a16="http://schemas.microsoft.com/office/drawing/2014/main" id="{B654AF30-1448-453B-ACD6-D867A662A829}"/>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8857561" y="763310"/>
            <a:ext cx="3753080" cy="4149973"/>
          </a:xfrm>
          <a:prstGeom prst="rect">
            <a:avLst/>
          </a:prstGeom>
        </p:spPr>
      </p:pic>
    </p:spTree>
    <p:extLst>
      <p:ext uri="{BB962C8B-B14F-4D97-AF65-F5344CB8AC3E}">
        <p14:creationId xmlns:p14="http://schemas.microsoft.com/office/powerpoint/2010/main" val="611518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jhtp_10_OOPPolymorphism_Page_21">
            <a:extLst>
              <a:ext uri="{FF2B5EF4-FFF2-40B4-BE49-F238E27FC236}">
                <a16:creationId xmlns:a16="http://schemas.microsoft.com/office/drawing/2014/main" id="{09545E20-F8E2-4F97-8B88-A40793443E63}"/>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8769426" y="1479823"/>
            <a:ext cx="3753080" cy="4149973"/>
          </a:xfrm>
          <a:prstGeom prst="rect">
            <a:avLst/>
          </a:prstGeom>
        </p:spPr>
      </p:pic>
      <p:sp>
        <p:nvSpPr>
          <p:cNvPr id="2" name="Title 1">
            <a:extLst>
              <a:ext uri="{FF2B5EF4-FFF2-40B4-BE49-F238E27FC236}">
                <a16:creationId xmlns:a16="http://schemas.microsoft.com/office/drawing/2014/main" id="{356060C6-23DF-4D0E-B2E0-C5FAE7B893E7}"/>
              </a:ext>
            </a:extLst>
          </p:cNvPr>
          <p:cNvSpPr>
            <a:spLocks noGrp="1"/>
          </p:cNvSpPr>
          <p:nvPr>
            <p:ph type="title"/>
          </p:nvPr>
        </p:nvSpPr>
        <p:spPr>
          <a:xfrm>
            <a:off x="609600" y="274638"/>
            <a:ext cx="10972800" cy="727897"/>
          </a:xfrm>
        </p:spPr>
        <p:txBody>
          <a:bodyPr>
            <a:normAutofit/>
          </a:bodyPr>
          <a:lstStyle/>
          <a:p>
            <a:pPr fontAlgn="auto">
              <a:spcAft>
                <a:spcPts val="0"/>
              </a:spcAft>
              <a:defRPr/>
            </a:pPr>
            <a:r>
              <a:rPr lang="en-US" dirty="0">
                <a:solidFill>
                  <a:srgbClr val="59D9B3"/>
                </a:solidFill>
                <a:latin typeface="Calibri" panose="020F0502020204030204" pitchFamily="34" charset="0"/>
              </a:rPr>
              <a:t>10.5.1 </a:t>
            </a:r>
            <a:r>
              <a:rPr lang="en-US" dirty="0">
                <a:solidFill>
                  <a:srgbClr val="33B38C"/>
                </a:solidFill>
                <a:latin typeface="Calibri" panose="020F0502020204030204" pitchFamily="34" charset="0"/>
              </a:rPr>
              <a:t>Abstract Superclass </a:t>
            </a:r>
            <a:r>
              <a:rPr lang="en-US" dirty="0">
                <a:solidFill>
                  <a:srgbClr val="33B38C"/>
                </a:solidFill>
                <a:latin typeface="Consolas" panose="020B0609020204030204" pitchFamily="49" charset="0"/>
              </a:rPr>
              <a:t>Employee</a:t>
            </a:r>
            <a:r>
              <a:rPr lang="en-US" dirty="0">
                <a:solidFill>
                  <a:srgbClr val="33B38C"/>
                </a:solidFill>
                <a:latin typeface="Calibri" panose="020F0502020204030204" pitchFamily="34" charset="0"/>
              </a:rPr>
              <a:t> (Cont.)</a:t>
            </a:r>
          </a:p>
        </p:txBody>
      </p:sp>
      <p:sp>
        <p:nvSpPr>
          <p:cNvPr id="49155" name="Text Placeholder 2">
            <a:extLst>
              <a:ext uri="{FF2B5EF4-FFF2-40B4-BE49-F238E27FC236}">
                <a16:creationId xmlns:a16="http://schemas.microsoft.com/office/drawing/2014/main" id="{089456A5-5390-45F8-B869-3909EBC62834}"/>
              </a:ext>
            </a:extLst>
          </p:cNvPr>
          <p:cNvSpPr>
            <a:spLocks noGrp="1"/>
          </p:cNvSpPr>
          <p:nvPr>
            <p:ph type="body" idx="1"/>
          </p:nvPr>
        </p:nvSpPr>
        <p:spPr>
          <a:xfrm>
            <a:off x="0" y="1166019"/>
            <a:ext cx="9265186" cy="4525962"/>
          </a:xfrm>
        </p:spPr>
        <p:txBody>
          <a:bodyPr/>
          <a:lstStyle/>
          <a:p>
            <a:pPr eaLnBrk="1" hangingPunct="1">
              <a:lnSpc>
                <a:spcPct val="90000"/>
              </a:lnSpc>
            </a:pPr>
            <a:r>
              <a:rPr lang="en-US" altLang="en-US" dirty="0">
                <a:solidFill>
                  <a:srgbClr val="000000"/>
                </a:solidFill>
              </a:rPr>
              <a:t>The diagram in Fig. 10.3 shows each of the five classes in the hierarchy down the left side and methods </a:t>
            </a:r>
            <a:r>
              <a:rPr lang="en-US" altLang="en-US" b="1" dirty="0">
                <a:solidFill>
                  <a:srgbClr val="000000"/>
                </a:solidFill>
                <a:latin typeface="Consolas" panose="020B0609020204030204" pitchFamily="49" charset="0"/>
              </a:rPr>
              <a:t>earnings</a:t>
            </a:r>
            <a:r>
              <a:rPr lang="en-US" altLang="en-US" dirty="0">
                <a:solidFill>
                  <a:srgbClr val="000000"/>
                </a:solidFill>
              </a:rPr>
              <a:t> and </a:t>
            </a:r>
            <a:r>
              <a:rPr lang="en-US" altLang="en-US" b="1" dirty="0" err="1">
                <a:solidFill>
                  <a:srgbClr val="000000"/>
                </a:solidFill>
                <a:latin typeface="Consolas" panose="020B0609020204030204" pitchFamily="49" charset="0"/>
              </a:rPr>
              <a:t>toString</a:t>
            </a:r>
            <a:r>
              <a:rPr lang="en-US" altLang="en-US" dirty="0">
                <a:solidFill>
                  <a:srgbClr val="000000"/>
                </a:solidFill>
              </a:rPr>
              <a:t> across the top. </a:t>
            </a:r>
          </a:p>
          <a:p>
            <a:pPr eaLnBrk="1" hangingPunct="1">
              <a:lnSpc>
                <a:spcPct val="90000"/>
              </a:lnSpc>
            </a:pPr>
            <a:r>
              <a:rPr lang="en-US" altLang="en-US" dirty="0">
                <a:solidFill>
                  <a:srgbClr val="000000"/>
                </a:solidFill>
              </a:rPr>
              <a:t>For each class, the diagram shows the desired results of each method. </a:t>
            </a:r>
          </a:p>
          <a:p>
            <a:pPr eaLnBrk="1" hangingPunct="1">
              <a:lnSpc>
                <a:spcPct val="90000"/>
              </a:lnSpc>
            </a:pPr>
            <a:r>
              <a:rPr lang="en-US" altLang="en-US" dirty="0">
                <a:solidFill>
                  <a:srgbClr val="000000"/>
                </a:solidFill>
              </a:rPr>
              <a:t>Declaring the </a:t>
            </a:r>
            <a:r>
              <a:rPr lang="en-US" altLang="en-US" dirty="0">
                <a:solidFill>
                  <a:srgbClr val="000000"/>
                </a:solidFill>
                <a:latin typeface="Consolas" panose="020B0609020204030204" pitchFamily="49" charset="0"/>
              </a:rPr>
              <a:t>earnings</a:t>
            </a:r>
            <a:r>
              <a:rPr lang="en-US" altLang="en-US" dirty="0">
                <a:solidFill>
                  <a:srgbClr val="000000"/>
                </a:solidFill>
              </a:rPr>
              <a:t> method </a:t>
            </a:r>
            <a:r>
              <a:rPr lang="en-US" altLang="en-US" dirty="0">
                <a:solidFill>
                  <a:srgbClr val="000000"/>
                </a:solidFill>
                <a:latin typeface="Consolas" panose="020B0609020204030204" pitchFamily="49" charset="0"/>
              </a:rPr>
              <a:t>abstract</a:t>
            </a:r>
            <a:r>
              <a:rPr lang="en-US" altLang="en-US" dirty="0">
                <a:solidFill>
                  <a:srgbClr val="000000"/>
                </a:solidFill>
              </a:rPr>
              <a:t> indicates that each concrete subclass </a:t>
            </a:r>
            <a:r>
              <a:rPr lang="en-US" altLang="en-US" b="1" dirty="0">
                <a:solidFill>
                  <a:srgbClr val="000000"/>
                </a:solidFill>
              </a:rPr>
              <a:t>MUST PROVIDE </a:t>
            </a:r>
            <a:r>
              <a:rPr lang="en-US" altLang="en-US" dirty="0">
                <a:solidFill>
                  <a:srgbClr val="000000"/>
                </a:solidFill>
              </a:rPr>
              <a:t>an appropriate </a:t>
            </a:r>
            <a:r>
              <a:rPr lang="en-US" altLang="en-US" dirty="0">
                <a:solidFill>
                  <a:srgbClr val="000000"/>
                </a:solidFill>
                <a:latin typeface="Consolas" panose="020B0609020204030204" pitchFamily="49" charset="0"/>
              </a:rPr>
              <a:t>earnings</a:t>
            </a:r>
            <a:r>
              <a:rPr lang="en-US" altLang="en-US" dirty="0">
                <a:solidFill>
                  <a:srgbClr val="000000"/>
                </a:solidFill>
              </a:rPr>
              <a:t> implementation and that a program will be able to use superclass </a:t>
            </a:r>
            <a:r>
              <a:rPr lang="en-US" altLang="en-US" dirty="0">
                <a:solidFill>
                  <a:srgbClr val="000000"/>
                </a:solidFill>
                <a:latin typeface="Consolas" panose="020B0609020204030204" pitchFamily="49" charset="0"/>
              </a:rPr>
              <a:t>Employee</a:t>
            </a:r>
            <a:r>
              <a:rPr lang="en-US" altLang="en-US" dirty="0">
                <a:solidFill>
                  <a:srgbClr val="000000"/>
                </a:solidFill>
              </a:rPr>
              <a:t> variables to invoke method </a:t>
            </a:r>
            <a:r>
              <a:rPr lang="en-US" altLang="en-US" dirty="0">
                <a:solidFill>
                  <a:srgbClr val="000000"/>
                </a:solidFill>
                <a:latin typeface="Consolas" panose="020B0609020204030204" pitchFamily="49" charset="0"/>
              </a:rPr>
              <a:t>earnings</a:t>
            </a:r>
            <a:r>
              <a:rPr lang="en-US" altLang="en-US" dirty="0">
                <a:solidFill>
                  <a:srgbClr val="000000"/>
                </a:solidFill>
              </a:rPr>
              <a:t> polymorphically for any type of </a:t>
            </a:r>
            <a:r>
              <a:rPr lang="en-US" altLang="en-US" dirty="0">
                <a:solidFill>
                  <a:srgbClr val="000000"/>
                </a:solidFill>
                <a:latin typeface="Consolas" panose="020B0609020204030204" pitchFamily="49" charset="0"/>
              </a:rPr>
              <a:t>Employee</a:t>
            </a:r>
            <a:r>
              <a:rPr lang="en-US" altLang="en-US" dirty="0">
                <a:solidFill>
                  <a:srgbClr val="000000"/>
                </a:solidFill>
              </a:rPr>
              <a:t>.</a:t>
            </a:r>
          </a:p>
          <a:p>
            <a:pPr eaLnBrk="1" hangingPunct="1">
              <a:lnSpc>
                <a:spcPct val="90000"/>
              </a:lnSpc>
            </a:pPr>
            <a:endParaRPr lang="en-US" altLang="en-US" dirty="0">
              <a:solidFill>
                <a:srgbClr val="000000"/>
              </a:solidFill>
            </a:endParaRPr>
          </a:p>
        </p:txBody>
      </p:sp>
      <p:sp>
        <p:nvSpPr>
          <p:cNvPr id="4" name="Footer Placeholder 3">
            <a:extLst>
              <a:ext uri="{FF2B5EF4-FFF2-40B4-BE49-F238E27FC236}">
                <a16:creationId xmlns:a16="http://schemas.microsoft.com/office/drawing/2014/main" id="{1C23689C-F9E6-4E80-96D4-E4D94E060EE0}"/>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1059556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22">
            <a:extLst>
              <a:ext uri="{FF2B5EF4-FFF2-40B4-BE49-F238E27FC236}">
                <a16:creationId xmlns:a16="http://schemas.microsoft.com/office/drawing/2014/main" id="{2E34EEDF-BF0E-4636-9839-5914F3BE667D}"/>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467833" y="-84136"/>
            <a:ext cx="10143461" cy="6858000"/>
          </a:xfrm>
          <a:prstGeom prst="rect">
            <a:avLst/>
          </a:prstGeom>
        </p:spPr>
      </p:pic>
      <p:pic>
        <p:nvPicPr>
          <p:cNvPr id="5" name="Picture 4" descr="jhtp_10_OOPPolymorphism_Page_21">
            <a:extLst>
              <a:ext uri="{FF2B5EF4-FFF2-40B4-BE49-F238E27FC236}">
                <a16:creationId xmlns:a16="http://schemas.microsoft.com/office/drawing/2014/main" id="{65DC329B-82A8-4794-B817-943B947419E8}"/>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8418049" y="-170964"/>
            <a:ext cx="3632886" cy="2981372"/>
          </a:xfrm>
          <a:prstGeom prst="rect">
            <a:avLst/>
          </a:prstGeom>
        </p:spPr>
      </p:pic>
      <p:sp>
        <p:nvSpPr>
          <p:cNvPr id="2" name="Footer Placeholder 1">
            <a:extLst>
              <a:ext uri="{FF2B5EF4-FFF2-40B4-BE49-F238E27FC236}">
                <a16:creationId xmlns:a16="http://schemas.microsoft.com/office/drawing/2014/main" id="{C692B951-F2BB-45DF-8C87-58D2C470B2DD}"/>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
        <p:nvSpPr>
          <p:cNvPr id="4" name="TextBox 3">
            <a:extLst>
              <a:ext uri="{FF2B5EF4-FFF2-40B4-BE49-F238E27FC236}">
                <a16:creationId xmlns:a16="http://schemas.microsoft.com/office/drawing/2014/main" id="{780D4525-D9B1-4A4A-9869-9EB8973F51CC}"/>
              </a:ext>
            </a:extLst>
          </p:cNvPr>
          <p:cNvSpPr txBox="1"/>
          <p:nvPr/>
        </p:nvSpPr>
        <p:spPr>
          <a:xfrm>
            <a:off x="8418050" y="2723579"/>
            <a:ext cx="3773950" cy="3139321"/>
          </a:xfrm>
          <a:prstGeom prst="rect">
            <a:avLst/>
          </a:prstGeom>
          <a:noFill/>
        </p:spPr>
        <p:txBody>
          <a:bodyPr wrap="square" rtlCol="0">
            <a:spAutoFit/>
          </a:bodyPr>
          <a:lstStyle/>
          <a:p>
            <a:pPr marL="285750" indent="-285750">
              <a:buFont typeface="Arial" panose="020B0604020202020204" pitchFamily="34" charset="0"/>
              <a:buChar char="•"/>
            </a:pPr>
            <a:r>
              <a:rPr lang="en-US" dirty="0"/>
              <a:t>The diagram shows how methods earnings and </a:t>
            </a:r>
            <a:r>
              <a:rPr lang="en-US" b="1" dirty="0" err="1"/>
              <a:t>toString</a:t>
            </a:r>
            <a:r>
              <a:rPr lang="en-US" b="1" dirty="0"/>
              <a:t> </a:t>
            </a:r>
            <a:r>
              <a:rPr lang="en-US" dirty="0"/>
              <a:t>will be implemented in each class.</a:t>
            </a:r>
          </a:p>
          <a:p>
            <a:pPr marL="285750" indent="-285750">
              <a:buFont typeface="Arial" panose="020B0604020202020204" pitchFamily="34" charset="0"/>
              <a:buChar char="•"/>
            </a:pPr>
            <a:endParaRPr lang="en-US" sz="900" dirty="0"/>
          </a:p>
          <a:p>
            <a:pPr marL="285750" indent="-285750">
              <a:buFont typeface="Arial" panose="020B0604020202020204" pitchFamily="34" charset="0"/>
              <a:buChar char="•"/>
            </a:pPr>
            <a:r>
              <a:rPr lang="en-US" dirty="0"/>
              <a:t>In Abstract class “</a:t>
            </a:r>
            <a:r>
              <a:rPr lang="en-US" b="1" dirty="0"/>
              <a:t>Employee” </a:t>
            </a:r>
            <a:r>
              <a:rPr lang="en-US" dirty="0"/>
              <a:t>earnings is implemented as abstract.</a:t>
            </a:r>
          </a:p>
          <a:p>
            <a:pPr marL="285750" indent="-285750">
              <a:buFont typeface="Arial" panose="020B0604020202020204" pitchFamily="34" charset="0"/>
              <a:buChar char="•"/>
            </a:pPr>
            <a:endParaRPr lang="en-US" sz="900" b="1" dirty="0"/>
          </a:p>
          <a:p>
            <a:pPr marL="285750" indent="-285750">
              <a:buFont typeface="Arial" panose="020B0604020202020204" pitchFamily="34" charset="0"/>
              <a:buChar char="•"/>
            </a:pPr>
            <a:r>
              <a:rPr lang="en-US" dirty="0"/>
              <a:t>In Class Salaried-Employee, earning is a concrete class and implements as shown, etc.</a:t>
            </a:r>
          </a:p>
        </p:txBody>
      </p:sp>
    </p:spTree>
    <p:extLst>
      <p:ext uri="{BB962C8B-B14F-4D97-AF65-F5344CB8AC3E}">
        <p14:creationId xmlns:p14="http://schemas.microsoft.com/office/powerpoint/2010/main" val="12916024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23">
            <a:extLst>
              <a:ext uri="{FF2B5EF4-FFF2-40B4-BE49-F238E27FC236}">
                <a16:creationId xmlns:a16="http://schemas.microsoft.com/office/drawing/2014/main" id="{9B00F830-F5DC-4CDB-8597-922FBF7C3556}"/>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327103" y="338591"/>
            <a:ext cx="11153775" cy="6513513"/>
          </a:xfrm>
          <a:prstGeom prst="rect">
            <a:avLst/>
          </a:prstGeom>
        </p:spPr>
      </p:pic>
      <p:sp>
        <p:nvSpPr>
          <p:cNvPr id="2" name="Footer Placeholder 1">
            <a:extLst>
              <a:ext uri="{FF2B5EF4-FFF2-40B4-BE49-F238E27FC236}">
                <a16:creationId xmlns:a16="http://schemas.microsoft.com/office/drawing/2014/main" id="{55E4A335-5B78-40AF-AC52-2442D319C179}"/>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pic>
        <p:nvPicPr>
          <p:cNvPr id="4" name="Picture 3" descr="jhtp_10_OOPPolymorphism_Page_21">
            <a:extLst>
              <a:ext uri="{FF2B5EF4-FFF2-40B4-BE49-F238E27FC236}">
                <a16:creationId xmlns:a16="http://schemas.microsoft.com/office/drawing/2014/main" id="{EBEC5A12-8214-489C-8AF8-DFCCEEBC58E2}"/>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7620000" y="338591"/>
            <a:ext cx="4919214" cy="4185784"/>
          </a:xfrm>
          <a:prstGeom prst="rect">
            <a:avLst/>
          </a:prstGeom>
        </p:spPr>
      </p:pic>
    </p:spTree>
    <p:extLst>
      <p:ext uri="{BB962C8B-B14F-4D97-AF65-F5344CB8AC3E}">
        <p14:creationId xmlns:p14="http://schemas.microsoft.com/office/powerpoint/2010/main" val="278325636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24">
            <a:extLst>
              <a:ext uri="{FF2B5EF4-FFF2-40B4-BE49-F238E27FC236}">
                <a16:creationId xmlns:a16="http://schemas.microsoft.com/office/drawing/2014/main" id="{97A59AAB-D7DA-4BB6-BAB0-563772E0D731}"/>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531340" y="-84136"/>
            <a:ext cx="9835978" cy="6858000"/>
          </a:xfrm>
          <a:prstGeom prst="rect">
            <a:avLst/>
          </a:prstGeom>
        </p:spPr>
      </p:pic>
      <p:sp>
        <p:nvSpPr>
          <p:cNvPr id="2" name="Footer Placeholder 1">
            <a:extLst>
              <a:ext uri="{FF2B5EF4-FFF2-40B4-BE49-F238E27FC236}">
                <a16:creationId xmlns:a16="http://schemas.microsoft.com/office/drawing/2014/main" id="{977491FB-57BF-4374-88EB-1FC47FB0C6C2}"/>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pic>
        <p:nvPicPr>
          <p:cNvPr id="4" name="Picture 3" descr="jhtp_10_OOPPolymorphism_Page_21">
            <a:extLst>
              <a:ext uri="{FF2B5EF4-FFF2-40B4-BE49-F238E27FC236}">
                <a16:creationId xmlns:a16="http://schemas.microsoft.com/office/drawing/2014/main" id="{8AD6CACB-9063-4B46-A5C0-EBA18FC3FFCD}"/>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8819978" y="84136"/>
            <a:ext cx="3632886" cy="3896883"/>
          </a:xfrm>
          <a:prstGeom prst="rect">
            <a:avLst/>
          </a:prstGeom>
        </p:spPr>
      </p:pic>
    </p:spTree>
    <p:extLst>
      <p:ext uri="{BB962C8B-B14F-4D97-AF65-F5344CB8AC3E}">
        <p14:creationId xmlns:p14="http://schemas.microsoft.com/office/powerpoint/2010/main" val="345775651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jhtp_10_OOPPolymorphism_Page_25">
            <a:extLst>
              <a:ext uri="{FF2B5EF4-FFF2-40B4-BE49-F238E27FC236}">
                <a16:creationId xmlns:a16="http://schemas.microsoft.com/office/drawing/2014/main" id="{34FA3112-21E0-4F49-8E48-B4D6E4BACF77}"/>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422275"/>
            <a:ext cx="12192000" cy="6013450"/>
          </a:xfrm>
          <a:prstGeom prst="rect">
            <a:avLst/>
          </a:prstGeom>
        </p:spPr>
      </p:pic>
      <p:sp>
        <p:nvSpPr>
          <p:cNvPr id="2" name="Footer Placeholder 1">
            <a:extLst>
              <a:ext uri="{FF2B5EF4-FFF2-40B4-BE49-F238E27FC236}">
                <a16:creationId xmlns:a16="http://schemas.microsoft.com/office/drawing/2014/main" id="{D86DB976-33EA-4A5E-889E-90CD4B7C3A59}"/>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
        <p:nvSpPr>
          <p:cNvPr id="4" name="Title 1">
            <a:extLst>
              <a:ext uri="{FF2B5EF4-FFF2-40B4-BE49-F238E27FC236}">
                <a16:creationId xmlns:a16="http://schemas.microsoft.com/office/drawing/2014/main" id="{18E1C96F-5A82-4CB2-8289-CACE19A14DB1}"/>
              </a:ext>
            </a:extLst>
          </p:cNvPr>
          <p:cNvSpPr txBox="1">
            <a:spLocks/>
          </p:cNvSpPr>
          <p:nvPr/>
        </p:nvSpPr>
        <p:spPr>
          <a:xfrm>
            <a:off x="609600" y="238062"/>
            <a:ext cx="10972800" cy="1143000"/>
          </a:xfrm>
          <a:prstGeom prst="rect">
            <a:avLst/>
          </a:prstGeom>
        </p:spPr>
        <p:txBody>
          <a:bodyPr>
            <a:normAutofit/>
          </a:bodyPr>
          <a:lst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Cambria" panose="02040503050406030204" pitchFamily="18" charset="0"/>
                <a:ea typeface="+mj-ea"/>
                <a:cs typeface="+mj-cs"/>
              </a:defRPr>
            </a:lvl1pPr>
            <a:lvl2pPr algn="l" rtl="0" eaLnBrk="1" fontAlgn="base" hangingPunct="1">
              <a:spcBef>
                <a:spcPct val="0"/>
              </a:spcBef>
              <a:spcAft>
                <a:spcPct val="0"/>
              </a:spcAft>
              <a:defRPr sz="4100" b="1">
                <a:solidFill>
                  <a:schemeClr val="tx2"/>
                </a:solidFill>
                <a:latin typeface="Lucida Sans Unicode" pitchFamily="34" charset="0"/>
              </a:defRPr>
            </a:lvl2pPr>
            <a:lvl3pPr algn="l" rtl="0" eaLnBrk="1" fontAlgn="base" hangingPunct="1">
              <a:spcBef>
                <a:spcPct val="0"/>
              </a:spcBef>
              <a:spcAft>
                <a:spcPct val="0"/>
              </a:spcAft>
              <a:defRPr sz="4100" b="1">
                <a:solidFill>
                  <a:schemeClr val="tx2"/>
                </a:solidFill>
                <a:latin typeface="Lucida Sans Unicode" pitchFamily="34" charset="0"/>
              </a:defRPr>
            </a:lvl3pPr>
            <a:lvl4pPr algn="l" rtl="0" eaLnBrk="1" fontAlgn="base" hangingPunct="1">
              <a:spcBef>
                <a:spcPct val="0"/>
              </a:spcBef>
              <a:spcAft>
                <a:spcPct val="0"/>
              </a:spcAft>
              <a:defRPr sz="4100" b="1">
                <a:solidFill>
                  <a:schemeClr val="tx2"/>
                </a:solidFill>
                <a:latin typeface="Lucida Sans Unicode" pitchFamily="34" charset="0"/>
              </a:defRPr>
            </a:lvl4pPr>
            <a:lvl5pPr algn="l" rtl="0" eaLnBrk="1" fontAlgn="base" hangingPunct="1">
              <a:spcBef>
                <a:spcPct val="0"/>
              </a:spcBef>
              <a:spcAft>
                <a:spcPct val="0"/>
              </a:spcAft>
              <a:defRPr sz="4100" b="1">
                <a:solidFill>
                  <a:schemeClr val="tx2"/>
                </a:solidFill>
                <a:latin typeface="Lucida Sans Unicode" pitchFamily="34"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a:lstStyle>
          <a:p>
            <a:pPr fontAlgn="auto">
              <a:spcAft>
                <a:spcPts val="0"/>
              </a:spcAft>
              <a:defRPr/>
            </a:pPr>
            <a:r>
              <a:rPr lang="en-US" dirty="0">
                <a:solidFill>
                  <a:srgbClr val="59D9B3"/>
                </a:solidFill>
                <a:latin typeface="Calibri" panose="020F0502020204030204" pitchFamily="34" charset="0"/>
              </a:rPr>
              <a:t>10.5.2 </a:t>
            </a:r>
            <a:r>
              <a:rPr lang="en-US" dirty="0">
                <a:solidFill>
                  <a:srgbClr val="33B38C"/>
                </a:solidFill>
                <a:latin typeface="Calibri" panose="020F0502020204030204" pitchFamily="34" charset="0"/>
              </a:rPr>
              <a:t>Concrete Subclass </a:t>
            </a:r>
            <a:r>
              <a:rPr lang="en-US" dirty="0" err="1">
                <a:solidFill>
                  <a:srgbClr val="33B38C"/>
                </a:solidFill>
                <a:latin typeface="Consolas" panose="020B0609020204030204" pitchFamily="49" charset="0"/>
              </a:rPr>
              <a:t>SalariedEmployee</a:t>
            </a:r>
            <a:r>
              <a:rPr lang="en-US" dirty="0">
                <a:solidFill>
                  <a:srgbClr val="33B38C"/>
                </a:solidFill>
                <a:latin typeface="Calibri" panose="020F0502020204030204" pitchFamily="34" charset="0"/>
              </a:rPr>
              <a:t> </a:t>
            </a:r>
          </a:p>
        </p:txBody>
      </p:sp>
    </p:spTree>
    <p:extLst>
      <p:ext uri="{BB962C8B-B14F-4D97-AF65-F5344CB8AC3E}">
        <p14:creationId xmlns:p14="http://schemas.microsoft.com/office/powerpoint/2010/main" val="63290741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26">
            <a:extLst>
              <a:ext uri="{FF2B5EF4-FFF2-40B4-BE49-F238E27FC236}">
                <a16:creationId xmlns:a16="http://schemas.microsoft.com/office/drawing/2014/main" id="{1DBAC944-E665-4ED7-8012-4477A537722B}"/>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515078" y="84136"/>
            <a:ext cx="10524052" cy="6858000"/>
          </a:xfrm>
          <a:prstGeom prst="rect">
            <a:avLst/>
          </a:prstGeom>
        </p:spPr>
      </p:pic>
      <p:sp>
        <p:nvSpPr>
          <p:cNvPr id="2" name="Footer Placeholder 1">
            <a:extLst>
              <a:ext uri="{FF2B5EF4-FFF2-40B4-BE49-F238E27FC236}">
                <a16:creationId xmlns:a16="http://schemas.microsoft.com/office/drawing/2014/main" id="{DEA19BBA-6195-4573-ADA2-475E4169BF07}"/>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pic>
        <p:nvPicPr>
          <p:cNvPr id="4" name="Picture 3" descr="jhtp_10_OOPPolymorphism_Page_21">
            <a:extLst>
              <a:ext uri="{FF2B5EF4-FFF2-40B4-BE49-F238E27FC236}">
                <a16:creationId xmlns:a16="http://schemas.microsoft.com/office/drawing/2014/main" id="{A3E95341-C8E3-4AA4-BBE1-91CCC60627E1}"/>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8847438" y="1012676"/>
            <a:ext cx="3632886" cy="3896883"/>
          </a:xfrm>
          <a:prstGeom prst="rect">
            <a:avLst/>
          </a:prstGeom>
        </p:spPr>
      </p:pic>
    </p:spTree>
    <p:extLst>
      <p:ext uri="{BB962C8B-B14F-4D97-AF65-F5344CB8AC3E}">
        <p14:creationId xmlns:p14="http://schemas.microsoft.com/office/powerpoint/2010/main" val="83376931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27">
            <a:extLst>
              <a:ext uri="{FF2B5EF4-FFF2-40B4-BE49-F238E27FC236}">
                <a16:creationId xmlns:a16="http://schemas.microsoft.com/office/drawing/2014/main" id="{794A6EF3-69A5-4D1F-A830-639AFB0C8BEA}"/>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469557" y="474664"/>
            <a:ext cx="11096368" cy="5934075"/>
          </a:xfrm>
          <a:prstGeom prst="rect">
            <a:avLst/>
          </a:prstGeom>
        </p:spPr>
      </p:pic>
      <p:sp>
        <p:nvSpPr>
          <p:cNvPr id="2" name="Footer Placeholder 1">
            <a:extLst>
              <a:ext uri="{FF2B5EF4-FFF2-40B4-BE49-F238E27FC236}">
                <a16:creationId xmlns:a16="http://schemas.microsoft.com/office/drawing/2014/main" id="{D4E1B0EF-DF09-460F-9894-F5D158C4A180}"/>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pic>
        <p:nvPicPr>
          <p:cNvPr id="4" name="Picture 3" descr="jhtp_10_OOPPolymorphism_Page_21">
            <a:extLst>
              <a:ext uri="{FF2B5EF4-FFF2-40B4-BE49-F238E27FC236}">
                <a16:creationId xmlns:a16="http://schemas.microsoft.com/office/drawing/2014/main" id="{DEE72A46-B999-4804-B0DA-48C7D98D7051}"/>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8390237" y="946966"/>
            <a:ext cx="3632886" cy="3896883"/>
          </a:xfrm>
          <a:prstGeom prst="rect">
            <a:avLst/>
          </a:prstGeom>
        </p:spPr>
      </p:pic>
    </p:spTree>
    <p:extLst>
      <p:ext uri="{BB962C8B-B14F-4D97-AF65-F5344CB8AC3E}">
        <p14:creationId xmlns:p14="http://schemas.microsoft.com/office/powerpoint/2010/main" val="414589000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28">
            <a:extLst>
              <a:ext uri="{FF2B5EF4-FFF2-40B4-BE49-F238E27FC236}">
                <a16:creationId xmlns:a16="http://schemas.microsoft.com/office/drawing/2014/main" id="{5C52CC94-07D5-46A9-8917-3AEE2B96E477}"/>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909676"/>
            <a:ext cx="12192000" cy="5060950"/>
          </a:xfrm>
          <a:prstGeom prst="rect">
            <a:avLst/>
          </a:prstGeom>
        </p:spPr>
      </p:pic>
      <p:sp>
        <p:nvSpPr>
          <p:cNvPr id="2" name="Footer Placeholder 1">
            <a:extLst>
              <a:ext uri="{FF2B5EF4-FFF2-40B4-BE49-F238E27FC236}">
                <a16:creationId xmlns:a16="http://schemas.microsoft.com/office/drawing/2014/main" id="{BE795E52-547F-4254-B402-85FF7DBE90DC}"/>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132041365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5399C-63A6-4FAC-A98F-77C85FE34152}"/>
              </a:ext>
            </a:extLst>
          </p:cNvPr>
          <p:cNvSpPr>
            <a:spLocks noGrp="1"/>
          </p:cNvSpPr>
          <p:nvPr>
            <p:ph type="title"/>
          </p:nvPr>
        </p:nvSpPr>
        <p:spPr/>
        <p:txBody>
          <a:bodyPr>
            <a:normAutofit/>
          </a:bodyPr>
          <a:lstStyle/>
          <a:p>
            <a:pPr fontAlgn="auto">
              <a:spcAft>
                <a:spcPts val="0"/>
              </a:spcAft>
              <a:defRPr/>
            </a:pPr>
            <a:r>
              <a:rPr lang="en-US" dirty="0">
                <a:solidFill>
                  <a:srgbClr val="59D9B3"/>
                </a:solidFill>
                <a:latin typeface="Calibri" panose="020F0502020204030204" pitchFamily="34" charset="0"/>
              </a:rPr>
              <a:t>10.5.3 </a:t>
            </a:r>
            <a:r>
              <a:rPr lang="en-US" dirty="0">
                <a:solidFill>
                  <a:srgbClr val="33B38C"/>
                </a:solidFill>
                <a:latin typeface="Calibri" panose="020F0502020204030204" pitchFamily="34" charset="0"/>
              </a:rPr>
              <a:t>Concrete Subclass </a:t>
            </a:r>
            <a:r>
              <a:rPr lang="en-US" dirty="0" err="1">
                <a:solidFill>
                  <a:srgbClr val="33B38C"/>
                </a:solidFill>
                <a:latin typeface="Consolas" panose="020B0609020204030204" pitchFamily="49" charset="0"/>
              </a:rPr>
              <a:t>HourlyEmployee</a:t>
            </a:r>
            <a:r>
              <a:rPr lang="en-US" dirty="0">
                <a:solidFill>
                  <a:srgbClr val="33B38C"/>
                </a:solidFill>
                <a:latin typeface="Calibri" panose="020F0502020204030204" pitchFamily="34" charset="0"/>
              </a:rPr>
              <a:t> </a:t>
            </a:r>
          </a:p>
        </p:txBody>
      </p:sp>
      <p:sp>
        <p:nvSpPr>
          <p:cNvPr id="58371" name="Text Placeholder 2">
            <a:extLst>
              <a:ext uri="{FF2B5EF4-FFF2-40B4-BE49-F238E27FC236}">
                <a16:creationId xmlns:a16="http://schemas.microsoft.com/office/drawing/2014/main" id="{797A4E25-F809-4FF5-8231-2632D0E550CC}"/>
              </a:ext>
            </a:extLst>
          </p:cNvPr>
          <p:cNvSpPr>
            <a:spLocks noGrp="1"/>
          </p:cNvSpPr>
          <p:nvPr>
            <p:ph type="body" idx="1"/>
          </p:nvPr>
        </p:nvSpPr>
        <p:spPr/>
        <p:txBody>
          <a:bodyPr/>
          <a:lstStyle/>
          <a:p>
            <a:pPr eaLnBrk="1" hangingPunct="1"/>
            <a:endParaRPr lang="en-US" altLang="en-US"/>
          </a:p>
        </p:txBody>
      </p:sp>
      <p:sp>
        <p:nvSpPr>
          <p:cNvPr id="4" name="Footer Placeholder 3">
            <a:extLst>
              <a:ext uri="{FF2B5EF4-FFF2-40B4-BE49-F238E27FC236}">
                <a16:creationId xmlns:a16="http://schemas.microsoft.com/office/drawing/2014/main" id="{21CB08BB-0C0F-453C-A955-FD68B1D5E204}"/>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110501128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29">
            <a:extLst>
              <a:ext uri="{FF2B5EF4-FFF2-40B4-BE49-F238E27FC236}">
                <a16:creationId xmlns:a16="http://schemas.microsoft.com/office/drawing/2014/main" id="{1CC03C87-D46F-4111-A5EA-243B6B87A292}"/>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391887" y="1332820"/>
            <a:ext cx="11335658" cy="4516437"/>
          </a:xfrm>
          <a:prstGeom prst="rect">
            <a:avLst/>
          </a:prstGeom>
        </p:spPr>
      </p:pic>
      <p:sp>
        <p:nvSpPr>
          <p:cNvPr id="2" name="Footer Placeholder 1">
            <a:extLst>
              <a:ext uri="{FF2B5EF4-FFF2-40B4-BE49-F238E27FC236}">
                <a16:creationId xmlns:a16="http://schemas.microsoft.com/office/drawing/2014/main" id="{6039C388-46FE-4273-8687-8DE81C04B3DF}"/>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pic>
        <p:nvPicPr>
          <p:cNvPr id="4" name="Picture 3" descr="jhtp_10_OOPPolymorphism_Page_21">
            <a:extLst>
              <a:ext uri="{FF2B5EF4-FFF2-40B4-BE49-F238E27FC236}">
                <a16:creationId xmlns:a16="http://schemas.microsoft.com/office/drawing/2014/main" id="{A9BDE9E5-6E54-4591-A773-67E31B9565F4}"/>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8559114" y="84136"/>
            <a:ext cx="3632886" cy="3896883"/>
          </a:xfrm>
          <a:prstGeom prst="rect">
            <a:avLst/>
          </a:prstGeom>
        </p:spPr>
      </p:pic>
    </p:spTree>
    <p:extLst>
      <p:ext uri="{BB962C8B-B14F-4D97-AF65-F5344CB8AC3E}">
        <p14:creationId xmlns:p14="http://schemas.microsoft.com/office/powerpoint/2010/main" val="75845580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30">
            <a:extLst>
              <a:ext uri="{FF2B5EF4-FFF2-40B4-BE49-F238E27FC236}">
                <a16:creationId xmlns:a16="http://schemas.microsoft.com/office/drawing/2014/main" id="{8961E90D-910B-46B7-8058-4509632BEBB4}"/>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8575"/>
            <a:ext cx="12192000" cy="6800850"/>
          </a:xfrm>
          <a:prstGeom prst="rect">
            <a:avLst/>
          </a:prstGeom>
        </p:spPr>
      </p:pic>
      <p:sp>
        <p:nvSpPr>
          <p:cNvPr id="2" name="Footer Placeholder 1">
            <a:extLst>
              <a:ext uri="{FF2B5EF4-FFF2-40B4-BE49-F238E27FC236}">
                <a16:creationId xmlns:a16="http://schemas.microsoft.com/office/drawing/2014/main" id="{54F081D2-2E66-445D-BCB6-224EE92FAACD}"/>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285462651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31">
            <a:extLst>
              <a:ext uri="{FF2B5EF4-FFF2-40B4-BE49-F238E27FC236}">
                <a16:creationId xmlns:a16="http://schemas.microsoft.com/office/drawing/2014/main" id="{B578BBB2-CC8B-4FCF-8BCA-6E74B6AD5E81}"/>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608013"/>
            <a:ext cx="12192000" cy="5641975"/>
          </a:xfrm>
          <a:prstGeom prst="rect">
            <a:avLst/>
          </a:prstGeom>
        </p:spPr>
      </p:pic>
      <p:sp>
        <p:nvSpPr>
          <p:cNvPr id="2" name="Footer Placeholder 1">
            <a:extLst>
              <a:ext uri="{FF2B5EF4-FFF2-40B4-BE49-F238E27FC236}">
                <a16:creationId xmlns:a16="http://schemas.microsoft.com/office/drawing/2014/main" id="{7C4F6FDD-FE04-4521-A16A-B27328896969}"/>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121068089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32">
            <a:extLst>
              <a:ext uri="{FF2B5EF4-FFF2-40B4-BE49-F238E27FC236}">
                <a16:creationId xmlns:a16="http://schemas.microsoft.com/office/drawing/2014/main" id="{74DD8D9C-2D92-4B53-8091-547D509E7063}"/>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608013"/>
            <a:ext cx="12192000" cy="5641975"/>
          </a:xfrm>
          <a:prstGeom prst="rect">
            <a:avLst/>
          </a:prstGeom>
        </p:spPr>
      </p:pic>
      <p:sp>
        <p:nvSpPr>
          <p:cNvPr id="2" name="Footer Placeholder 1">
            <a:extLst>
              <a:ext uri="{FF2B5EF4-FFF2-40B4-BE49-F238E27FC236}">
                <a16:creationId xmlns:a16="http://schemas.microsoft.com/office/drawing/2014/main" id="{D518346A-97AC-4765-BB09-D7E929C536C4}"/>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126118434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33">
            <a:extLst>
              <a:ext uri="{FF2B5EF4-FFF2-40B4-BE49-F238E27FC236}">
                <a16:creationId xmlns:a16="http://schemas.microsoft.com/office/drawing/2014/main" id="{54F3A6B7-EF33-4EA2-BA24-7D276A5DBE73}"/>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431800" y="0"/>
            <a:ext cx="11328400" cy="6858000"/>
          </a:xfrm>
          <a:prstGeom prst="rect">
            <a:avLst/>
          </a:prstGeom>
        </p:spPr>
      </p:pic>
      <p:sp>
        <p:nvSpPr>
          <p:cNvPr id="2" name="Footer Placeholder 1">
            <a:extLst>
              <a:ext uri="{FF2B5EF4-FFF2-40B4-BE49-F238E27FC236}">
                <a16:creationId xmlns:a16="http://schemas.microsoft.com/office/drawing/2014/main" id="{EF6834E3-F51E-488C-A435-AE7C73CEA782}"/>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57866048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38059-D457-434C-9296-66508DDFB4B9}"/>
              </a:ext>
            </a:extLst>
          </p:cNvPr>
          <p:cNvSpPr>
            <a:spLocks noGrp="1"/>
          </p:cNvSpPr>
          <p:nvPr>
            <p:ph type="title"/>
          </p:nvPr>
        </p:nvSpPr>
        <p:spPr/>
        <p:txBody>
          <a:bodyPr>
            <a:normAutofit/>
          </a:bodyPr>
          <a:lstStyle/>
          <a:p>
            <a:pPr fontAlgn="auto">
              <a:spcAft>
                <a:spcPts val="0"/>
              </a:spcAft>
              <a:defRPr/>
            </a:pPr>
            <a:r>
              <a:rPr lang="en-US" dirty="0">
                <a:solidFill>
                  <a:srgbClr val="59D9B3"/>
                </a:solidFill>
                <a:latin typeface="Calibri" panose="020F0502020204030204" pitchFamily="34" charset="0"/>
              </a:rPr>
              <a:t>10.5.4 </a:t>
            </a:r>
            <a:r>
              <a:rPr lang="en-US" dirty="0">
                <a:solidFill>
                  <a:srgbClr val="33B38C"/>
                </a:solidFill>
                <a:latin typeface="Calibri" panose="020F0502020204030204" pitchFamily="34" charset="0"/>
              </a:rPr>
              <a:t>Concrete Subclass </a:t>
            </a:r>
            <a:r>
              <a:rPr lang="en-US" dirty="0" err="1">
                <a:solidFill>
                  <a:srgbClr val="33B38C"/>
                </a:solidFill>
                <a:latin typeface="Consolas" panose="020B0609020204030204" pitchFamily="49" charset="0"/>
              </a:rPr>
              <a:t>CommissionEmployee</a:t>
            </a:r>
            <a:r>
              <a:rPr lang="en-US" dirty="0">
                <a:solidFill>
                  <a:srgbClr val="33B38C"/>
                </a:solidFill>
                <a:latin typeface="Calibri" panose="020F0502020204030204" pitchFamily="34" charset="0"/>
              </a:rPr>
              <a:t> </a:t>
            </a:r>
          </a:p>
        </p:txBody>
      </p:sp>
      <p:sp>
        <p:nvSpPr>
          <p:cNvPr id="63491" name="Text Placeholder 2">
            <a:extLst>
              <a:ext uri="{FF2B5EF4-FFF2-40B4-BE49-F238E27FC236}">
                <a16:creationId xmlns:a16="http://schemas.microsoft.com/office/drawing/2014/main" id="{9773A5B7-40CE-41E1-A261-414ECAA7A144}"/>
              </a:ext>
            </a:extLst>
          </p:cNvPr>
          <p:cNvSpPr>
            <a:spLocks noGrp="1"/>
          </p:cNvSpPr>
          <p:nvPr>
            <p:ph type="body" idx="1"/>
          </p:nvPr>
        </p:nvSpPr>
        <p:spPr/>
        <p:txBody>
          <a:bodyPr/>
          <a:lstStyle/>
          <a:p>
            <a:pPr eaLnBrk="1" hangingPunct="1"/>
            <a:endParaRPr lang="en-US" altLang="en-US"/>
          </a:p>
        </p:txBody>
      </p:sp>
      <p:sp>
        <p:nvSpPr>
          <p:cNvPr id="4" name="Footer Placeholder 3">
            <a:extLst>
              <a:ext uri="{FF2B5EF4-FFF2-40B4-BE49-F238E27FC236}">
                <a16:creationId xmlns:a16="http://schemas.microsoft.com/office/drawing/2014/main" id="{E0FAF0C9-9506-4B25-9AD5-FA8B518FCDA3}"/>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115044119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34">
            <a:extLst>
              <a:ext uri="{FF2B5EF4-FFF2-40B4-BE49-F238E27FC236}">
                <a16:creationId xmlns:a16="http://schemas.microsoft.com/office/drawing/2014/main" id="{44F3D941-6575-4F06-8BA4-1B8A1CDBE818}"/>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58057" y="2194424"/>
            <a:ext cx="12250057" cy="3902075"/>
          </a:xfrm>
          <a:prstGeom prst="rect">
            <a:avLst/>
          </a:prstGeom>
        </p:spPr>
      </p:pic>
      <p:sp>
        <p:nvSpPr>
          <p:cNvPr id="2" name="Footer Placeholder 1">
            <a:extLst>
              <a:ext uri="{FF2B5EF4-FFF2-40B4-BE49-F238E27FC236}">
                <a16:creationId xmlns:a16="http://schemas.microsoft.com/office/drawing/2014/main" id="{0D392A45-FE75-4E1B-B4FD-C04AEDA318EE}"/>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pic>
        <p:nvPicPr>
          <p:cNvPr id="4" name="Picture 3" descr="jhtp_10_OOPPolymorphism_Page_21">
            <a:extLst>
              <a:ext uri="{FF2B5EF4-FFF2-40B4-BE49-F238E27FC236}">
                <a16:creationId xmlns:a16="http://schemas.microsoft.com/office/drawing/2014/main" id="{A6E8C9E3-9B21-4B4A-A96F-A297CD0474F7}"/>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8378190" y="84136"/>
            <a:ext cx="4189509" cy="3896883"/>
          </a:xfrm>
          <a:prstGeom prst="rect">
            <a:avLst/>
          </a:prstGeom>
        </p:spPr>
      </p:pic>
    </p:spTree>
    <p:extLst>
      <p:ext uri="{BB962C8B-B14F-4D97-AF65-F5344CB8AC3E}">
        <p14:creationId xmlns:p14="http://schemas.microsoft.com/office/powerpoint/2010/main" val="53106126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35">
            <a:extLst>
              <a:ext uri="{FF2B5EF4-FFF2-40B4-BE49-F238E27FC236}">
                <a16:creationId xmlns:a16="http://schemas.microsoft.com/office/drawing/2014/main" id="{1D11297F-BCB6-4188-8C12-B5AEAF6CE50C}"/>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201613" y="0"/>
            <a:ext cx="11787187" cy="6858000"/>
          </a:xfrm>
          <a:prstGeom prst="rect">
            <a:avLst/>
          </a:prstGeom>
        </p:spPr>
      </p:pic>
      <p:sp>
        <p:nvSpPr>
          <p:cNvPr id="2" name="Footer Placeholder 1">
            <a:extLst>
              <a:ext uri="{FF2B5EF4-FFF2-40B4-BE49-F238E27FC236}">
                <a16:creationId xmlns:a16="http://schemas.microsoft.com/office/drawing/2014/main" id="{0DF74999-A67C-412B-B059-541BEAD4839D}"/>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35910177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36">
            <a:extLst>
              <a:ext uri="{FF2B5EF4-FFF2-40B4-BE49-F238E27FC236}">
                <a16:creationId xmlns:a16="http://schemas.microsoft.com/office/drawing/2014/main" id="{2A26D0A9-3011-4B13-A052-6726E6B28701}"/>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608013"/>
            <a:ext cx="12192000" cy="5641975"/>
          </a:xfrm>
          <a:prstGeom prst="rect">
            <a:avLst/>
          </a:prstGeom>
        </p:spPr>
      </p:pic>
      <p:sp>
        <p:nvSpPr>
          <p:cNvPr id="2" name="Footer Placeholder 1">
            <a:extLst>
              <a:ext uri="{FF2B5EF4-FFF2-40B4-BE49-F238E27FC236}">
                <a16:creationId xmlns:a16="http://schemas.microsoft.com/office/drawing/2014/main" id="{E983D67E-069D-488B-9BB8-C2EFF2DA88B4}"/>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3072411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37">
            <a:extLst>
              <a:ext uri="{FF2B5EF4-FFF2-40B4-BE49-F238E27FC236}">
                <a16:creationId xmlns:a16="http://schemas.microsoft.com/office/drawing/2014/main" id="{EF810F1A-17FD-4A85-92E0-455D1526AF89}"/>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608013"/>
            <a:ext cx="12192000" cy="5641975"/>
          </a:xfrm>
          <a:prstGeom prst="rect">
            <a:avLst/>
          </a:prstGeom>
        </p:spPr>
      </p:pic>
      <p:sp>
        <p:nvSpPr>
          <p:cNvPr id="2" name="Footer Placeholder 1">
            <a:extLst>
              <a:ext uri="{FF2B5EF4-FFF2-40B4-BE49-F238E27FC236}">
                <a16:creationId xmlns:a16="http://schemas.microsoft.com/office/drawing/2014/main" id="{0B15943F-7680-4F42-8756-0C2EC843B057}"/>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33564384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38">
            <a:extLst>
              <a:ext uri="{FF2B5EF4-FFF2-40B4-BE49-F238E27FC236}">
                <a16:creationId xmlns:a16="http://schemas.microsoft.com/office/drawing/2014/main" id="{B19E40DB-01D2-4A13-8ADE-7503CCC1551A}"/>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317500"/>
            <a:ext cx="12192000" cy="6221413"/>
          </a:xfrm>
          <a:prstGeom prst="rect">
            <a:avLst/>
          </a:prstGeom>
        </p:spPr>
      </p:pic>
      <p:sp>
        <p:nvSpPr>
          <p:cNvPr id="2" name="Footer Placeholder 1">
            <a:extLst>
              <a:ext uri="{FF2B5EF4-FFF2-40B4-BE49-F238E27FC236}">
                <a16:creationId xmlns:a16="http://schemas.microsoft.com/office/drawing/2014/main" id="{9C125997-436C-46BA-A3D5-321C6F1D4B8E}"/>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72246043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AB628-1FA8-4170-94A7-A9246D011623}"/>
              </a:ext>
            </a:extLst>
          </p:cNvPr>
          <p:cNvSpPr>
            <a:spLocks noGrp="1"/>
          </p:cNvSpPr>
          <p:nvPr>
            <p:ph type="title"/>
          </p:nvPr>
        </p:nvSpPr>
        <p:spPr/>
        <p:txBody>
          <a:bodyPr>
            <a:normAutofit fontScale="90000"/>
          </a:bodyPr>
          <a:lstStyle/>
          <a:p>
            <a:pPr fontAlgn="auto">
              <a:spcAft>
                <a:spcPts val="0"/>
              </a:spcAft>
              <a:defRPr/>
            </a:pPr>
            <a:r>
              <a:rPr lang="en-US" dirty="0">
                <a:solidFill>
                  <a:srgbClr val="59D9B3"/>
                </a:solidFill>
                <a:latin typeface="Calibri" panose="020F0502020204030204" pitchFamily="34" charset="0"/>
              </a:rPr>
              <a:t>10.5.5 </a:t>
            </a:r>
            <a:r>
              <a:rPr lang="en-US" dirty="0">
                <a:solidFill>
                  <a:srgbClr val="33B38C"/>
                </a:solidFill>
                <a:latin typeface="Calibri" panose="020F0502020204030204" pitchFamily="34" charset="0"/>
              </a:rPr>
              <a:t>Indirect Concrete Subclass </a:t>
            </a:r>
            <a:r>
              <a:rPr lang="en-US" dirty="0" err="1">
                <a:solidFill>
                  <a:srgbClr val="33B38C"/>
                </a:solidFill>
                <a:latin typeface="Consolas" panose="020B0609020204030204" pitchFamily="49" charset="0"/>
              </a:rPr>
              <a:t>BasePlusCommissionEmployee</a:t>
            </a:r>
            <a:r>
              <a:rPr lang="en-US" dirty="0">
                <a:solidFill>
                  <a:srgbClr val="33B38C"/>
                </a:solidFill>
                <a:latin typeface="Calibri" panose="020F0502020204030204" pitchFamily="34" charset="0"/>
              </a:rPr>
              <a:t> </a:t>
            </a:r>
          </a:p>
        </p:txBody>
      </p:sp>
      <p:sp>
        <p:nvSpPr>
          <p:cNvPr id="68611" name="Text Placeholder 2">
            <a:extLst>
              <a:ext uri="{FF2B5EF4-FFF2-40B4-BE49-F238E27FC236}">
                <a16:creationId xmlns:a16="http://schemas.microsoft.com/office/drawing/2014/main" id="{E66D97B8-919C-4CE8-8567-D59A925756B5}"/>
              </a:ext>
            </a:extLst>
          </p:cNvPr>
          <p:cNvSpPr>
            <a:spLocks noGrp="1"/>
          </p:cNvSpPr>
          <p:nvPr>
            <p:ph type="body" idx="1"/>
          </p:nvPr>
        </p:nvSpPr>
        <p:spPr/>
        <p:txBody>
          <a:bodyPr/>
          <a:lstStyle/>
          <a:p>
            <a:pPr eaLnBrk="1" hangingPunct="1"/>
            <a:endParaRPr lang="en-US" altLang="en-US"/>
          </a:p>
        </p:txBody>
      </p:sp>
      <p:sp>
        <p:nvSpPr>
          <p:cNvPr id="4" name="Footer Placeholder 3">
            <a:extLst>
              <a:ext uri="{FF2B5EF4-FFF2-40B4-BE49-F238E27FC236}">
                <a16:creationId xmlns:a16="http://schemas.microsoft.com/office/drawing/2014/main" id="{68CC76F2-75DD-4C6C-A348-D461C93CBCBF}"/>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38715732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39">
            <a:extLst>
              <a:ext uri="{FF2B5EF4-FFF2-40B4-BE49-F238E27FC236}">
                <a16:creationId xmlns:a16="http://schemas.microsoft.com/office/drawing/2014/main" id="{A4C4FECB-7E1A-44FB-A4FD-3D76A3D8046C}"/>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526143" y="304800"/>
            <a:ext cx="10192657" cy="6858000"/>
          </a:xfrm>
          <a:prstGeom prst="rect">
            <a:avLst/>
          </a:prstGeom>
        </p:spPr>
      </p:pic>
      <p:sp>
        <p:nvSpPr>
          <p:cNvPr id="2" name="Footer Placeholder 1">
            <a:extLst>
              <a:ext uri="{FF2B5EF4-FFF2-40B4-BE49-F238E27FC236}">
                <a16:creationId xmlns:a16="http://schemas.microsoft.com/office/drawing/2014/main" id="{A868B226-5A89-4375-B063-C8473255257E}"/>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pic>
        <p:nvPicPr>
          <p:cNvPr id="4" name="Picture 3" descr="jhtp_10_OOPPolymorphism_Page_21">
            <a:extLst>
              <a:ext uri="{FF2B5EF4-FFF2-40B4-BE49-F238E27FC236}">
                <a16:creationId xmlns:a16="http://schemas.microsoft.com/office/drawing/2014/main" id="{54C4ABC2-94DA-456A-9DCF-9F14F575EA35}"/>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8974667" y="304800"/>
            <a:ext cx="3632886" cy="3896883"/>
          </a:xfrm>
          <a:prstGeom prst="rect">
            <a:avLst/>
          </a:prstGeom>
        </p:spPr>
      </p:pic>
    </p:spTree>
    <p:extLst>
      <p:ext uri="{BB962C8B-B14F-4D97-AF65-F5344CB8AC3E}">
        <p14:creationId xmlns:p14="http://schemas.microsoft.com/office/powerpoint/2010/main" val="106150056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40">
            <a:extLst>
              <a:ext uri="{FF2B5EF4-FFF2-40B4-BE49-F238E27FC236}">
                <a16:creationId xmlns:a16="http://schemas.microsoft.com/office/drawing/2014/main" id="{0B822D57-F3A8-42AB-9F45-C04B8C93DA66}"/>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608013"/>
            <a:ext cx="12192000" cy="5641975"/>
          </a:xfrm>
          <a:prstGeom prst="rect">
            <a:avLst/>
          </a:prstGeom>
        </p:spPr>
      </p:pic>
      <p:sp>
        <p:nvSpPr>
          <p:cNvPr id="2" name="Footer Placeholder 1">
            <a:extLst>
              <a:ext uri="{FF2B5EF4-FFF2-40B4-BE49-F238E27FC236}">
                <a16:creationId xmlns:a16="http://schemas.microsoft.com/office/drawing/2014/main" id="{318161FA-975A-4B7B-B710-D6C008F050F0}"/>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134758922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41">
            <a:extLst>
              <a:ext uri="{FF2B5EF4-FFF2-40B4-BE49-F238E27FC236}">
                <a16:creationId xmlns:a16="http://schemas.microsoft.com/office/drawing/2014/main" id="{B8B641E5-96CE-4201-AE8E-776082123701}"/>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754063"/>
            <a:ext cx="12192000" cy="5348287"/>
          </a:xfrm>
          <a:prstGeom prst="rect">
            <a:avLst/>
          </a:prstGeom>
        </p:spPr>
      </p:pic>
      <p:sp>
        <p:nvSpPr>
          <p:cNvPr id="2" name="Footer Placeholder 1">
            <a:extLst>
              <a:ext uri="{FF2B5EF4-FFF2-40B4-BE49-F238E27FC236}">
                <a16:creationId xmlns:a16="http://schemas.microsoft.com/office/drawing/2014/main" id="{95E75AD5-7848-4E62-8E0A-11EDB0042F55}"/>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207296478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20EEF-4CBB-4BC4-B75F-FAB4688A6EBD}"/>
              </a:ext>
            </a:extLst>
          </p:cNvPr>
          <p:cNvSpPr>
            <a:spLocks noGrp="1"/>
          </p:cNvSpPr>
          <p:nvPr>
            <p:ph type="title"/>
          </p:nvPr>
        </p:nvSpPr>
        <p:spPr/>
        <p:txBody>
          <a:bodyPr>
            <a:normAutofit fontScale="90000"/>
          </a:bodyPr>
          <a:lstStyle/>
          <a:p>
            <a:pPr fontAlgn="auto">
              <a:spcAft>
                <a:spcPts val="0"/>
              </a:spcAft>
              <a:defRPr/>
            </a:pPr>
            <a:r>
              <a:rPr lang="en-US" dirty="0">
                <a:solidFill>
                  <a:srgbClr val="59D9B3"/>
                </a:solidFill>
                <a:latin typeface="Calibri" panose="020F0502020204030204" pitchFamily="34" charset="0"/>
              </a:rPr>
              <a:t>10.5.6 </a:t>
            </a:r>
            <a:r>
              <a:rPr lang="en-US" dirty="0">
                <a:solidFill>
                  <a:srgbClr val="33B38C"/>
                </a:solidFill>
                <a:latin typeface="Calibri" panose="020F0502020204030204" pitchFamily="34" charset="0"/>
              </a:rPr>
              <a:t>Polymorphic Processing, Operator </a:t>
            </a:r>
            <a:r>
              <a:rPr lang="en-US" dirty="0" err="1">
                <a:solidFill>
                  <a:srgbClr val="33B38C"/>
                </a:solidFill>
                <a:latin typeface="Consolas" panose="020B0609020204030204" pitchFamily="49" charset="0"/>
              </a:rPr>
              <a:t>instanceof</a:t>
            </a:r>
            <a:r>
              <a:rPr lang="en-US" dirty="0">
                <a:solidFill>
                  <a:srgbClr val="33B38C"/>
                </a:solidFill>
                <a:latin typeface="Calibri" panose="020F0502020204030204" pitchFamily="34" charset="0"/>
              </a:rPr>
              <a:t> and </a:t>
            </a:r>
            <a:r>
              <a:rPr lang="en-US" dirty="0" err="1">
                <a:solidFill>
                  <a:srgbClr val="33B38C"/>
                </a:solidFill>
                <a:latin typeface="Calibri" panose="020F0502020204030204" pitchFamily="34" charset="0"/>
              </a:rPr>
              <a:t>Downcasting</a:t>
            </a:r>
            <a:endParaRPr lang="en-US" dirty="0">
              <a:solidFill>
                <a:srgbClr val="33B38C"/>
              </a:solidFill>
              <a:latin typeface="Calibri" panose="020F0502020204030204" pitchFamily="34" charset="0"/>
            </a:endParaRPr>
          </a:p>
        </p:txBody>
      </p:sp>
      <p:sp>
        <p:nvSpPr>
          <p:cNvPr id="72707" name="Text Placeholder 2">
            <a:extLst>
              <a:ext uri="{FF2B5EF4-FFF2-40B4-BE49-F238E27FC236}">
                <a16:creationId xmlns:a16="http://schemas.microsoft.com/office/drawing/2014/main" id="{4C1BBE28-8B84-4443-94D4-1B7E66AA7304}"/>
              </a:ext>
            </a:extLst>
          </p:cNvPr>
          <p:cNvSpPr>
            <a:spLocks noGrp="1"/>
          </p:cNvSpPr>
          <p:nvPr>
            <p:ph type="body" idx="1"/>
          </p:nvPr>
        </p:nvSpPr>
        <p:spPr/>
        <p:txBody>
          <a:bodyPr/>
          <a:lstStyle/>
          <a:p>
            <a:pPr eaLnBrk="1" hangingPunct="1"/>
            <a:r>
              <a:rPr lang="en-US" altLang="en-US" dirty="0">
                <a:solidFill>
                  <a:srgbClr val="000000"/>
                </a:solidFill>
              </a:rPr>
              <a:t>Fig. 10.9 creates an object of each of the four </a:t>
            </a:r>
            <a:r>
              <a:rPr lang="en-US" altLang="en-US" b="1" dirty="0">
                <a:solidFill>
                  <a:srgbClr val="000000"/>
                </a:solidFill>
              </a:rPr>
              <a:t>concrete</a:t>
            </a:r>
            <a:r>
              <a:rPr lang="en-US" altLang="en-US" dirty="0">
                <a:solidFill>
                  <a:srgbClr val="000000"/>
                </a:solidFill>
              </a:rPr>
              <a:t> classes. </a:t>
            </a:r>
          </a:p>
          <a:p>
            <a:pPr lvl="1" eaLnBrk="1" hangingPunct="1"/>
            <a:r>
              <a:rPr lang="en-US" altLang="en-US" dirty="0">
                <a:solidFill>
                  <a:srgbClr val="000000"/>
                </a:solidFill>
              </a:rPr>
              <a:t>Manipulates these objects </a:t>
            </a:r>
            <a:r>
              <a:rPr lang="en-US" altLang="en-US" i="1" dirty="0" err="1">
                <a:solidFill>
                  <a:srgbClr val="000000"/>
                </a:solidFill>
              </a:rPr>
              <a:t>nonpolymorphically</a:t>
            </a:r>
            <a:r>
              <a:rPr lang="en-US" altLang="en-US" dirty="0">
                <a:solidFill>
                  <a:srgbClr val="000000"/>
                </a:solidFill>
              </a:rPr>
              <a:t>, via variables of each object’s own type, then </a:t>
            </a:r>
            <a:r>
              <a:rPr lang="en-US" altLang="en-US" i="1" dirty="0">
                <a:solidFill>
                  <a:srgbClr val="000000"/>
                </a:solidFill>
              </a:rPr>
              <a:t>polymorphically</a:t>
            </a:r>
            <a:r>
              <a:rPr lang="en-US" altLang="en-US" dirty="0">
                <a:solidFill>
                  <a:srgbClr val="000000"/>
                </a:solidFill>
              </a:rPr>
              <a:t>, using an array of </a:t>
            </a:r>
            <a:r>
              <a:rPr lang="en-US" altLang="en-US" dirty="0">
                <a:solidFill>
                  <a:srgbClr val="000000"/>
                </a:solidFill>
                <a:latin typeface="Consolas" panose="020B0609020204030204" pitchFamily="49" charset="0"/>
              </a:rPr>
              <a:t>Employee</a:t>
            </a:r>
            <a:r>
              <a:rPr lang="en-US" altLang="en-US" dirty="0">
                <a:solidFill>
                  <a:srgbClr val="000000"/>
                </a:solidFill>
              </a:rPr>
              <a:t> variables. </a:t>
            </a:r>
          </a:p>
          <a:p>
            <a:pPr eaLnBrk="1" hangingPunct="1"/>
            <a:r>
              <a:rPr lang="en-US" altLang="en-US" dirty="0">
                <a:solidFill>
                  <a:srgbClr val="000000"/>
                </a:solidFill>
              </a:rPr>
              <a:t>While processing the objects polymorphically, the program increases the base salary of each </a:t>
            </a:r>
            <a:r>
              <a:rPr lang="en-US" altLang="en-US" dirty="0" err="1">
                <a:solidFill>
                  <a:srgbClr val="000000"/>
                </a:solidFill>
                <a:latin typeface="Consolas" panose="020B0609020204030204" pitchFamily="49" charset="0"/>
              </a:rPr>
              <a:t>BasePlusCommissionEmployee</a:t>
            </a:r>
            <a:r>
              <a:rPr lang="en-US" altLang="en-US" dirty="0">
                <a:solidFill>
                  <a:srgbClr val="000000"/>
                </a:solidFill>
              </a:rPr>
              <a:t> by 10%</a:t>
            </a:r>
          </a:p>
          <a:p>
            <a:pPr lvl="1" eaLnBrk="1" hangingPunct="1"/>
            <a:r>
              <a:rPr lang="en-US" altLang="en-US" dirty="0">
                <a:solidFill>
                  <a:srgbClr val="000000"/>
                </a:solidFill>
              </a:rPr>
              <a:t>Requires </a:t>
            </a:r>
            <a:r>
              <a:rPr lang="en-US" altLang="en-US" i="1" dirty="0">
                <a:solidFill>
                  <a:srgbClr val="000000"/>
                </a:solidFill>
              </a:rPr>
              <a:t>determining the object’s type at execution time</a:t>
            </a:r>
            <a:r>
              <a:rPr lang="en-US" altLang="en-US" dirty="0">
                <a:solidFill>
                  <a:srgbClr val="000000"/>
                </a:solidFill>
              </a:rPr>
              <a:t>. </a:t>
            </a:r>
          </a:p>
          <a:p>
            <a:pPr eaLnBrk="1" hangingPunct="1"/>
            <a:r>
              <a:rPr lang="en-US" altLang="en-US" dirty="0">
                <a:solidFill>
                  <a:srgbClr val="000000"/>
                </a:solidFill>
              </a:rPr>
              <a:t>Finally, the program polymorphically determines and outputs the </a:t>
            </a:r>
            <a:r>
              <a:rPr lang="en-US" altLang="en-US" i="1" dirty="0">
                <a:solidFill>
                  <a:srgbClr val="000000"/>
                </a:solidFill>
              </a:rPr>
              <a:t>type</a:t>
            </a:r>
            <a:r>
              <a:rPr lang="en-US" altLang="en-US" dirty="0">
                <a:solidFill>
                  <a:srgbClr val="000000"/>
                </a:solidFill>
              </a:rPr>
              <a:t> of each object in the </a:t>
            </a:r>
            <a:r>
              <a:rPr lang="en-US" altLang="en-US" dirty="0">
                <a:solidFill>
                  <a:srgbClr val="000000"/>
                </a:solidFill>
                <a:latin typeface="Consolas" panose="020B0609020204030204" pitchFamily="49" charset="0"/>
              </a:rPr>
              <a:t>Employee</a:t>
            </a:r>
            <a:r>
              <a:rPr lang="en-US" altLang="en-US" dirty="0">
                <a:solidFill>
                  <a:srgbClr val="000000"/>
                </a:solidFill>
              </a:rPr>
              <a:t> array. </a:t>
            </a:r>
          </a:p>
        </p:txBody>
      </p:sp>
      <p:sp>
        <p:nvSpPr>
          <p:cNvPr id="4" name="Footer Placeholder 3">
            <a:extLst>
              <a:ext uri="{FF2B5EF4-FFF2-40B4-BE49-F238E27FC236}">
                <a16:creationId xmlns:a16="http://schemas.microsoft.com/office/drawing/2014/main" id="{A89679A4-4440-41A4-B910-D3F0018A17CD}"/>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316099484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42">
            <a:extLst>
              <a:ext uri="{FF2B5EF4-FFF2-40B4-BE49-F238E27FC236}">
                <a16:creationId xmlns:a16="http://schemas.microsoft.com/office/drawing/2014/main" id="{3902210E-F946-4F89-BE4A-C393F6371379}"/>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444844" y="257220"/>
            <a:ext cx="9934833" cy="6800850"/>
          </a:xfrm>
          <a:prstGeom prst="rect">
            <a:avLst/>
          </a:prstGeom>
        </p:spPr>
      </p:pic>
      <p:sp>
        <p:nvSpPr>
          <p:cNvPr id="2" name="Footer Placeholder 1">
            <a:extLst>
              <a:ext uri="{FF2B5EF4-FFF2-40B4-BE49-F238E27FC236}">
                <a16:creationId xmlns:a16="http://schemas.microsoft.com/office/drawing/2014/main" id="{90D4452E-15E7-438B-92E0-25BD734F6EC6}"/>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pic>
        <p:nvPicPr>
          <p:cNvPr id="4" name="Picture 3" descr="jhtp_10_OOPPolymorphism_Page_21">
            <a:extLst>
              <a:ext uri="{FF2B5EF4-FFF2-40B4-BE49-F238E27FC236}">
                <a16:creationId xmlns:a16="http://schemas.microsoft.com/office/drawing/2014/main" id="{6E1324AF-169B-42E4-9BC2-77BA34F4156B}"/>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8859795" y="-350494"/>
            <a:ext cx="3620530" cy="3896883"/>
          </a:xfrm>
          <a:prstGeom prst="rect">
            <a:avLst/>
          </a:prstGeom>
        </p:spPr>
      </p:pic>
    </p:spTree>
    <p:extLst>
      <p:ext uri="{BB962C8B-B14F-4D97-AF65-F5344CB8AC3E}">
        <p14:creationId xmlns:p14="http://schemas.microsoft.com/office/powerpoint/2010/main" val="304582236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43">
            <a:extLst>
              <a:ext uri="{FF2B5EF4-FFF2-40B4-BE49-F238E27FC236}">
                <a16:creationId xmlns:a16="http://schemas.microsoft.com/office/drawing/2014/main" id="{883CECEC-F948-4C93-A652-8A20CB3E472E}"/>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754063"/>
            <a:ext cx="12192000" cy="5348287"/>
          </a:xfrm>
          <a:prstGeom prst="rect">
            <a:avLst/>
          </a:prstGeom>
        </p:spPr>
      </p:pic>
      <p:sp>
        <p:nvSpPr>
          <p:cNvPr id="2" name="Footer Placeholder 1">
            <a:extLst>
              <a:ext uri="{FF2B5EF4-FFF2-40B4-BE49-F238E27FC236}">
                <a16:creationId xmlns:a16="http://schemas.microsoft.com/office/drawing/2014/main" id="{B32037F9-81FE-4D5F-886D-C35EA000B67B}"/>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42369325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44">
            <a:extLst>
              <a:ext uri="{FF2B5EF4-FFF2-40B4-BE49-F238E27FC236}">
                <a16:creationId xmlns:a16="http://schemas.microsoft.com/office/drawing/2014/main" id="{FDC89795-C9F8-4887-9EE7-478E02D05B11}"/>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898525"/>
            <a:ext cx="12192000" cy="5060950"/>
          </a:xfrm>
          <a:prstGeom prst="rect">
            <a:avLst/>
          </a:prstGeom>
        </p:spPr>
      </p:pic>
      <p:sp>
        <p:nvSpPr>
          <p:cNvPr id="2" name="Footer Placeholder 1">
            <a:extLst>
              <a:ext uri="{FF2B5EF4-FFF2-40B4-BE49-F238E27FC236}">
                <a16:creationId xmlns:a16="http://schemas.microsoft.com/office/drawing/2014/main" id="{9493F391-1C29-4442-B8F3-17D889E93AEB}"/>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358934618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45">
            <a:extLst>
              <a:ext uri="{FF2B5EF4-FFF2-40B4-BE49-F238E27FC236}">
                <a16:creationId xmlns:a16="http://schemas.microsoft.com/office/drawing/2014/main" id="{1575E925-5B6E-488C-B0DE-F126487A38A3}"/>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745696" y="284206"/>
            <a:ext cx="10502900" cy="6858000"/>
          </a:xfrm>
          <a:prstGeom prst="rect">
            <a:avLst/>
          </a:prstGeom>
        </p:spPr>
      </p:pic>
      <p:sp>
        <p:nvSpPr>
          <p:cNvPr id="2" name="Footer Placeholder 1">
            <a:extLst>
              <a:ext uri="{FF2B5EF4-FFF2-40B4-BE49-F238E27FC236}">
                <a16:creationId xmlns:a16="http://schemas.microsoft.com/office/drawing/2014/main" id="{79909225-F133-49F7-A8C3-3EA83F765957}"/>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271494589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46">
            <a:extLst>
              <a:ext uri="{FF2B5EF4-FFF2-40B4-BE49-F238E27FC236}">
                <a16:creationId xmlns:a16="http://schemas.microsoft.com/office/drawing/2014/main" id="{9058EFE2-8CD2-4D3A-8DB4-5C7F124DE0FE}"/>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333500"/>
            <a:ext cx="12192000" cy="4189413"/>
          </a:xfrm>
          <a:prstGeom prst="rect">
            <a:avLst/>
          </a:prstGeom>
        </p:spPr>
      </p:pic>
      <p:sp>
        <p:nvSpPr>
          <p:cNvPr id="2" name="Footer Placeholder 1">
            <a:extLst>
              <a:ext uri="{FF2B5EF4-FFF2-40B4-BE49-F238E27FC236}">
                <a16:creationId xmlns:a16="http://schemas.microsoft.com/office/drawing/2014/main" id="{8366738D-27A0-4098-B8DC-31FBC137903D}"/>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158454959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47">
            <a:extLst>
              <a:ext uri="{FF2B5EF4-FFF2-40B4-BE49-F238E27FC236}">
                <a16:creationId xmlns:a16="http://schemas.microsoft.com/office/drawing/2014/main" id="{86B213BD-B2B7-4B66-985F-0C8837424405}"/>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738188" y="0"/>
            <a:ext cx="10714037" cy="6858000"/>
          </a:xfrm>
          <a:prstGeom prst="rect">
            <a:avLst/>
          </a:prstGeom>
        </p:spPr>
      </p:pic>
      <p:sp>
        <p:nvSpPr>
          <p:cNvPr id="2" name="Footer Placeholder 1">
            <a:extLst>
              <a:ext uri="{FF2B5EF4-FFF2-40B4-BE49-F238E27FC236}">
                <a16:creationId xmlns:a16="http://schemas.microsoft.com/office/drawing/2014/main" id="{2B0BE3A2-7873-4685-8A6F-39E57A9616E5}"/>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221912220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48">
            <a:extLst>
              <a:ext uri="{FF2B5EF4-FFF2-40B4-BE49-F238E27FC236}">
                <a16:creationId xmlns:a16="http://schemas.microsoft.com/office/drawing/2014/main" id="{677941B5-707E-46AB-A6D4-2029F714EEEC}"/>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919163" y="0"/>
            <a:ext cx="10353675" cy="6858000"/>
          </a:xfrm>
          <a:prstGeom prst="rect">
            <a:avLst/>
          </a:prstGeom>
        </p:spPr>
      </p:pic>
      <p:sp>
        <p:nvSpPr>
          <p:cNvPr id="2" name="Footer Placeholder 1">
            <a:extLst>
              <a:ext uri="{FF2B5EF4-FFF2-40B4-BE49-F238E27FC236}">
                <a16:creationId xmlns:a16="http://schemas.microsoft.com/office/drawing/2014/main" id="{293A3ED5-0D3D-49CA-B9D4-0BD6FC94D6D0}"/>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409757877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49">
            <a:extLst>
              <a:ext uri="{FF2B5EF4-FFF2-40B4-BE49-F238E27FC236}">
                <a16:creationId xmlns:a16="http://schemas.microsoft.com/office/drawing/2014/main" id="{A077D619-7ABF-423D-9495-500779C6DE12}"/>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843088"/>
            <a:ext cx="12192000" cy="3171825"/>
          </a:xfrm>
          <a:prstGeom prst="rect">
            <a:avLst/>
          </a:prstGeom>
        </p:spPr>
      </p:pic>
      <p:sp>
        <p:nvSpPr>
          <p:cNvPr id="2" name="Footer Placeholder 1">
            <a:extLst>
              <a:ext uri="{FF2B5EF4-FFF2-40B4-BE49-F238E27FC236}">
                <a16:creationId xmlns:a16="http://schemas.microsoft.com/office/drawing/2014/main" id="{359D1BED-D842-414B-AFD1-AB2DB7DCB9EF}"/>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305811631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7E33D9-6781-4829-B43F-1335B43A5FAB}"/>
              </a:ext>
            </a:extLst>
          </p:cNvPr>
          <p:cNvSpPr>
            <a:spLocks noGrp="1"/>
          </p:cNvSpPr>
          <p:nvPr>
            <p:ph idx="1"/>
          </p:nvPr>
        </p:nvSpPr>
        <p:spPr/>
        <p:txBody>
          <a:bodyPr/>
          <a:lstStyle/>
          <a:p>
            <a:pPr marL="852482" indent="-742950" eaLnBrk="1" hangingPunct="1">
              <a:spcBef>
                <a:spcPts val="1800"/>
              </a:spcBef>
              <a:buFont typeface="+mj-lt"/>
              <a:buAutoNum type="arabicPeriod"/>
              <a:defRPr/>
            </a:pPr>
            <a:r>
              <a:rPr lang="en-US" sz="2800" dirty="0">
                <a:highlight>
                  <a:srgbClr val="00FF00"/>
                </a:highlight>
              </a:rPr>
              <a:t>Create at least, one additional subclass of </a:t>
            </a:r>
            <a:r>
              <a:rPr lang="en-US" sz="2800" b="1" i="1" dirty="0">
                <a:highlight>
                  <a:srgbClr val="00FF00"/>
                </a:highlight>
              </a:rPr>
              <a:t>Employee</a:t>
            </a:r>
            <a:r>
              <a:rPr lang="en-US" sz="2800" dirty="0">
                <a:highlight>
                  <a:srgbClr val="00FF00"/>
                </a:highlight>
              </a:rPr>
              <a:t> Class </a:t>
            </a:r>
          </a:p>
          <a:p>
            <a:pPr marL="852482" indent="-742950" eaLnBrk="1" hangingPunct="1">
              <a:spcBef>
                <a:spcPts val="1800"/>
              </a:spcBef>
              <a:buFont typeface="+mj-lt"/>
              <a:buAutoNum type="arabicPeriod"/>
              <a:defRPr/>
            </a:pPr>
            <a:r>
              <a:rPr lang="en-US" sz="2800" dirty="0">
                <a:highlight>
                  <a:srgbClr val="00FF00"/>
                </a:highlight>
              </a:rPr>
              <a:t>E.g. </a:t>
            </a:r>
            <a:r>
              <a:rPr lang="en-US" sz="2800" b="1" i="1" dirty="0" err="1">
                <a:highlight>
                  <a:srgbClr val="00FF00"/>
                </a:highlight>
              </a:rPr>
              <a:t>PartTimeEmployee</a:t>
            </a:r>
            <a:r>
              <a:rPr lang="en-US" sz="2800" dirty="0">
                <a:highlight>
                  <a:srgbClr val="00FF00"/>
                </a:highlight>
              </a:rPr>
              <a:t> or </a:t>
            </a:r>
            <a:r>
              <a:rPr lang="en-US" sz="2800" b="1" i="1" dirty="0" err="1">
                <a:highlight>
                  <a:srgbClr val="00FF00"/>
                </a:highlight>
              </a:rPr>
              <a:t>ContractEmployee</a:t>
            </a:r>
            <a:endParaRPr lang="en-US" sz="2800" b="1" i="1" dirty="0">
              <a:highlight>
                <a:srgbClr val="00FF00"/>
              </a:highlight>
            </a:endParaRPr>
          </a:p>
          <a:p>
            <a:pPr marL="852482" indent="-742950" eaLnBrk="1" hangingPunct="1">
              <a:spcBef>
                <a:spcPts val="1800"/>
              </a:spcBef>
              <a:buFont typeface="+mj-lt"/>
              <a:buAutoNum type="arabicPeriod"/>
              <a:defRPr/>
            </a:pPr>
            <a:r>
              <a:rPr lang="en-US" sz="2800" dirty="0">
                <a:highlight>
                  <a:srgbClr val="00FF00"/>
                </a:highlight>
              </a:rPr>
              <a:t>The new class should be plugged into the Inheritance hierarchy as appropriate.</a:t>
            </a:r>
          </a:p>
          <a:p>
            <a:pPr marL="852482" indent="-742950" eaLnBrk="1" hangingPunct="1">
              <a:spcBef>
                <a:spcPts val="1800"/>
              </a:spcBef>
              <a:buFont typeface="+mj-lt"/>
              <a:buAutoNum type="arabicPeriod"/>
              <a:defRPr/>
            </a:pPr>
            <a:r>
              <a:rPr lang="en-US" sz="2800" dirty="0">
                <a:highlight>
                  <a:srgbClr val="00FF00"/>
                </a:highlight>
              </a:rPr>
              <a:t>Implement method </a:t>
            </a:r>
            <a:r>
              <a:rPr lang="en-US" sz="4000" b="1" dirty="0">
                <a:solidFill>
                  <a:srgbClr val="FF0000"/>
                </a:solidFill>
                <a:highlight>
                  <a:srgbClr val="00FF00"/>
                </a:highlight>
              </a:rPr>
              <a:t>earnings</a:t>
            </a:r>
            <a:r>
              <a:rPr lang="en-US" sz="2800" dirty="0">
                <a:highlight>
                  <a:srgbClr val="00FF00"/>
                </a:highlight>
              </a:rPr>
              <a:t> to Compute the wages of the new staff using your own devised formular.</a:t>
            </a:r>
          </a:p>
          <a:p>
            <a:pPr marL="852482" indent="-742950" eaLnBrk="1" hangingPunct="1">
              <a:spcBef>
                <a:spcPts val="1800"/>
              </a:spcBef>
              <a:buFont typeface="+mj-lt"/>
              <a:buAutoNum type="arabicPeriod"/>
              <a:defRPr/>
            </a:pPr>
            <a:r>
              <a:rPr lang="en-US" sz="2800" dirty="0">
                <a:highlight>
                  <a:srgbClr val="00FF00"/>
                </a:highlight>
              </a:rPr>
              <a:t> </a:t>
            </a:r>
            <a:endParaRPr lang="en-US" sz="3600" dirty="0">
              <a:highlight>
                <a:srgbClr val="00FF00"/>
              </a:highlight>
            </a:endParaRPr>
          </a:p>
          <a:p>
            <a:pPr marL="852482" indent="-742950" eaLnBrk="1" hangingPunct="1">
              <a:spcBef>
                <a:spcPts val="800"/>
              </a:spcBef>
              <a:buFont typeface="+mj-lt"/>
              <a:buAutoNum type="arabicPeriod"/>
              <a:defRPr/>
            </a:pPr>
            <a:endParaRPr lang="en-US" sz="3600" dirty="0">
              <a:highlight>
                <a:srgbClr val="00FF00"/>
              </a:highlight>
            </a:endParaRPr>
          </a:p>
          <a:p>
            <a:pPr marL="852482" indent="-742950" eaLnBrk="1" hangingPunct="1">
              <a:spcBef>
                <a:spcPts val="800"/>
              </a:spcBef>
              <a:buFont typeface="+mj-lt"/>
              <a:buAutoNum type="arabicPeriod"/>
              <a:defRPr/>
            </a:pPr>
            <a:endParaRPr lang="en-US" sz="3200" u="sng" dirty="0">
              <a:highlight>
                <a:srgbClr val="00FF00"/>
              </a:highlight>
            </a:endParaRPr>
          </a:p>
          <a:p>
            <a:pPr marL="365110" indent="-255578" eaLnBrk="1" hangingPunct="1">
              <a:spcBef>
                <a:spcPts val="800"/>
              </a:spcBef>
              <a:defRPr/>
            </a:pPr>
            <a:endParaRPr lang="en-US" sz="3600" u="sng" dirty="0">
              <a:highlight>
                <a:srgbClr val="00FF00"/>
              </a:highlight>
            </a:endParaRPr>
          </a:p>
          <a:p>
            <a:pPr marL="365110" indent="-255578" eaLnBrk="1" hangingPunct="1">
              <a:defRPr/>
            </a:pPr>
            <a:endParaRPr lang="en-US" dirty="0"/>
          </a:p>
        </p:txBody>
      </p:sp>
      <p:sp>
        <p:nvSpPr>
          <p:cNvPr id="3" name="Title 2">
            <a:extLst>
              <a:ext uri="{FF2B5EF4-FFF2-40B4-BE49-F238E27FC236}">
                <a16:creationId xmlns:a16="http://schemas.microsoft.com/office/drawing/2014/main" id="{0410AE0A-1DA0-48E5-95DB-ACAB55C99987}"/>
              </a:ext>
            </a:extLst>
          </p:cNvPr>
          <p:cNvSpPr>
            <a:spLocks noGrp="1"/>
          </p:cNvSpPr>
          <p:nvPr>
            <p:ph type="title"/>
          </p:nvPr>
        </p:nvSpPr>
        <p:spPr/>
        <p:txBody>
          <a:bodyPr/>
          <a:lstStyle/>
          <a:p>
            <a:pPr eaLnBrk="1" hangingPunct="1">
              <a:defRPr/>
            </a:pPr>
            <a:r>
              <a:rPr lang="en-US" dirty="0">
                <a:highlight>
                  <a:srgbClr val="FFFF00"/>
                </a:highlight>
              </a:rPr>
              <a:t>CLASS ACTIVITIES</a:t>
            </a:r>
          </a:p>
        </p:txBody>
      </p:sp>
    </p:spTree>
    <p:extLst>
      <p:ext uri="{BB962C8B-B14F-4D97-AF65-F5344CB8AC3E}">
        <p14:creationId xmlns:p14="http://schemas.microsoft.com/office/powerpoint/2010/main" val="33277677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788C7-5085-49FB-8FC6-E6E2378DA59E}"/>
              </a:ext>
            </a:extLst>
          </p:cNvPr>
          <p:cNvSpPr>
            <a:spLocks noGrp="1"/>
          </p:cNvSpPr>
          <p:nvPr>
            <p:ph type="title"/>
          </p:nvPr>
        </p:nvSpPr>
        <p:spPr/>
        <p:txBody>
          <a:bodyPr>
            <a:normAutofit fontScale="90000"/>
          </a:bodyPr>
          <a:lstStyle/>
          <a:p>
            <a:pPr fontAlgn="auto">
              <a:spcAft>
                <a:spcPts val="0"/>
              </a:spcAft>
              <a:defRPr/>
            </a:pPr>
            <a:r>
              <a:rPr lang="en-US" dirty="0">
                <a:solidFill>
                  <a:srgbClr val="59D9B3"/>
                </a:solidFill>
                <a:latin typeface="Calibri" panose="020F0502020204030204" pitchFamily="34" charset="0"/>
              </a:rPr>
              <a:t>10.5.6 </a:t>
            </a:r>
            <a:r>
              <a:rPr lang="en-US" dirty="0">
                <a:solidFill>
                  <a:srgbClr val="33B38C"/>
                </a:solidFill>
                <a:latin typeface="Calibri" panose="020F0502020204030204" pitchFamily="34" charset="0"/>
              </a:rPr>
              <a:t>Polymorphic Processing, Operator </a:t>
            </a:r>
            <a:r>
              <a:rPr lang="en-US" dirty="0" err="1">
                <a:solidFill>
                  <a:srgbClr val="33B38C"/>
                </a:solidFill>
                <a:latin typeface="Consolas" panose="020B0609020204030204" pitchFamily="49" charset="0"/>
              </a:rPr>
              <a:t>instanceof</a:t>
            </a:r>
            <a:r>
              <a:rPr lang="en-US" dirty="0">
                <a:solidFill>
                  <a:srgbClr val="33B38C"/>
                </a:solidFill>
                <a:latin typeface="Calibri" panose="020F0502020204030204" pitchFamily="34" charset="0"/>
              </a:rPr>
              <a:t> and </a:t>
            </a:r>
            <a:r>
              <a:rPr lang="en-US" dirty="0" err="1">
                <a:solidFill>
                  <a:srgbClr val="33B38C"/>
                </a:solidFill>
                <a:latin typeface="Calibri" panose="020F0502020204030204" pitchFamily="34" charset="0"/>
              </a:rPr>
              <a:t>Downcasting</a:t>
            </a:r>
            <a:r>
              <a:rPr lang="en-US" dirty="0">
                <a:solidFill>
                  <a:srgbClr val="33B38C"/>
                </a:solidFill>
                <a:latin typeface="Calibri" panose="020F0502020204030204" pitchFamily="34" charset="0"/>
              </a:rPr>
              <a:t> (Cont.)</a:t>
            </a:r>
          </a:p>
        </p:txBody>
      </p:sp>
      <p:sp>
        <p:nvSpPr>
          <p:cNvPr id="79875" name="Text Placeholder 2">
            <a:extLst>
              <a:ext uri="{FF2B5EF4-FFF2-40B4-BE49-F238E27FC236}">
                <a16:creationId xmlns:a16="http://schemas.microsoft.com/office/drawing/2014/main" id="{32C8069B-2008-4A84-9E29-A0ACAC36821B}"/>
              </a:ext>
            </a:extLst>
          </p:cNvPr>
          <p:cNvSpPr>
            <a:spLocks noGrp="1"/>
          </p:cNvSpPr>
          <p:nvPr>
            <p:ph type="body" idx="1"/>
          </p:nvPr>
        </p:nvSpPr>
        <p:spPr>
          <a:xfrm>
            <a:off x="832022" y="1340108"/>
            <a:ext cx="10972800" cy="4525962"/>
          </a:xfrm>
        </p:spPr>
        <p:txBody>
          <a:bodyPr/>
          <a:lstStyle/>
          <a:p>
            <a:pPr eaLnBrk="1" hangingPunct="1">
              <a:lnSpc>
                <a:spcPct val="90000"/>
              </a:lnSpc>
            </a:pPr>
            <a:r>
              <a:rPr lang="en-US" altLang="en-US" dirty="0">
                <a:solidFill>
                  <a:srgbClr val="000000"/>
                </a:solidFill>
              </a:rPr>
              <a:t>All calls to method </a:t>
            </a:r>
            <a:r>
              <a:rPr lang="en-US" altLang="en-US" dirty="0" err="1">
                <a:solidFill>
                  <a:srgbClr val="000000"/>
                </a:solidFill>
                <a:latin typeface="Consolas" panose="020B0609020204030204" pitchFamily="49" charset="0"/>
              </a:rPr>
              <a:t>toString</a:t>
            </a:r>
            <a:r>
              <a:rPr lang="en-US" altLang="en-US" dirty="0">
                <a:solidFill>
                  <a:srgbClr val="000000"/>
                </a:solidFill>
              </a:rPr>
              <a:t> and </a:t>
            </a:r>
            <a:r>
              <a:rPr lang="en-US" altLang="en-US" dirty="0">
                <a:solidFill>
                  <a:srgbClr val="000000"/>
                </a:solidFill>
                <a:latin typeface="Consolas" panose="020B0609020204030204" pitchFamily="49" charset="0"/>
              </a:rPr>
              <a:t>earnings</a:t>
            </a:r>
            <a:r>
              <a:rPr lang="en-US" altLang="en-US" dirty="0">
                <a:solidFill>
                  <a:srgbClr val="000000"/>
                </a:solidFill>
              </a:rPr>
              <a:t> are resolved at execution time, based on the </a:t>
            </a:r>
            <a:r>
              <a:rPr lang="en-US" altLang="en-US" i="1" dirty="0">
                <a:solidFill>
                  <a:srgbClr val="000000"/>
                </a:solidFill>
              </a:rPr>
              <a:t>type</a:t>
            </a:r>
            <a:r>
              <a:rPr lang="en-US" altLang="en-US" dirty="0">
                <a:solidFill>
                  <a:srgbClr val="000000"/>
                </a:solidFill>
              </a:rPr>
              <a:t> of the object to which </a:t>
            </a:r>
            <a:r>
              <a:rPr lang="en-US" altLang="en-US" dirty="0" err="1">
                <a:solidFill>
                  <a:srgbClr val="000000"/>
                </a:solidFill>
                <a:latin typeface="Consolas" panose="020B0609020204030204" pitchFamily="49" charset="0"/>
              </a:rPr>
              <a:t>currentEmployee</a:t>
            </a:r>
            <a:r>
              <a:rPr lang="en-US" altLang="en-US" dirty="0">
                <a:solidFill>
                  <a:srgbClr val="000000"/>
                </a:solidFill>
              </a:rPr>
              <a:t> refers. </a:t>
            </a:r>
          </a:p>
          <a:p>
            <a:pPr lvl="1" eaLnBrk="1" hangingPunct="1">
              <a:lnSpc>
                <a:spcPct val="90000"/>
              </a:lnSpc>
            </a:pPr>
            <a:r>
              <a:rPr lang="en-US" altLang="en-US" dirty="0">
                <a:solidFill>
                  <a:srgbClr val="000000"/>
                </a:solidFill>
              </a:rPr>
              <a:t>Known as </a:t>
            </a:r>
            <a:r>
              <a:rPr lang="en-US" altLang="en-US" dirty="0">
                <a:solidFill>
                  <a:srgbClr val="0000FF"/>
                </a:solidFill>
              </a:rPr>
              <a:t>dynamic binding</a:t>
            </a:r>
            <a:r>
              <a:rPr lang="en-US" altLang="en-US" dirty="0">
                <a:solidFill>
                  <a:srgbClr val="000000"/>
                </a:solidFill>
              </a:rPr>
              <a:t> or </a:t>
            </a:r>
            <a:r>
              <a:rPr lang="en-US" altLang="en-US" dirty="0">
                <a:solidFill>
                  <a:srgbClr val="0000FF"/>
                </a:solidFill>
              </a:rPr>
              <a:t>late binding</a:t>
            </a:r>
            <a:r>
              <a:rPr lang="en-US" altLang="en-US" dirty="0">
                <a:solidFill>
                  <a:srgbClr val="000000"/>
                </a:solidFill>
              </a:rPr>
              <a:t>. </a:t>
            </a:r>
          </a:p>
          <a:p>
            <a:pPr lvl="1" eaLnBrk="1" hangingPunct="1">
              <a:lnSpc>
                <a:spcPct val="90000"/>
              </a:lnSpc>
            </a:pPr>
            <a:r>
              <a:rPr lang="en-US" altLang="en-US" dirty="0">
                <a:solidFill>
                  <a:srgbClr val="000000"/>
                </a:solidFill>
              </a:rPr>
              <a:t>Java decides which class’s </a:t>
            </a:r>
            <a:r>
              <a:rPr lang="en-US" altLang="en-US" dirty="0" err="1">
                <a:solidFill>
                  <a:srgbClr val="000000"/>
                </a:solidFill>
                <a:latin typeface="Consolas" panose="020B0609020204030204" pitchFamily="49" charset="0"/>
              </a:rPr>
              <a:t>toString</a:t>
            </a:r>
            <a:r>
              <a:rPr lang="en-US" altLang="en-US" dirty="0">
                <a:solidFill>
                  <a:srgbClr val="000000"/>
                </a:solidFill>
              </a:rPr>
              <a:t> method to call at execution time rather than at compile time </a:t>
            </a:r>
          </a:p>
          <a:p>
            <a:pPr eaLnBrk="1" hangingPunct="1">
              <a:lnSpc>
                <a:spcPct val="90000"/>
              </a:lnSpc>
            </a:pPr>
            <a:r>
              <a:rPr lang="en-US" altLang="en-US" dirty="0">
                <a:solidFill>
                  <a:srgbClr val="000000"/>
                </a:solidFill>
              </a:rPr>
              <a:t>A superclass reference can be used to invoke only methods of the </a:t>
            </a:r>
            <a:r>
              <a:rPr lang="en-US" altLang="en-US" i="1" dirty="0">
                <a:solidFill>
                  <a:srgbClr val="000000"/>
                </a:solidFill>
              </a:rPr>
              <a:t>superclass</a:t>
            </a:r>
            <a:r>
              <a:rPr lang="en-US" altLang="en-US" dirty="0">
                <a:solidFill>
                  <a:srgbClr val="000000"/>
                </a:solidFill>
              </a:rPr>
              <a:t>—the </a:t>
            </a:r>
            <a:r>
              <a:rPr lang="en-US" altLang="en-US" i="1" dirty="0">
                <a:solidFill>
                  <a:srgbClr val="000000"/>
                </a:solidFill>
              </a:rPr>
              <a:t>subclass</a:t>
            </a:r>
            <a:r>
              <a:rPr lang="en-US" altLang="en-US" dirty="0">
                <a:solidFill>
                  <a:srgbClr val="000000"/>
                </a:solidFill>
              </a:rPr>
              <a:t> method implementations are invoked </a:t>
            </a:r>
            <a:r>
              <a:rPr lang="en-US" altLang="en-US" i="1" dirty="0">
                <a:solidFill>
                  <a:srgbClr val="000000"/>
                </a:solidFill>
              </a:rPr>
              <a:t>polymorphically</a:t>
            </a:r>
            <a:r>
              <a:rPr lang="en-US" altLang="en-US" dirty="0">
                <a:solidFill>
                  <a:srgbClr val="000000"/>
                </a:solidFill>
              </a:rPr>
              <a:t>.</a:t>
            </a:r>
          </a:p>
          <a:p>
            <a:pPr eaLnBrk="1" hangingPunct="1">
              <a:lnSpc>
                <a:spcPct val="90000"/>
              </a:lnSpc>
            </a:pPr>
            <a:r>
              <a:rPr lang="en-US" altLang="en-US" dirty="0">
                <a:solidFill>
                  <a:srgbClr val="000000"/>
                </a:solidFill>
              </a:rPr>
              <a:t>Attempting to invoke a subclass-only method directly on a superclass reference is a compilation error.</a:t>
            </a:r>
          </a:p>
        </p:txBody>
      </p:sp>
      <p:sp>
        <p:nvSpPr>
          <p:cNvPr id="4" name="Footer Placeholder 3">
            <a:extLst>
              <a:ext uri="{FF2B5EF4-FFF2-40B4-BE49-F238E27FC236}">
                <a16:creationId xmlns:a16="http://schemas.microsoft.com/office/drawing/2014/main" id="{DE84A8FA-5B15-4298-8502-D4DBCC34FF7C}"/>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196890102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50">
            <a:extLst>
              <a:ext uri="{FF2B5EF4-FFF2-40B4-BE49-F238E27FC236}">
                <a16:creationId xmlns:a16="http://schemas.microsoft.com/office/drawing/2014/main" id="{C1918D30-F919-4091-94D8-2E90D6AF774F}"/>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051050"/>
            <a:ext cx="12192000" cy="2754313"/>
          </a:xfrm>
          <a:prstGeom prst="rect">
            <a:avLst/>
          </a:prstGeom>
        </p:spPr>
      </p:pic>
      <p:sp>
        <p:nvSpPr>
          <p:cNvPr id="2" name="Footer Placeholder 1">
            <a:extLst>
              <a:ext uri="{FF2B5EF4-FFF2-40B4-BE49-F238E27FC236}">
                <a16:creationId xmlns:a16="http://schemas.microsoft.com/office/drawing/2014/main" id="{BEBB243B-D537-4398-A58C-4AF152B7A452}"/>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154022295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jhtp_10_OOPPolymorphism_Page_51">
            <a:extLst>
              <a:ext uri="{FF2B5EF4-FFF2-40B4-BE49-F238E27FC236}">
                <a16:creationId xmlns:a16="http://schemas.microsoft.com/office/drawing/2014/main" id="{252D82DF-C63B-4881-9896-7C73EC003EE7}"/>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506538"/>
            <a:ext cx="12192000" cy="3844925"/>
          </a:xfrm>
          <a:prstGeom prst="rect">
            <a:avLst/>
          </a:prstGeom>
        </p:spPr>
      </p:pic>
      <p:sp>
        <p:nvSpPr>
          <p:cNvPr id="2" name="Footer Placeholder 1">
            <a:extLst>
              <a:ext uri="{FF2B5EF4-FFF2-40B4-BE49-F238E27FC236}">
                <a16:creationId xmlns:a16="http://schemas.microsoft.com/office/drawing/2014/main" id="{DA41015A-56DF-400A-B5E0-0D542060F2C5}"/>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85502558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7C28-C684-457B-9CA0-3E9E16CBD792}"/>
              </a:ext>
            </a:extLst>
          </p:cNvPr>
          <p:cNvSpPr>
            <a:spLocks noGrp="1"/>
          </p:cNvSpPr>
          <p:nvPr>
            <p:ph type="title"/>
          </p:nvPr>
        </p:nvSpPr>
        <p:spPr/>
        <p:txBody>
          <a:bodyPr>
            <a:normAutofit fontScale="90000"/>
          </a:bodyPr>
          <a:lstStyle/>
          <a:p>
            <a:pPr fontAlgn="auto">
              <a:spcAft>
                <a:spcPts val="0"/>
              </a:spcAft>
              <a:defRPr/>
            </a:pPr>
            <a:r>
              <a:rPr lang="en-US" dirty="0">
                <a:solidFill>
                  <a:srgbClr val="59D9B3"/>
                </a:solidFill>
                <a:latin typeface="Calibri" panose="020F0502020204030204" pitchFamily="34" charset="0"/>
              </a:rPr>
              <a:t>10.5.6 </a:t>
            </a:r>
            <a:r>
              <a:rPr lang="en-US" dirty="0">
                <a:solidFill>
                  <a:srgbClr val="33B38C"/>
                </a:solidFill>
                <a:latin typeface="Calibri" panose="020F0502020204030204" pitchFamily="34" charset="0"/>
              </a:rPr>
              <a:t>Polymorphic Processing, Operator </a:t>
            </a:r>
            <a:r>
              <a:rPr lang="en-US" dirty="0" err="1">
                <a:solidFill>
                  <a:srgbClr val="33B38C"/>
                </a:solidFill>
                <a:latin typeface="Consolas" panose="020B0609020204030204" pitchFamily="49" charset="0"/>
              </a:rPr>
              <a:t>instanceof</a:t>
            </a:r>
            <a:r>
              <a:rPr lang="en-US" dirty="0">
                <a:solidFill>
                  <a:srgbClr val="33B38C"/>
                </a:solidFill>
                <a:latin typeface="Calibri" panose="020F0502020204030204" pitchFamily="34" charset="0"/>
              </a:rPr>
              <a:t> and </a:t>
            </a:r>
            <a:r>
              <a:rPr lang="en-US" dirty="0" err="1">
                <a:solidFill>
                  <a:srgbClr val="33B38C"/>
                </a:solidFill>
                <a:latin typeface="Calibri" panose="020F0502020204030204" pitchFamily="34" charset="0"/>
              </a:rPr>
              <a:t>Downcasting</a:t>
            </a:r>
            <a:r>
              <a:rPr lang="en-US" dirty="0">
                <a:solidFill>
                  <a:srgbClr val="33B38C"/>
                </a:solidFill>
                <a:latin typeface="Calibri" panose="020F0502020204030204" pitchFamily="34" charset="0"/>
              </a:rPr>
              <a:t> (Cont.)</a:t>
            </a:r>
          </a:p>
        </p:txBody>
      </p:sp>
      <p:sp>
        <p:nvSpPr>
          <p:cNvPr id="82947" name="Text Placeholder 2">
            <a:extLst>
              <a:ext uri="{FF2B5EF4-FFF2-40B4-BE49-F238E27FC236}">
                <a16:creationId xmlns:a16="http://schemas.microsoft.com/office/drawing/2014/main" id="{6887D9B0-BB65-4D84-A679-89F49E4D0A7B}"/>
              </a:ext>
            </a:extLst>
          </p:cNvPr>
          <p:cNvSpPr>
            <a:spLocks noGrp="1"/>
          </p:cNvSpPr>
          <p:nvPr>
            <p:ph type="body" idx="1"/>
          </p:nvPr>
        </p:nvSpPr>
        <p:spPr/>
        <p:txBody>
          <a:bodyPr/>
          <a:lstStyle/>
          <a:p>
            <a:pPr eaLnBrk="1" hangingPunct="1"/>
            <a:r>
              <a:rPr lang="en-US" altLang="en-US" dirty="0">
                <a:solidFill>
                  <a:srgbClr val="000000"/>
                </a:solidFill>
              </a:rPr>
              <a:t>Every object </a:t>
            </a:r>
            <a:r>
              <a:rPr lang="en-US" altLang="en-US" i="1" dirty="0">
                <a:solidFill>
                  <a:srgbClr val="000000"/>
                </a:solidFill>
              </a:rPr>
              <a:t>knows its own class </a:t>
            </a:r>
            <a:r>
              <a:rPr lang="en-US" altLang="en-US" dirty="0">
                <a:solidFill>
                  <a:srgbClr val="000000"/>
                </a:solidFill>
              </a:rPr>
              <a:t>and can access this information through the </a:t>
            </a:r>
            <a:r>
              <a:rPr lang="en-US" altLang="en-US" dirty="0" err="1">
                <a:solidFill>
                  <a:srgbClr val="0000FF"/>
                </a:solidFill>
                <a:latin typeface="Consolas" panose="020B0609020204030204" pitchFamily="49" charset="0"/>
              </a:rPr>
              <a:t>getClass</a:t>
            </a:r>
            <a:r>
              <a:rPr lang="en-US" altLang="en-US" dirty="0">
                <a:solidFill>
                  <a:srgbClr val="000000"/>
                </a:solidFill>
              </a:rPr>
              <a:t> method, which all classes inherit from class </a:t>
            </a:r>
            <a:r>
              <a:rPr lang="en-US" altLang="en-US" dirty="0">
                <a:solidFill>
                  <a:srgbClr val="000000"/>
                </a:solidFill>
                <a:latin typeface="Consolas" panose="020B0609020204030204" pitchFamily="49" charset="0"/>
              </a:rPr>
              <a:t>Object</a:t>
            </a:r>
            <a:r>
              <a:rPr lang="en-US" altLang="en-US" dirty="0">
                <a:solidFill>
                  <a:srgbClr val="000000"/>
                </a:solidFill>
              </a:rPr>
              <a:t>. </a:t>
            </a:r>
          </a:p>
          <a:p>
            <a:pPr lvl="1" eaLnBrk="1" hangingPunct="1"/>
            <a:r>
              <a:rPr lang="en-US" altLang="en-US" dirty="0">
                <a:solidFill>
                  <a:srgbClr val="000000"/>
                </a:solidFill>
              </a:rPr>
              <a:t>The </a:t>
            </a:r>
            <a:r>
              <a:rPr lang="en-US" altLang="en-US" dirty="0" err="1">
                <a:solidFill>
                  <a:srgbClr val="000000"/>
                </a:solidFill>
                <a:latin typeface="Consolas" panose="020B0609020204030204" pitchFamily="49" charset="0"/>
              </a:rPr>
              <a:t>getClass</a:t>
            </a:r>
            <a:r>
              <a:rPr lang="en-US" altLang="en-US" dirty="0">
                <a:solidFill>
                  <a:srgbClr val="000000"/>
                </a:solidFill>
              </a:rPr>
              <a:t> method returns an object of type </a:t>
            </a:r>
            <a:r>
              <a:rPr lang="en-US" altLang="en-US" dirty="0">
                <a:solidFill>
                  <a:srgbClr val="0000FF"/>
                </a:solidFill>
                <a:latin typeface="Consolas" panose="020B0609020204030204" pitchFamily="49" charset="0"/>
              </a:rPr>
              <a:t>Class</a:t>
            </a:r>
            <a:r>
              <a:rPr lang="en-US" altLang="en-US" dirty="0">
                <a:solidFill>
                  <a:srgbClr val="000000"/>
                </a:solidFill>
              </a:rPr>
              <a:t> (from package </a:t>
            </a:r>
            <a:r>
              <a:rPr lang="en-US" altLang="en-US" dirty="0" err="1">
                <a:solidFill>
                  <a:srgbClr val="000000"/>
                </a:solidFill>
                <a:latin typeface="Consolas" panose="020B0609020204030204" pitchFamily="49" charset="0"/>
              </a:rPr>
              <a:t>java.lang</a:t>
            </a:r>
            <a:r>
              <a:rPr lang="en-US" altLang="en-US" dirty="0">
                <a:solidFill>
                  <a:srgbClr val="000000"/>
                </a:solidFill>
              </a:rPr>
              <a:t>), which contains information about the object’s type, including its class name. </a:t>
            </a:r>
          </a:p>
          <a:p>
            <a:pPr lvl="1" eaLnBrk="1" hangingPunct="1"/>
            <a:r>
              <a:rPr lang="en-US" altLang="en-US" dirty="0">
                <a:solidFill>
                  <a:srgbClr val="000000"/>
                </a:solidFill>
              </a:rPr>
              <a:t>The result of the </a:t>
            </a:r>
            <a:r>
              <a:rPr lang="en-US" altLang="en-US" dirty="0" err="1">
                <a:solidFill>
                  <a:srgbClr val="000000"/>
                </a:solidFill>
                <a:latin typeface="Consolas" panose="020B0609020204030204" pitchFamily="49" charset="0"/>
              </a:rPr>
              <a:t>getClass</a:t>
            </a:r>
            <a:r>
              <a:rPr lang="en-US" altLang="en-US" dirty="0">
                <a:solidFill>
                  <a:srgbClr val="000000"/>
                </a:solidFill>
              </a:rPr>
              <a:t> call is used to invoke </a:t>
            </a:r>
            <a:r>
              <a:rPr lang="en-US" altLang="en-US" dirty="0" err="1">
                <a:solidFill>
                  <a:srgbClr val="0000FF"/>
                </a:solidFill>
                <a:latin typeface="Consolas" panose="020B0609020204030204" pitchFamily="49" charset="0"/>
              </a:rPr>
              <a:t>getName</a:t>
            </a:r>
            <a:r>
              <a:rPr lang="en-US" altLang="en-US" dirty="0">
                <a:solidFill>
                  <a:srgbClr val="000000"/>
                </a:solidFill>
              </a:rPr>
              <a:t> to get the object’s class name. </a:t>
            </a:r>
          </a:p>
        </p:txBody>
      </p:sp>
      <p:sp>
        <p:nvSpPr>
          <p:cNvPr id="4" name="Footer Placeholder 3">
            <a:extLst>
              <a:ext uri="{FF2B5EF4-FFF2-40B4-BE49-F238E27FC236}">
                <a16:creationId xmlns:a16="http://schemas.microsoft.com/office/drawing/2014/main" id="{6377A36F-F7E9-4068-B8C7-2774597E6BD2}"/>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348381009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jhtp_10_OOPPolymorphism_Page_52">
            <a:extLst>
              <a:ext uri="{FF2B5EF4-FFF2-40B4-BE49-F238E27FC236}">
                <a16:creationId xmlns:a16="http://schemas.microsoft.com/office/drawing/2014/main" id="{CF4771CF-F754-4C77-AB3D-3D2545B7D1EF}"/>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217613"/>
            <a:ext cx="12192000" cy="4421187"/>
          </a:xfrm>
          <a:prstGeom prst="rect">
            <a:avLst/>
          </a:prstGeom>
        </p:spPr>
      </p:pic>
      <p:sp>
        <p:nvSpPr>
          <p:cNvPr id="2" name="Footer Placeholder 1">
            <a:extLst>
              <a:ext uri="{FF2B5EF4-FFF2-40B4-BE49-F238E27FC236}">
                <a16:creationId xmlns:a16="http://schemas.microsoft.com/office/drawing/2014/main" id="{70A58AC7-21DE-42AE-B3BA-100B4C08063D}"/>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77379606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9D487-21DF-405B-A9A6-999863BAAF00}"/>
              </a:ext>
            </a:extLst>
          </p:cNvPr>
          <p:cNvSpPr>
            <a:spLocks noGrp="1"/>
          </p:cNvSpPr>
          <p:nvPr>
            <p:ph type="title"/>
          </p:nvPr>
        </p:nvSpPr>
        <p:spPr/>
        <p:txBody>
          <a:bodyPr>
            <a:normAutofit fontScale="90000"/>
          </a:bodyPr>
          <a:lstStyle/>
          <a:p>
            <a:pPr fontAlgn="auto">
              <a:spcAft>
                <a:spcPts val="0"/>
              </a:spcAft>
              <a:defRPr/>
            </a:pPr>
            <a:r>
              <a:rPr lang="en-US" dirty="0">
                <a:solidFill>
                  <a:srgbClr val="24B5A1"/>
                </a:solidFill>
                <a:latin typeface="Calibri" panose="020F0502020204030204" pitchFamily="34" charset="0"/>
              </a:rPr>
              <a:t>10.6  </a:t>
            </a:r>
            <a:r>
              <a:rPr lang="en-US" dirty="0">
                <a:solidFill>
                  <a:srgbClr val="3380E6"/>
                </a:solidFill>
                <a:latin typeface="Calibri" panose="020F0502020204030204" pitchFamily="34" charset="0"/>
              </a:rPr>
              <a:t>Summary of the Allowed Assignments Between Superclass and Subclass Variables</a:t>
            </a:r>
            <a:r>
              <a:rPr lang="en-US" dirty="0">
                <a:solidFill>
                  <a:srgbClr val="59D9B3"/>
                </a:solidFill>
                <a:latin typeface="Calibri" panose="020F0502020204030204" pitchFamily="34" charset="0"/>
              </a:rPr>
              <a:t> </a:t>
            </a:r>
            <a:endParaRPr lang="en-US" dirty="0">
              <a:solidFill>
                <a:srgbClr val="33B38C"/>
              </a:solidFill>
              <a:latin typeface="Calibri" panose="020F0502020204030204" pitchFamily="34" charset="0"/>
            </a:endParaRPr>
          </a:p>
        </p:txBody>
      </p:sp>
      <p:sp>
        <p:nvSpPr>
          <p:cNvPr id="84995" name="Text Placeholder 2">
            <a:extLst>
              <a:ext uri="{FF2B5EF4-FFF2-40B4-BE49-F238E27FC236}">
                <a16:creationId xmlns:a16="http://schemas.microsoft.com/office/drawing/2014/main" id="{A4C727AB-A361-409A-B41F-83A7FA537F3A}"/>
              </a:ext>
            </a:extLst>
          </p:cNvPr>
          <p:cNvSpPr>
            <a:spLocks noGrp="1"/>
          </p:cNvSpPr>
          <p:nvPr>
            <p:ph type="body" idx="1"/>
          </p:nvPr>
        </p:nvSpPr>
        <p:spPr>
          <a:xfrm>
            <a:off x="219182" y="1417638"/>
            <a:ext cx="6633681" cy="4525962"/>
          </a:xfrm>
        </p:spPr>
        <p:txBody>
          <a:bodyPr/>
          <a:lstStyle/>
          <a:p>
            <a:pPr eaLnBrk="1" hangingPunct="1">
              <a:lnSpc>
                <a:spcPct val="80000"/>
              </a:lnSpc>
            </a:pPr>
            <a:r>
              <a:rPr lang="en-US" altLang="en-US" sz="2500" dirty="0">
                <a:solidFill>
                  <a:srgbClr val="000000"/>
                </a:solidFill>
              </a:rPr>
              <a:t>There are three proper ways to assign superclass and subclass references to variables of superclass and subclass types.</a:t>
            </a:r>
          </a:p>
          <a:p>
            <a:pPr eaLnBrk="1" hangingPunct="1">
              <a:lnSpc>
                <a:spcPct val="80000"/>
              </a:lnSpc>
            </a:pPr>
            <a:r>
              <a:rPr lang="en-US" altLang="en-US" sz="2500" dirty="0">
                <a:solidFill>
                  <a:srgbClr val="000000"/>
                </a:solidFill>
              </a:rPr>
              <a:t>Assigning a superclass reference to a superclass variable is straightforward.</a:t>
            </a:r>
          </a:p>
          <a:p>
            <a:pPr eaLnBrk="1" hangingPunct="1">
              <a:lnSpc>
                <a:spcPct val="80000"/>
              </a:lnSpc>
            </a:pPr>
            <a:r>
              <a:rPr lang="en-US" altLang="en-US" sz="2500" dirty="0">
                <a:solidFill>
                  <a:srgbClr val="000000"/>
                </a:solidFill>
              </a:rPr>
              <a:t>Assigning a subclass reference to a subclass variable is </a:t>
            </a:r>
            <a:r>
              <a:rPr lang="en-US" altLang="en-US" sz="2500" dirty="0" err="1">
                <a:solidFill>
                  <a:srgbClr val="000000"/>
                </a:solidFill>
              </a:rPr>
              <a:t>straightfor</a:t>
            </a:r>
            <a:r>
              <a:rPr lang="en-US" altLang="en-US" sz="2500" dirty="0">
                <a:solidFill>
                  <a:srgbClr val="000000"/>
                </a:solidFill>
              </a:rPr>
              <a:t>-ward.</a:t>
            </a:r>
          </a:p>
          <a:p>
            <a:pPr eaLnBrk="1" hangingPunct="1">
              <a:lnSpc>
                <a:spcPct val="80000"/>
              </a:lnSpc>
            </a:pPr>
            <a:r>
              <a:rPr lang="en-US" altLang="en-US" sz="2500" dirty="0">
                <a:solidFill>
                  <a:srgbClr val="000000"/>
                </a:solidFill>
              </a:rPr>
              <a:t>Assigning a subclass reference to a superclass variable is safe, because the subclass object </a:t>
            </a:r>
            <a:r>
              <a:rPr lang="en-US" altLang="en-US" sz="2500" i="1" dirty="0">
                <a:solidFill>
                  <a:srgbClr val="000000"/>
                </a:solidFill>
              </a:rPr>
              <a:t>is an object of its superclass. </a:t>
            </a:r>
          </a:p>
          <a:p>
            <a:pPr lvl="1" eaLnBrk="1" hangingPunct="1">
              <a:lnSpc>
                <a:spcPct val="80000"/>
              </a:lnSpc>
            </a:pPr>
            <a:r>
              <a:rPr lang="en-US" altLang="en-US" sz="2100" dirty="0">
                <a:solidFill>
                  <a:srgbClr val="000000"/>
                </a:solidFill>
              </a:rPr>
              <a:t>The superclass variable can be used to refer only to superclass members. </a:t>
            </a:r>
          </a:p>
          <a:p>
            <a:pPr lvl="1" eaLnBrk="1" hangingPunct="1">
              <a:lnSpc>
                <a:spcPct val="80000"/>
              </a:lnSpc>
            </a:pPr>
            <a:r>
              <a:rPr lang="en-US" altLang="en-US" sz="2100" dirty="0">
                <a:solidFill>
                  <a:srgbClr val="000000"/>
                </a:solidFill>
              </a:rPr>
              <a:t>If this code refers to subclass-only mem-</a:t>
            </a:r>
            <a:r>
              <a:rPr lang="en-US" altLang="en-US" sz="2100" dirty="0" err="1">
                <a:solidFill>
                  <a:srgbClr val="000000"/>
                </a:solidFill>
              </a:rPr>
              <a:t>bers</a:t>
            </a:r>
            <a:r>
              <a:rPr lang="en-US" altLang="en-US" sz="2100" dirty="0">
                <a:solidFill>
                  <a:srgbClr val="000000"/>
                </a:solidFill>
              </a:rPr>
              <a:t> through the superclass variable, the compiler reports errors.</a:t>
            </a:r>
          </a:p>
        </p:txBody>
      </p:sp>
      <p:sp>
        <p:nvSpPr>
          <p:cNvPr id="4" name="Footer Placeholder 3">
            <a:extLst>
              <a:ext uri="{FF2B5EF4-FFF2-40B4-BE49-F238E27FC236}">
                <a16:creationId xmlns:a16="http://schemas.microsoft.com/office/drawing/2014/main" id="{D9F9A954-2B7F-4954-B976-242423F8A0E8}"/>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
        <p:nvSpPr>
          <p:cNvPr id="6" name="Rectangle 5">
            <a:extLst>
              <a:ext uri="{FF2B5EF4-FFF2-40B4-BE49-F238E27FC236}">
                <a16:creationId xmlns:a16="http://schemas.microsoft.com/office/drawing/2014/main" id="{3B0D426B-7C79-4B55-968D-54337B996AB0}"/>
              </a:ext>
            </a:extLst>
          </p:cNvPr>
          <p:cNvSpPr>
            <a:spLocks noChangeArrowheads="1"/>
          </p:cNvSpPr>
          <p:nvPr/>
        </p:nvSpPr>
        <p:spPr bwMode="auto">
          <a:xfrm>
            <a:off x="6924782" y="1249184"/>
            <a:ext cx="5267218" cy="4862870"/>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8B"/>
                </a:solidFill>
                <a:effectLst/>
                <a:latin typeface="Consolas" panose="020B0609020204030204" pitchFamily="49" charset="0"/>
              </a:rPr>
              <a:t>class</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2B91AF"/>
                </a:solidFill>
                <a:effectLst/>
                <a:latin typeface="Consolas" panose="020B0609020204030204" pitchFamily="49" charset="0"/>
              </a:rPr>
              <a:t>Human</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8B"/>
                </a:solidFill>
                <a:effectLst/>
                <a:latin typeface="Consolas" panose="020B0609020204030204" pitchFamily="49" charset="0"/>
              </a:rPr>
              <a:t>public</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00008B"/>
                </a:solidFill>
                <a:effectLst/>
                <a:latin typeface="Consolas" panose="020B0609020204030204" pitchFamily="49" charset="0"/>
              </a:rPr>
              <a:t>static</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00008B"/>
                </a:solidFill>
                <a:effectLst/>
                <a:latin typeface="Consolas" panose="020B0609020204030204" pitchFamily="49" charset="0"/>
              </a:rPr>
              <a:t>void</a:t>
            </a:r>
            <a:r>
              <a:rPr kumimoji="0" lang="en-US" altLang="en-US" sz="1600" b="0" i="0" u="none" strike="noStrike" cap="none" normalizeH="0" baseline="0" dirty="0">
                <a:ln>
                  <a:noFill/>
                </a:ln>
                <a:solidFill>
                  <a:srgbClr val="000000"/>
                </a:solidFill>
                <a:effectLst/>
                <a:latin typeface="Consolas" panose="020B0609020204030204" pitchFamily="49" charset="0"/>
              </a:rPr>
              <a:t> walk()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2B91AF"/>
                </a:solidFill>
                <a:effectLst/>
                <a:latin typeface="Consolas" panose="020B0609020204030204" pitchFamily="49" charset="0"/>
              </a:rPr>
              <a:t>System</a:t>
            </a:r>
            <a:r>
              <a:rPr kumimoji="0" lang="en-US" altLang="en-US" sz="1600" b="0" i="0" u="none" strike="noStrike" cap="none" normalizeH="0" baseline="0" dirty="0" err="1">
                <a:ln>
                  <a:noFill/>
                </a:ln>
                <a:solidFill>
                  <a:srgbClr val="000000"/>
                </a:solidFill>
                <a:effectLst/>
                <a:latin typeface="Consolas" panose="020B0609020204030204" pitchFamily="49" charset="0"/>
              </a:rPr>
              <a:t>.</a:t>
            </a:r>
            <a:r>
              <a:rPr kumimoji="0" lang="en-US" altLang="en-US" sz="1600" b="0" i="0" u="none" strike="noStrike" cap="none" normalizeH="0" baseline="0" dirty="0" err="1">
                <a:ln>
                  <a:noFill/>
                </a:ln>
                <a:solidFill>
                  <a:srgbClr val="00008B"/>
                </a:solidFill>
                <a:effectLst/>
                <a:latin typeface="Consolas" panose="020B0609020204030204" pitchFamily="49" charset="0"/>
              </a:rPr>
              <a:t>out</a:t>
            </a:r>
            <a:r>
              <a:rPr kumimoji="0" lang="en-US" altLang="en-US" sz="1600" b="0" i="0" u="none" strike="noStrike" cap="none" normalizeH="0" baseline="0" dirty="0" err="1">
                <a:ln>
                  <a:noFill/>
                </a:ln>
                <a:solidFill>
                  <a:srgbClr val="000000"/>
                </a:solidFill>
                <a:effectLst/>
                <a:latin typeface="Consolas" panose="020B0609020204030204" pitchFamily="49" charset="0"/>
              </a:rPr>
              <a:t>.println</a:t>
            </a:r>
            <a:r>
              <a:rPr kumimoji="0" lang="en-US" altLang="en-US" sz="1600" b="0" i="0" u="none" strike="noStrike" cap="none" normalizeH="0" baseline="0" dirty="0">
                <a:ln>
                  <a:noFill/>
                </a:ln>
                <a:solidFill>
                  <a:srgbClr val="000000"/>
                </a:solidFill>
                <a:effectLst/>
                <a:latin typeface="Consolas" panose="020B0609020204030204" pitchFamily="49" charset="0"/>
              </a:rPr>
              <a:t>(</a:t>
            </a:r>
            <a:r>
              <a:rPr kumimoji="0" lang="en-US" altLang="en-US" sz="1600" b="0" i="0" u="none" strike="noStrike" cap="none" normalizeH="0" baseline="0" dirty="0">
                <a:ln>
                  <a:noFill/>
                </a:ln>
                <a:solidFill>
                  <a:srgbClr val="800000"/>
                </a:solidFill>
                <a:effectLst/>
                <a:latin typeface="Consolas" panose="020B0609020204030204" pitchFamily="49" charset="0"/>
              </a:rPr>
              <a:t>"Human walks"</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8B"/>
                </a:solidFill>
                <a:effectLst/>
                <a:latin typeface="Consolas" panose="020B0609020204030204" pitchFamily="49" charset="0"/>
              </a:rPr>
              <a:t>class</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2B91AF"/>
                </a:solidFill>
                <a:effectLst/>
                <a:latin typeface="Consolas" panose="020B0609020204030204" pitchFamily="49" charset="0"/>
              </a:rPr>
              <a:t>Boy</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00008B"/>
                </a:solidFill>
                <a:effectLst/>
                <a:latin typeface="Consolas" panose="020B0609020204030204" pitchFamily="49" charset="0"/>
              </a:rPr>
              <a:t>extends</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2B91AF"/>
                </a:solidFill>
                <a:effectLst/>
                <a:latin typeface="Consolas" panose="020B0609020204030204" pitchFamily="49" charset="0"/>
              </a:rPr>
              <a:t>Human</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8B"/>
                </a:solidFill>
                <a:effectLst/>
                <a:latin typeface="Consolas" panose="020B0609020204030204" pitchFamily="49" charset="0"/>
              </a:rPr>
              <a:t>public</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00008B"/>
                </a:solidFill>
                <a:effectLst/>
                <a:latin typeface="Consolas" panose="020B0609020204030204" pitchFamily="49" charset="0"/>
              </a:rPr>
              <a:t>static</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00008B"/>
                </a:solidFill>
                <a:effectLst/>
                <a:latin typeface="Consolas" panose="020B0609020204030204" pitchFamily="49" charset="0"/>
              </a:rPr>
              <a:t>void</a:t>
            </a:r>
            <a:r>
              <a:rPr kumimoji="0" lang="en-US" altLang="en-US" sz="1600" b="0" i="0" u="none" strike="noStrike" cap="none" normalizeH="0" baseline="0" dirty="0">
                <a:ln>
                  <a:noFill/>
                </a:ln>
                <a:solidFill>
                  <a:srgbClr val="000000"/>
                </a:solidFill>
                <a:effectLst/>
                <a:latin typeface="Consolas" panose="020B0609020204030204" pitchFamily="49" charset="0"/>
              </a:rPr>
              <a:t> walk(){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2B91AF"/>
                </a:solidFill>
                <a:effectLst/>
                <a:latin typeface="Consolas" panose="020B0609020204030204" pitchFamily="49" charset="0"/>
              </a:rPr>
              <a:t>System</a:t>
            </a:r>
            <a:r>
              <a:rPr kumimoji="0" lang="en-US" altLang="en-US" sz="1600" b="0" i="0" u="none" strike="noStrike" cap="none" normalizeH="0" baseline="0" dirty="0" err="1">
                <a:ln>
                  <a:noFill/>
                </a:ln>
                <a:solidFill>
                  <a:srgbClr val="000000"/>
                </a:solidFill>
                <a:effectLst/>
                <a:latin typeface="Consolas" panose="020B0609020204030204" pitchFamily="49" charset="0"/>
              </a:rPr>
              <a:t>.</a:t>
            </a:r>
            <a:r>
              <a:rPr kumimoji="0" lang="en-US" altLang="en-US" sz="1600" b="0" i="0" u="none" strike="noStrike" cap="none" normalizeH="0" baseline="0" dirty="0" err="1">
                <a:ln>
                  <a:noFill/>
                </a:ln>
                <a:solidFill>
                  <a:srgbClr val="00008B"/>
                </a:solidFill>
                <a:effectLst/>
                <a:latin typeface="Consolas" panose="020B0609020204030204" pitchFamily="49" charset="0"/>
              </a:rPr>
              <a:t>out</a:t>
            </a:r>
            <a:r>
              <a:rPr kumimoji="0" lang="en-US" altLang="en-US" sz="1600" b="0" i="0" u="none" strike="noStrike" cap="none" normalizeH="0" baseline="0" dirty="0" err="1">
                <a:ln>
                  <a:noFill/>
                </a:ln>
                <a:solidFill>
                  <a:srgbClr val="000000"/>
                </a:solidFill>
                <a:effectLst/>
                <a:latin typeface="Consolas" panose="020B0609020204030204" pitchFamily="49" charset="0"/>
              </a:rPr>
              <a:t>.println</a:t>
            </a:r>
            <a:r>
              <a:rPr kumimoji="0" lang="en-US" altLang="en-US" sz="1600" b="0" i="0" u="none" strike="noStrike" cap="none" normalizeH="0" baseline="0" dirty="0">
                <a:ln>
                  <a:noFill/>
                </a:ln>
                <a:solidFill>
                  <a:srgbClr val="000000"/>
                </a:solidFill>
                <a:effectLst/>
                <a:latin typeface="Consolas" panose="020B0609020204030204" pitchFamily="49" charset="0"/>
              </a:rPr>
              <a:t>(</a:t>
            </a:r>
            <a:r>
              <a:rPr kumimoji="0" lang="en-US" altLang="en-US" sz="1600" b="0" i="0" u="none" strike="noStrike" cap="none" normalizeH="0" baseline="0" dirty="0">
                <a:ln>
                  <a:noFill/>
                </a:ln>
                <a:solidFill>
                  <a:srgbClr val="800000"/>
                </a:solidFill>
                <a:effectLst/>
                <a:latin typeface="Consolas" panose="020B0609020204030204" pitchFamily="49" charset="0"/>
              </a:rPr>
              <a:t>"Boy walks"</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rgbClr val="000000"/>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00008B"/>
                </a:solidFill>
                <a:effectLst/>
                <a:latin typeface="Consolas" panose="020B0609020204030204" pitchFamily="49" charset="0"/>
              </a:rPr>
              <a:t>public</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00008B"/>
                </a:solidFill>
                <a:effectLst/>
                <a:latin typeface="Consolas" panose="020B0609020204030204" pitchFamily="49" charset="0"/>
              </a:rPr>
              <a:t>static</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00008B"/>
                </a:solidFill>
                <a:effectLst/>
                <a:latin typeface="Consolas" panose="020B0609020204030204" pitchFamily="49" charset="0"/>
              </a:rPr>
              <a:t>void</a:t>
            </a:r>
            <a:r>
              <a:rPr kumimoji="0" lang="en-US" altLang="en-US" sz="1600" b="0" i="0" u="none" strike="noStrike" cap="none" normalizeH="0" baseline="0" dirty="0">
                <a:ln>
                  <a:noFill/>
                </a:ln>
                <a:solidFill>
                  <a:srgbClr val="000000"/>
                </a:solidFill>
                <a:effectLst/>
                <a:latin typeface="Consolas" panose="020B0609020204030204" pitchFamily="49" charset="0"/>
              </a:rPr>
              <a:t> main( </a:t>
            </a:r>
            <a:r>
              <a:rPr kumimoji="0" lang="en-US" altLang="en-US" sz="1600" b="0" i="0" u="none" strike="noStrike" cap="none" normalizeH="0" baseline="0" dirty="0">
                <a:ln>
                  <a:noFill/>
                </a:ln>
                <a:solidFill>
                  <a:srgbClr val="2B91AF"/>
                </a:solidFill>
                <a:effectLst/>
                <a:latin typeface="Consolas" panose="020B0609020204030204" pitchFamily="49" charset="0"/>
              </a:rPr>
              <a:t>String</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000000"/>
                </a:solidFill>
                <a:effectLst/>
                <a:latin typeface="Consolas" panose="020B0609020204030204" pitchFamily="49" charset="0"/>
              </a:rPr>
              <a:t>args</a:t>
            </a:r>
            <a:r>
              <a:rPr kumimoji="0" lang="en-US" altLang="en-US" sz="1600" b="0" i="0" u="none" strike="noStrike" cap="none" normalizeH="0" baseline="0" dirty="0">
                <a:ln>
                  <a:noFill/>
                </a:ln>
                <a:solidFill>
                  <a:srgbClr val="000000"/>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808080"/>
                </a:solidFill>
                <a:effectLst/>
                <a:latin typeface="Consolas" panose="020B0609020204030204" pitchFamily="49" charset="0"/>
              </a:rPr>
              <a:t>/* Reference is of Human type and object is * Boy type */</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rgbClr val="000000"/>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B91AF"/>
                </a:solidFill>
                <a:effectLst/>
                <a:latin typeface="Consolas" panose="020B0609020204030204" pitchFamily="49" charset="0"/>
              </a:rPr>
              <a:t>Human</a:t>
            </a:r>
            <a:r>
              <a:rPr kumimoji="0" lang="en-US" altLang="en-US" sz="1600" b="0" i="0" u="none" strike="noStrike" cap="none" normalizeH="0" baseline="0" dirty="0">
                <a:ln>
                  <a:noFill/>
                </a:ln>
                <a:solidFill>
                  <a:srgbClr val="000000"/>
                </a:solidFill>
                <a:effectLst/>
                <a:latin typeface="Consolas" panose="020B0609020204030204" pitchFamily="49" charset="0"/>
              </a:rPr>
              <a:t> obj = </a:t>
            </a:r>
            <a:r>
              <a:rPr kumimoji="0" lang="en-US" altLang="en-US" sz="1600" b="0" i="0" u="none" strike="noStrike" cap="none" normalizeH="0" baseline="0" dirty="0">
                <a:ln>
                  <a:noFill/>
                </a:ln>
                <a:solidFill>
                  <a:srgbClr val="00008B"/>
                </a:solidFill>
                <a:effectLst/>
                <a:latin typeface="Consolas" panose="020B0609020204030204" pitchFamily="49" charset="0"/>
              </a:rPr>
              <a:t>new</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2B91AF"/>
                </a:solidFill>
                <a:effectLst/>
                <a:latin typeface="Consolas" panose="020B0609020204030204" pitchFamily="49" charset="0"/>
              </a:rPr>
              <a:t>Boy</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808080"/>
                </a:solidFill>
                <a:effectLst/>
                <a:latin typeface="Consolas" panose="020B0609020204030204" pitchFamily="49" charset="0"/>
              </a:rPr>
              <a:t>/* Reference is of </a:t>
            </a:r>
            <a:r>
              <a:rPr kumimoji="0" lang="en-US" altLang="en-US" sz="1600" b="0" i="0" u="none" strike="noStrike" cap="none" normalizeH="0" baseline="0" dirty="0" err="1">
                <a:ln>
                  <a:noFill/>
                </a:ln>
                <a:solidFill>
                  <a:srgbClr val="808080"/>
                </a:solidFill>
                <a:effectLst/>
                <a:latin typeface="Consolas" panose="020B0609020204030204" pitchFamily="49" charset="0"/>
              </a:rPr>
              <a:t>HUman</a:t>
            </a:r>
            <a:r>
              <a:rPr kumimoji="0" lang="en-US" altLang="en-US" sz="1600" b="0" i="0" u="none" strike="noStrike" cap="none" normalizeH="0" baseline="0" dirty="0">
                <a:ln>
                  <a:noFill/>
                </a:ln>
                <a:solidFill>
                  <a:srgbClr val="808080"/>
                </a:solidFill>
                <a:effectLst/>
                <a:latin typeface="Consolas" panose="020B0609020204030204" pitchFamily="49" charset="0"/>
              </a:rPr>
              <a:t> type and object is * of Human type. */</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B91AF"/>
                </a:solidFill>
                <a:effectLst/>
                <a:latin typeface="Consolas" panose="020B0609020204030204" pitchFamily="49" charset="0"/>
              </a:rPr>
              <a:t>Human</a:t>
            </a:r>
            <a:r>
              <a:rPr kumimoji="0" lang="en-US" altLang="en-US" sz="1600" b="0" i="0" u="none" strike="noStrike" cap="none" normalizeH="0" baseline="0" dirty="0">
                <a:ln>
                  <a:noFill/>
                </a:ln>
                <a:solidFill>
                  <a:srgbClr val="000000"/>
                </a:solidFill>
                <a:effectLst/>
                <a:latin typeface="Consolas" panose="020B0609020204030204" pitchFamily="49" charset="0"/>
              </a:rPr>
              <a:t> obj2 = </a:t>
            </a:r>
            <a:r>
              <a:rPr kumimoji="0" lang="en-US" altLang="en-US" sz="1600" b="0" i="0" u="none" strike="noStrike" cap="none" normalizeH="0" baseline="0" dirty="0">
                <a:ln>
                  <a:noFill/>
                </a:ln>
                <a:solidFill>
                  <a:srgbClr val="00008B"/>
                </a:solidFill>
                <a:effectLst/>
                <a:latin typeface="Consolas" panose="020B0609020204030204" pitchFamily="49" charset="0"/>
              </a:rPr>
              <a:t>new</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2B91AF"/>
                </a:solidFill>
                <a:effectLst/>
                <a:latin typeface="Consolas" panose="020B0609020204030204" pitchFamily="49" charset="0"/>
              </a:rPr>
              <a:t>Human</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000000"/>
                </a:solidFill>
                <a:effectLst/>
                <a:latin typeface="Consolas" panose="020B0609020204030204" pitchFamily="49" charset="0"/>
              </a:rPr>
              <a:t>obj.walk</a:t>
            </a:r>
            <a:r>
              <a:rPr kumimoji="0" lang="en-US" altLang="en-US" sz="16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onsolas" panose="020B0609020204030204" pitchFamily="49" charset="0"/>
              </a:rPr>
              <a:t>obj2.walk();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chemeClr val="tx1"/>
                </a:solidFill>
                <a:effectLst/>
              </a:rPr>
              <a:t> </a:t>
            </a:r>
          </a:p>
        </p:txBody>
      </p:sp>
      <p:sp>
        <p:nvSpPr>
          <p:cNvPr id="7" name="Rectangle 6">
            <a:extLst>
              <a:ext uri="{FF2B5EF4-FFF2-40B4-BE49-F238E27FC236}">
                <a16:creationId xmlns:a16="http://schemas.microsoft.com/office/drawing/2014/main" id="{6296CFA1-51C3-4AB4-9BCE-9FDB2226B3C6}"/>
              </a:ext>
            </a:extLst>
          </p:cNvPr>
          <p:cNvSpPr>
            <a:spLocks noChangeArrowheads="1"/>
          </p:cNvSpPr>
          <p:nvPr/>
        </p:nvSpPr>
        <p:spPr bwMode="auto">
          <a:xfrm>
            <a:off x="8662650" y="5821013"/>
            <a:ext cx="2869913" cy="923330"/>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accent6"/>
                </a:solidFill>
                <a:effectLst/>
                <a:highlight>
                  <a:srgbClr val="FFFF00"/>
                </a:highlight>
                <a:latin typeface="PT Sans"/>
              </a:rPr>
              <a:t>Output:</a:t>
            </a:r>
            <a:endParaRPr kumimoji="0" lang="en-US" altLang="en-US" b="0" i="0" u="none" strike="noStrike" cap="none" normalizeH="0" baseline="0" dirty="0">
              <a:ln>
                <a:noFill/>
              </a:ln>
              <a:solidFill>
                <a:schemeClr val="accent6"/>
              </a:solidFill>
              <a:effectLst/>
              <a:highlight>
                <a:srgbClr val="FFFF00"/>
              </a:highligh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B91AF"/>
                </a:solidFill>
                <a:effectLst/>
                <a:latin typeface="Consolas" panose="020B0609020204030204" pitchFamily="49" charset="0"/>
              </a:rPr>
              <a:t>Human</a:t>
            </a:r>
            <a:r>
              <a:rPr kumimoji="0" lang="en-US" altLang="en-US" b="0" i="0" u="none" strike="noStrike" cap="none" normalizeH="0" baseline="0" dirty="0">
                <a:ln>
                  <a:noFill/>
                </a:ln>
                <a:solidFill>
                  <a:srgbClr val="000000"/>
                </a:solidFill>
                <a:effectLst/>
                <a:latin typeface="Consolas" panose="020B0609020204030204" pitchFamily="49" charset="0"/>
              </a:rPr>
              <a:t> walks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B91AF"/>
                </a:solidFill>
                <a:effectLst/>
                <a:latin typeface="Consolas" panose="020B0609020204030204" pitchFamily="49" charset="0"/>
              </a:rPr>
              <a:t>Human</a:t>
            </a:r>
            <a:r>
              <a:rPr kumimoji="0" lang="en-US" altLang="en-US" b="0" i="0" u="none" strike="noStrike" cap="none" normalizeH="0" baseline="0" dirty="0">
                <a:ln>
                  <a:noFill/>
                </a:ln>
                <a:solidFill>
                  <a:srgbClr val="000000"/>
                </a:solidFill>
                <a:effectLst/>
                <a:latin typeface="Consolas" panose="020B0609020204030204" pitchFamily="49" charset="0"/>
              </a:rPr>
              <a:t> walks</a:t>
            </a:r>
            <a:r>
              <a:rPr kumimoji="0" lang="en-US" altLang="en-US" b="0" i="0" u="none" strike="noStrike" cap="none" normalizeH="0" baseline="0" dirty="0">
                <a:ln>
                  <a:noFill/>
                </a:ln>
                <a:solidFill>
                  <a:schemeClr val="tx1"/>
                </a:solidFill>
                <a:effectLst/>
              </a:rPr>
              <a:t> </a:t>
            </a:r>
          </a:p>
        </p:txBody>
      </p:sp>
      <p:sp>
        <p:nvSpPr>
          <p:cNvPr id="8" name="Title 1">
            <a:extLst>
              <a:ext uri="{FF2B5EF4-FFF2-40B4-BE49-F238E27FC236}">
                <a16:creationId xmlns:a16="http://schemas.microsoft.com/office/drawing/2014/main" id="{320EE0AF-99BC-49C8-8248-B0C24BB8B242}"/>
              </a:ext>
            </a:extLst>
          </p:cNvPr>
          <p:cNvSpPr txBox="1">
            <a:spLocks/>
          </p:cNvSpPr>
          <p:nvPr/>
        </p:nvSpPr>
        <p:spPr>
          <a:xfrm>
            <a:off x="7566738" y="860246"/>
            <a:ext cx="5061735" cy="274638"/>
          </a:xfrm>
          <a:prstGeom prst="rect">
            <a:avLst/>
          </a:prstGeom>
        </p:spPr>
        <p:txBody>
          <a:bodyPr vert="horz" anchor="ctr">
            <a:noAutofit/>
            <a:scene3d>
              <a:camera prst="orthographicFront"/>
              <a:lightRig rig="soft" dir="t"/>
            </a:scene3d>
            <a:sp3d prstMaterial="softEdge">
              <a:bevelT w="25400" h="25400"/>
            </a:sp3d>
          </a:bodyPr>
          <a:lstStyle>
            <a:lvl1pPr algn="l" rtl="0" eaLnBrk="1" fontAlgn="base" hangingPunct="1">
              <a:spcBef>
                <a:spcPct val="0"/>
              </a:spcBef>
              <a:spcAft>
                <a:spcPct val="0"/>
              </a:spcAft>
              <a:defRPr sz="3600" b="1" kern="1200">
                <a:solidFill>
                  <a:schemeClr val="tx2"/>
                </a:solidFill>
                <a:effectLst>
                  <a:outerShdw blurRad="31750" dist="25400" dir="5400000" algn="tl" rotWithShape="0">
                    <a:srgbClr val="000000">
                      <a:alpha val="25000"/>
                    </a:srgbClr>
                  </a:outerShdw>
                </a:effectLst>
                <a:latin typeface="Cambria" panose="02040503050406030204" pitchFamily="18" charset="0"/>
                <a:ea typeface="+mj-ea"/>
                <a:cs typeface="+mj-cs"/>
              </a:defRPr>
            </a:lvl1pPr>
            <a:lvl2pPr algn="l" rtl="0" eaLnBrk="1" fontAlgn="base" hangingPunct="1">
              <a:spcBef>
                <a:spcPct val="0"/>
              </a:spcBef>
              <a:spcAft>
                <a:spcPct val="0"/>
              </a:spcAft>
              <a:defRPr sz="4100" b="1">
                <a:solidFill>
                  <a:schemeClr val="tx2"/>
                </a:solidFill>
                <a:latin typeface="Lucida Sans Unicode" pitchFamily="34" charset="0"/>
              </a:defRPr>
            </a:lvl2pPr>
            <a:lvl3pPr algn="l" rtl="0" eaLnBrk="1" fontAlgn="base" hangingPunct="1">
              <a:spcBef>
                <a:spcPct val="0"/>
              </a:spcBef>
              <a:spcAft>
                <a:spcPct val="0"/>
              </a:spcAft>
              <a:defRPr sz="4100" b="1">
                <a:solidFill>
                  <a:schemeClr val="tx2"/>
                </a:solidFill>
                <a:latin typeface="Lucida Sans Unicode" pitchFamily="34" charset="0"/>
              </a:defRPr>
            </a:lvl3pPr>
            <a:lvl4pPr algn="l" rtl="0" eaLnBrk="1" fontAlgn="base" hangingPunct="1">
              <a:spcBef>
                <a:spcPct val="0"/>
              </a:spcBef>
              <a:spcAft>
                <a:spcPct val="0"/>
              </a:spcAft>
              <a:defRPr sz="4100" b="1">
                <a:solidFill>
                  <a:schemeClr val="tx2"/>
                </a:solidFill>
                <a:latin typeface="Lucida Sans Unicode" pitchFamily="34" charset="0"/>
              </a:defRPr>
            </a:lvl4pPr>
            <a:lvl5pPr algn="l" rtl="0" eaLnBrk="1" fontAlgn="base" hangingPunct="1">
              <a:spcBef>
                <a:spcPct val="0"/>
              </a:spcBef>
              <a:spcAft>
                <a:spcPct val="0"/>
              </a:spcAft>
              <a:defRPr sz="4100" b="1">
                <a:solidFill>
                  <a:schemeClr val="tx2"/>
                </a:solidFill>
                <a:latin typeface="Lucida Sans Unicode" pitchFamily="34"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a:lstStyle>
          <a:p>
            <a:pPr fontAlgn="auto">
              <a:spcAft>
                <a:spcPts val="0"/>
              </a:spcAft>
              <a:defRPr/>
            </a:pPr>
            <a:r>
              <a:rPr lang="en-US" sz="2400" dirty="0">
                <a:solidFill>
                  <a:srgbClr val="3380E6"/>
                </a:solidFill>
                <a:highlight>
                  <a:srgbClr val="FFFF00"/>
                </a:highlight>
                <a:latin typeface="Calibri" panose="020F0502020204030204" pitchFamily="34" charset="0"/>
              </a:rPr>
              <a:t>Static binding example</a:t>
            </a:r>
          </a:p>
        </p:txBody>
      </p:sp>
    </p:spTree>
    <p:extLst>
      <p:ext uri="{BB962C8B-B14F-4D97-AF65-F5344CB8AC3E}">
        <p14:creationId xmlns:p14="http://schemas.microsoft.com/office/powerpoint/2010/main" val="332001219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B8754-72E2-4862-96CA-FB080177DD86}"/>
              </a:ext>
            </a:extLst>
          </p:cNvPr>
          <p:cNvSpPr>
            <a:spLocks noGrp="1"/>
          </p:cNvSpPr>
          <p:nvPr>
            <p:ph type="title"/>
          </p:nvPr>
        </p:nvSpPr>
        <p:spPr>
          <a:xfrm>
            <a:off x="609600" y="0"/>
            <a:ext cx="10972800" cy="362360"/>
          </a:xfrm>
        </p:spPr>
        <p:txBody>
          <a:bodyPr>
            <a:noAutofit/>
          </a:bodyPr>
          <a:lstStyle/>
          <a:p>
            <a:pPr fontAlgn="auto">
              <a:spcAft>
                <a:spcPts val="0"/>
              </a:spcAft>
              <a:defRPr/>
            </a:pPr>
            <a:r>
              <a:rPr lang="en-US" sz="4000" dirty="0">
                <a:solidFill>
                  <a:srgbClr val="3380E6"/>
                </a:solidFill>
                <a:latin typeface="Calibri" panose="020F0502020204030204" pitchFamily="34" charset="0"/>
              </a:rPr>
              <a:t>Static </a:t>
            </a:r>
            <a:r>
              <a:rPr lang="en-US" sz="4000" dirty="0">
                <a:solidFill>
                  <a:srgbClr val="3380E6"/>
                </a:solidFill>
                <a:highlight>
                  <a:srgbClr val="FFFF00"/>
                </a:highlight>
                <a:latin typeface="Calibri" panose="020F0502020204030204" pitchFamily="34" charset="0"/>
              </a:rPr>
              <a:t>binding example</a:t>
            </a:r>
          </a:p>
        </p:txBody>
      </p:sp>
      <p:sp>
        <p:nvSpPr>
          <p:cNvPr id="9" name="Rectangle 5">
            <a:extLst>
              <a:ext uri="{FF2B5EF4-FFF2-40B4-BE49-F238E27FC236}">
                <a16:creationId xmlns:a16="http://schemas.microsoft.com/office/drawing/2014/main" id="{A3C59A98-D727-4FA1-B0F1-91E39B17611C}"/>
              </a:ext>
            </a:extLst>
          </p:cNvPr>
          <p:cNvSpPr>
            <a:spLocks noChangeArrowheads="1"/>
          </p:cNvSpPr>
          <p:nvPr/>
        </p:nvSpPr>
        <p:spPr bwMode="auto">
          <a:xfrm>
            <a:off x="178087" y="670136"/>
            <a:ext cx="8904270" cy="5940088"/>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8B"/>
                </a:solidFill>
                <a:effectLst/>
                <a:latin typeface="Consolas" panose="020B0609020204030204" pitchFamily="49" charset="0"/>
              </a:rPr>
              <a:t>class</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2B91AF"/>
                </a:solidFill>
                <a:effectLst/>
                <a:latin typeface="Consolas" panose="020B0609020204030204" pitchFamily="49" charset="0"/>
              </a:rPr>
              <a:t>Human</a:t>
            </a:r>
            <a:r>
              <a:rPr kumimoji="0" lang="en-US" altLang="en-US" sz="20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solidFill>
                <a:srgbClr val="000000"/>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8B"/>
                </a:solidFill>
                <a:effectLst/>
                <a:latin typeface="Consolas" panose="020B0609020204030204" pitchFamily="49" charset="0"/>
              </a:rPr>
              <a:t>public</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00008B"/>
                </a:solidFill>
                <a:effectLst/>
                <a:latin typeface="Consolas" panose="020B0609020204030204" pitchFamily="49" charset="0"/>
              </a:rPr>
              <a:t>static</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00008B"/>
                </a:solidFill>
                <a:effectLst/>
                <a:latin typeface="Consolas" panose="020B0609020204030204" pitchFamily="49" charset="0"/>
              </a:rPr>
              <a:t>void</a:t>
            </a:r>
            <a:r>
              <a:rPr kumimoji="0" lang="en-US" altLang="en-US" sz="2000" b="0" i="0" u="none" strike="noStrike" cap="none" normalizeH="0" baseline="0" dirty="0">
                <a:ln>
                  <a:noFill/>
                </a:ln>
                <a:solidFill>
                  <a:srgbClr val="000000"/>
                </a:solidFill>
                <a:effectLst/>
                <a:latin typeface="Consolas" panose="020B0609020204030204" pitchFamily="49" charset="0"/>
              </a:rPr>
              <a:t> walk()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rgbClr val="2B91AF"/>
                </a:solidFill>
                <a:effectLst/>
                <a:latin typeface="Consolas" panose="020B0609020204030204" pitchFamily="49" charset="0"/>
              </a:rPr>
              <a:t>System</a:t>
            </a:r>
            <a:r>
              <a:rPr kumimoji="0" lang="en-US" altLang="en-US" sz="2000" b="0" i="0" u="none" strike="noStrike" cap="none" normalizeH="0" baseline="0" dirty="0" err="1">
                <a:ln>
                  <a:noFill/>
                </a:ln>
                <a:solidFill>
                  <a:srgbClr val="000000"/>
                </a:solidFill>
                <a:effectLst/>
                <a:latin typeface="Consolas" panose="020B0609020204030204" pitchFamily="49" charset="0"/>
              </a:rPr>
              <a:t>.</a:t>
            </a:r>
            <a:r>
              <a:rPr kumimoji="0" lang="en-US" altLang="en-US" sz="2000" b="0" i="0" u="none" strike="noStrike" cap="none" normalizeH="0" baseline="0" dirty="0" err="1">
                <a:ln>
                  <a:noFill/>
                </a:ln>
                <a:solidFill>
                  <a:srgbClr val="00008B"/>
                </a:solidFill>
                <a:effectLst/>
                <a:latin typeface="Consolas" panose="020B0609020204030204" pitchFamily="49" charset="0"/>
              </a:rPr>
              <a:t>out</a:t>
            </a:r>
            <a:r>
              <a:rPr kumimoji="0" lang="en-US" altLang="en-US" sz="2000" b="0" i="0" u="none" strike="noStrike" cap="none" normalizeH="0" baseline="0" dirty="0" err="1">
                <a:ln>
                  <a:noFill/>
                </a:ln>
                <a:solidFill>
                  <a:srgbClr val="000000"/>
                </a:solidFill>
                <a:effectLst/>
                <a:latin typeface="Consolas" panose="020B0609020204030204" pitchFamily="49" charset="0"/>
              </a:rPr>
              <a:t>.println</a:t>
            </a:r>
            <a:r>
              <a:rPr kumimoji="0" lang="en-US" altLang="en-US" sz="2000" b="0" i="0" u="none" strike="noStrike" cap="none" normalizeH="0" baseline="0" dirty="0">
                <a:ln>
                  <a:noFill/>
                </a:ln>
                <a:solidFill>
                  <a:srgbClr val="000000"/>
                </a:solidFill>
                <a:effectLst/>
                <a:latin typeface="Consolas" panose="020B0609020204030204" pitchFamily="49" charset="0"/>
              </a:rPr>
              <a:t>(</a:t>
            </a:r>
            <a:r>
              <a:rPr kumimoji="0" lang="en-US" altLang="en-US" sz="2000" b="0" i="0" u="none" strike="noStrike" cap="none" normalizeH="0" baseline="0" dirty="0">
                <a:ln>
                  <a:noFill/>
                </a:ln>
                <a:solidFill>
                  <a:srgbClr val="800000"/>
                </a:solidFill>
                <a:effectLst/>
                <a:latin typeface="Consolas" panose="020B0609020204030204" pitchFamily="49" charset="0"/>
              </a:rPr>
              <a:t>"Human walks"</a:t>
            </a:r>
            <a:r>
              <a:rPr kumimoji="0" lang="en-US" altLang="en-US" sz="20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8B"/>
                </a:solidFill>
                <a:effectLst/>
                <a:latin typeface="Consolas" panose="020B0609020204030204" pitchFamily="49" charset="0"/>
              </a:rPr>
              <a:t>class</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2B91AF"/>
                </a:solidFill>
                <a:effectLst/>
                <a:latin typeface="Consolas" panose="020B0609020204030204" pitchFamily="49" charset="0"/>
              </a:rPr>
              <a:t>Boy</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00008B"/>
                </a:solidFill>
                <a:effectLst/>
                <a:latin typeface="Consolas" panose="020B0609020204030204" pitchFamily="49" charset="0"/>
              </a:rPr>
              <a:t>extends</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2B91AF"/>
                </a:solidFill>
                <a:effectLst/>
                <a:latin typeface="Consolas" panose="020B0609020204030204" pitchFamily="49" charset="0"/>
              </a:rPr>
              <a:t>Human</a:t>
            </a:r>
            <a:r>
              <a:rPr kumimoji="0" lang="en-US" altLang="en-US" sz="20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8B"/>
                </a:solidFill>
                <a:effectLst/>
                <a:latin typeface="Consolas" panose="020B0609020204030204" pitchFamily="49" charset="0"/>
              </a:rPr>
              <a:t>public</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00008B"/>
                </a:solidFill>
                <a:effectLst/>
                <a:latin typeface="Consolas" panose="020B0609020204030204" pitchFamily="49" charset="0"/>
              </a:rPr>
              <a:t>static</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00008B"/>
                </a:solidFill>
                <a:effectLst/>
                <a:latin typeface="Consolas" panose="020B0609020204030204" pitchFamily="49" charset="0"/>
              </a:rPr>
              <a:t>void</a:t>
            </a:r>
            <a:r>
              <a:rPr kumimoji="0" lang="en-US" altLang="en-US" sz="2000" b="0" i="0" u="none" strike="noStrike" cap="none" normalizeH="0" baseline="0" dirty="0">
                <a:ln>
                  <a:noFill/>
                </a:ln>
                <a:solidFill>
                  <a:srgbClr val="000000"/>
                </a:solidFill>
                <a:effectLst/>
                <a:latin typeface="Consolas" panose="020B0609020204030204" pitchFamily="49" charset="0"/>
              </a:rPr>
              <a:t> walk(){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rgbClr val="2B91AF"/>
                </a:solidFill>
                <a:effectLst/>
                <a:latin typeface="Consolas" panose="020B0609020204030204" pitchFamily="49" charset="0"/>
              </a:rPr>
              <a:t>System</a:t>
            </a:r>
            <a:r>
              <a:rPr kumimoji="0" lang="en-US" altLang="en-US" sz="2000" b="0" i="0" u="none" strike="noStrike" cap="none" normalizeH="0" baseline="0" dirty="0" err="1">
                <a:ln>
                  <a:noFill/>
                </a:ln>
                <a:solidFill>
                  <a:srgbClr val="000000"/>
                </a:solidFill>
                <a:effectLst/>
                <a:latin typeface="Consolas" panose="020B0609020204030204" pitchFamily="49" charset="0"/>
              </a:rPr>
              <a:t>.</a:t>
            </a:r>
            <a:r>
              <a:rPr kumimoji="0" lang="en-US" altLang="en-US" sz="2000" b="0" i="0" u="none" strike="noStrike" cap="none" normalizeH="0" baseline="0" dirty="0" err="1">
                <a:ln>
                  <a:noFill/>
                </a:ln>
                <a:solidFill>
                  <a:srgbClr val="00008B"/>
                </a:solidFill>
                <a:effectLst/>
                <a:latin typeface="Consolas" panose="020B0609020204030204" pitchFamily="49" charset="0"/>
              </a:rPr>
              <a:t>out</a:t>
            </a:r>
            <a:r>
              <a:rPr kumimoji="0" lang="en-US" altLang="en-US" sz="2000" b="0" i="0" u="none" strike="noStrike" cap="none" normalizeH="0" baseline="0" dirty="0" err="1">
                <a:ln>
                  <a:noFill/>
                </a:ln>
                <a:solidFill>
                  <a:srgbClr val="000000"/>
                </a:solidFill>
                <a:effectLst/>
                <a:latin typeface="Consolas" panose="020B0609020204030204" pitchFamily="49" charset="0"/>
              </a:rPr>
              <a:t>.println</a:t>
            </a:r>
            <a:r>
              <a:rPr kumimoji="0" lang="en-US" altLang="en-US" sz="2000" b="0" i="0" u="none" strike="noStrike" cap="none" normalizeH="0" baseline="0" dirty="0">
                <a:ln>
                  <a:noFill/>
                </a:ln>
                <a:solidFill>
                  <a:srgbClr val="000000"/>
                </a:solidFill>
                <a:effectLst/>
                <a:latin typeface="Consolas" panose="020B0609020204030204" pitchFamily="49" charset="0"/>
              </a:rPr>
              <a:t>(</a:t>
            </a:r>
            <a:r>
              <a:rPr kumimoji="0" lang="en-US" altLang="en-US" sz="2000" b="0" i="0" u="none" strike="noStrike" cap="none" normalizeH="0" baseline="0" dirty="0">
                <a:ln>
                  <a:noFill/>
                </a:ln>
                <a:solidFill>
                  <a:srgbClr val="800000"/>
                </a:solidFill>
                <a:effectLst/>
                <a:latin typeface="Consolas" panose="020B0609020204030204" pitchFamily="49" charset="0"/>
              </a:rPr>
              <a:t>"Boy walks"</a:t>
            </a:r>
            <a:r>
              <a:rPr kumimoji="0" lang="en-US" altLang="en-US" sz="20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solidFill>
                <a:srgbClr val="000000"/>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00008B"/>
                </a:solidFill>
                <a:effectLst/>
                <a:latin typeface="Consolas" panose="020B0609020204030204" pitchFamily="49" charset="0"/>
              </a:rPr>
              <a:t>public</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00008B"/>
                </a:solidFill>
                <a:effectLst/>
                <a:latin typeface="Consolas" panose="020B0609020204030204" pitchFamily="49" charset="0"/>
              </a:rPr>
              <a:t>static</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00008B"/>
                </a:solidFill>
                <a:effectLst/>
                <a:latin typeface="Consolas" panose="020B0609020204030204" pitchFamily="49" charset="0"/>
              </a:rPr>
              <a:t>void</a:t>
            </a:r>
            <a:r>
              <a:rPr kumimoji="0" lang="en-US" altLang="en-US" sz="2000" b="0" i="0" u="none" strike="noStrike" cap="none" normalizeH="0" baseline="0" dirty="0">
                <a:ln>
                  <a:noFill/>
                </a:ln>
                <a:solidFill>
                  <a:srgbClr val="000000"/>
                </a:solidFill>
                <a:effectLst/>
                <a:latin typeface="Consolas" panose="020B0609020204030204" pitchFamily="49" charset="0"/>
              </a:rPr>
              <a:t> main( </a:t>
            </a:r>
            <a:r>
              <a:rPr kumimoji="0" lang="en-US" altLang="en-US" sz="2000" b="0" i="0" u="none" strike="noStrike" cap="none" normalizeH="0" baseline="0" dirty="0">
                <a:ln>
                  <a:noFill/>
                </a:ln>
                <a:solidFill>
                  <a:srgbClr val="2B91AF"/>
                </a:solidFill>
                <a:effectLst/>
                <a:latin typeface="Consolas" panose="020B0609020204030204" pitchFamily="49" charset="0"/>
              </a:rPr>
              <a:t>String</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err="1">
                <a:ln>
                  <a:noFill/>
                </a:ln>
                <a:solidFill>
                  <a:srgbClr val="000000"/>
                </a:solidFill>
                <a:effectLst/>
                <a:latin typeface="Consolas" panose="020B0609020204030204" pitchFamily="49" charset="0"/>
              </a:rPr>
              <a:t>args</a:t>
            </a:r>
            <a:r>
              <a:rPr kumimoji="0" lang="en-US" altLang="en-US" sz="2000" b="0" i="0" u="none" strike="noStrike" cap="none" normalizeH="0" baseline="0" dirty="0">
                <a:ln>
                  <a:noFill/>
                </a:ln>
                <a:solidFill>
                  <a:srgbClr val="000000"/>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808080"/>
                </a:solidFill>
                <a:effectLst/>
                <a:latin typeface="Consolas" panose="020B0609020204030204" pitchFamily="49" charset="0"/>
              </a:rPr>
              <a:t>/* Reference is of Human type and object is * Boy type */</a:t>
            </a:r>
            <a:r>
              <a:rPr kumimoji="0" lang="en-US" altLang="en-US" sz="20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solidFill>
                <a:srgbClr val="000000"/>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B91AF"/>
                </a:solidFill>
                <a:effectLst/>
                <a:latin typeface="Consolas" panose="020B0609020204030204" pitchFamily="49" charset="0"/>
              </a:rPr>
              <a:t>Human</a:t>
            </a:r>
            <a:r>
              <a:rPr kumimoji="0" lang="en-US" altLang="en-US" sz="2000" b="0" i="0" u="none" strike="noStrike" cap="none" normalizeH="0" baseline="0" dirty="0">
                <a:ln>
                  <a:noFill/>
                </a:ln>
                <a:solidFill>
                  <a:srgbClr val="000000"/>
                </a:solidFill>
                <a:effectLst/>
                <a:latin typeface="Consolas" panose="020B0609020204030204" pitchFamily="49" charset="0"/>
              </a:rPr>
              <a:t> obj = </a:t>
            </a:r>
            <a:r>
              <a:rPr kumimoji="0" lang="en-US" altLang="en-US" sz="2000" b="0" i="0" u="none" strike="noStrike" cap="none" normalizeH="0" baseline="0" dirty="0">
                <a:ln>
                  <a:noFill/>
                </a:ln>
                <a:solidFill>
                  <a:srgbClr val="00008B"/>
                </a:solidFill>
                <a:effectLst/>
                <a:latin typeface="Consolas" panose="020B0609020204030204" pitchFamily="49" charset="0"/>
              </a:rPr>
              <a:t>new</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2B91AF"/>
                </a:solidFill>
                <a:effectLst/>
                <a:latin typeface="Consolas" panose="020B0609020204030204" pitchFamily="49" charset="0"/>
              </a:rPr>
              <a:t>Boy</a:t>
            </a:r>
            <a:r>
              <a:rPr kumimoji="0" lang="en-US" altLang="en-US" sz="20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808080"/>
                </a:solidFill>
                <a:effectLst/>
                <a:latin typeface="Consolas" panose="020B0609020204030204" pitchFamily="49" charset="0"/>
              </a:rPr>
              <a:t>/* Reference is of </a:t>
            </a:r>
            <a:r>
              <a:rPr kumimoji="0" lang="en-US" altLang="en-US" sz="2000" b="0" i="0" u="none" strike="noStrike" cap="none" normalizeH="0" baseline="0" dirty="0" err="1">
                <a:ln>
                  <a:noFill/>
                </a:ln>
                <a:solidFill>
                  <a:srgbClr val="808080"/>
                </a:solidFill>
                <a:effectLst/>
                <a:latin typeface="Consolas" panose="020B0609020204030204" pitchFamily="49" charset="0"/>
              </a:rPr>
              <a:t>HUman</a:t>
            </a:r>
            <a:r>
              <a:rPr kumimoji="0" lang="en-US" altLang="en-US" sz="2000" b="0" i="0" u="none" strike="noStrike" cap="none" normalizeH="0" baseline="0" dirty="0">
                <a:ln>
                  <a:noFill/>
                </a:ln>
                <a:solidFill>
                  <a:srgbClr val="808080"/>
                </a:solidFill>
                <a:effectLst/>
                <a:latin typeface="Consolas" panose="020B0609020204030204" pitchFamily="49" charset="0"/>
              </a:rPr>
              <a:t> type and object is * of Human type. */</a:t>
            </a:r>
            <a:r>
              <a:rPr kumimoji="0" lang="en-US" altLang="en-US" sz="20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B91AF"/>
                </a:solidFill>
                <a:effectLst/>
                <a:latin typeface="Consolas" panose="020B0609020204030204" pitchFamily="49" charset="0"/>
              </a:rPr>
              <a:t>Human</a:t>
            </a:r>
            <a:r>
              <a:rPr kumimoji="0" lang="en-US" altLang="en-US" sz="2000" b="0" i="0" u="none" strike="noStrike" cap="none" normalizeH="0" baseline="0" dirty="0">
                <a:ln>
                  <a:noFill/>
                </a:ln>
                <a:solidFill>
                  <a:srgbClr val="000000"/>
                </a:solidFill>
                <a:effectLst/>
                <a:latin typeface="Consolas" panose="020B0609020204030204" pitchFamily="49" charset="0"/>
              </a:rPr>
              <a:t> obj2 = </a:t>
            </a:r>
            <a:r>
              <a:rPr kumimoji="0" lang="en-US" altLang="en-US" sz="2000" b="0" i="0" u="none" strike="noStrike" cap="none" normalizeH="0" baseline="0" dirty="0">
                <a:ln>
                  <a:noFill/>
                </a:ln>
                <a:solidFill>
                  <a:srgbClr val="00008B"/>
                </a:solidFill>
                <a:effectLst/>
                <a:latin typeface="Consolas" panose="020B0609020204030204" pitchFamily="49" charset="0"/>
              </a:rPr>
              <a:t>new</a:t>
            </a: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2B91AF"/>
                </a:solidFill>
                <a:effectLst/>
                <a:latin typeface="Consolas" panose="020B0609020204030204" pitchFamily="49" charset="0"/>
              </a:rPr>
              <a:t>Human</a:t>
            </a:r>
            <a:r>
              <a:rPr kumimoji="0" lang="en-US" altLang="en-US" sz="20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rgbClr val="000000"/>
                </a:solidFill>
                <a:effectLst/>
                <a:latin typeface="Consolas" panose="020B0609020204030204" pitchFamily="49" charset="0"/>
              </a:rPr>
              <a:t>obj.walk</a:t>
            </a:r>
            <a:r>
              <a:rPr kumimoji="0" lang="en-US" altLang="en-US" sz="20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onsolas" panose="020B0609020204030204" pitchFamily="49" charset="0"/>
              </a:rPr>
              <a:t>obj2.walk();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chemeClr val="tx1"/>
                </a:solidFill>
                <a:effectLst/>
              </a:rPr>
              <a:t> </a:t>
            </a:r>
          </a:p>
        </p:txBody>
      </p:sp>
      <p:sp>
        <p:nvSpPr>
          <p:cNvPr id="10" name="Rectangle 6">
            <a:extLst>
              <a:ext uri="{FF2B5EF4-FFF2-40B4-BE49-F238E27FC236}">
                <a16:creationId xmlns:a16="http://schemas.microsoft.com/office/drawing/2014/main" id="{FA449E79-C5B4-4A21-9D27-77DC8CD6E5AE}"/>
              </a:ext>
            </a:extLst>
          </p:cNvPr>
          <p:cNvSpPr>
            <a:spLocks noChangeArrowheads="1"/>
          </p:cNvSpPr>
          <p:nvPr/>
        </p:nvSpPr>
        <p:spPr bwMode="auto">
          <a:xfrm>
            <a:off x="9236467" y="2436422"/>
            <a:ext cx="2869913" cy="1569660"/>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rgbClr val="222426"/>
                </a:solidFill>
                <a:effectLst/>
                <a:latin typeface="PT Sans"/>
              </a:rPr>
              <a:t>Output:</a:t>
            </a:r>
            <a:endParaRPr kumimoji="0" lang="en-US" altLang="en-US" sz="3200" b="0" i="0" u="none" strike="noStrike" cap="none" normalizeH="0" baseline="0" dirty="0">
              <a:ln>
                <a:noFill/>
              </a:ln>
              <a:solidFill>
                <a:srgbClr val="2B91AF"/>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rgbClr val="2B91AF"/>
                </a:solidFill>
                <a:effectLst/>
                <a:latin typeface="Consolas" panose="020B0609020204030204" pitchFamily="49" charset="0"/>
              </a:rPr>
              <a:t>Human</a:t>
            </a:r>
            <a:r>
              <a:rPr kumimoji="0" lang="en-US" altLang="en-US" sz="3200" b="0" i="0" u="none" strike="noStrike" cap="none" normalizeH="0" baseline="0" dirty="0">
                <a:ln>
                  <a:noFill/>
                </a:ln>
                <a:solidFill>
                  <a:srgbClr val="000000"/>
                </a:solidFill>
                <a:effectLst/>
                <a:latin typeface="Consolas" panose="020B0609020204030204" pitchFamily="49" charset="0"/>
              </a:rPr>
              <a:t> walks </a:t>
            </a:r>
            <a:r>
              <a:rPr kumimoji="0" lang="en-US" altLang="en-US" sz="3200" b="0" i="0" u="none" strike="noStrike" cap="none" normalizeH="0" baseline="0" dirty="0">
                <a:ln>
                  <a:noFill/>
                </a:ln>
                <a:solidFill>
                  <a:srgbClr val="2B91AF"/>
                </a:solidFill>
                <a:effectLst/>
                <a:latin typeface="Consolas" panose="020B0609020204030204" pitchFamily="49" charset="0"/>
              </a:rPr>
              <a:t>Human</a:t>
            </a:r>
            <a:r>
              <a:rPr kumimoji="0" lang="en-US" altLang="en-US" sz="3200" b="0" i="0" u="none" strike="noStrike" cap="none" normalizeH="0" baseline="0" dirty="0">
                <a:ln>
                  <a:noFill/>
                </a:ln>
                <a:solidFill>
                  <a:srgbClr val="000000"/>
                </a:solidFill>
                <a:effectLst/>
                <a:latin typeface="Consolas" panose="020B0609020204030204" pitchFamily="49" charset="0"/>
              </a:rPr>
              <a:t> walks</a:t>
            </a:r>
            <a:r>
              <a:rPr kumimoji="0" lang="en-US" altLang="en-US" sz="3200" b="0" i="0" u="none" strike="noStrike" cap="none" normalizeH="0" baseline="0" dirty="0">
                <a:ln>
                  <a:noFill/>
                </a:ln>
                <a:solidFill>
                  <a:schemeClr val="tx1"/>
                </a:solidFill>
                <a:effectLst/>
              </a:rPr>
              <a:t> </a:t>
            </a:r>
          </a:p>
        </p:txBody>
      </p:sp>
    </p:spTree>
    <p:extLst>
      <p:ext uri="{BB962C8B-B14F-4D97-AF65-F5344CB8AC3E}">
        <p14:creationId xmlns:p14="http://schemas.microsoft.com/office/powerpoint/2010/main" val="387166236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C0B1E-1AB9-4945-AA85-5F90BCD027F1}"/>
              </a:ext>
            </a:extLst>
          </p:cNvPr>
          <p:cNvSpPr>
            <a:spLocks noGrp="1"/>
          </p:cNvSpPr>
          <p:nvPr>
            <p:ph type="title"/>
          </p:nvPr>
        </p:nvSpPr>
        <p:spPr/>
        <p:txBody>
          <a:bodyPr/>
          <a:lstStyle/>
          <a:p>
            <a:pPr fontAlgn="auto">
              <a:spcAft>
                <a:spcPts val="0"/>
              </a:spcAft>
              <a:defRPr/>
            </a:pPr>
            <a:r>
              <a:rPr lang="en-US" dirty="0">
                <a:solidFill>
                  <a:srgbClr val="24B5A1"/>
                </a:solidFill>
                <a:latin typeface="Calibri" panose="020F0502020204030204" pitchFamily="34" charset="0"/>
              </a:rPr>
              <a:t>10.7  </a:t>
            </a:r>
            <a:r>
              <a:rPr lang="en-US" dirty="0">
                <a:solidFill>
                  <a:srgbClr val="3380E6"/>
                </a:solidFill>
                <a:latin typeface="Consolas" panose="020B0609020204030204" pitchFamily="49" charset="0"/>
              </a:rPr>
              <a:t>final</a:t>
            </a:r>
            <a:r>
              <a:rPr lang="en-US" dirty="0">
                <a:solidFill>
                  <a:srgbClr val="3380E6"/>
                </a:solidFill>
                <a:latin typeface="Calibri" panose="020F0502020204030204" pitchFamily="34" charset="0"/>
              </a:rPr>
              <a:t> Methods and Classes</a:t>
            </a:r>
          </a:p>
        </p:txBody>
      </p:sp>
      <p:sp>
        <p:nvSpPr>
          <p:cNvPr id="86019" name="Text Placeholder 2">
            <a:extLst>
              <a:ext uri="{FF2B5EF4-FFF2-40B4-BE49-F238E27FC236}">
                <a16:creationId xmlns:a16="http://schemas.microsoft.com/office/drawing/2014/main" id="{0BA628FB-3601-4E46-B2B9-0FE7CAA74761}"/>
              </a:ext>
            </a:extLst>
          </p:cNvPr>
          <p:cNvSpPr>
            <a:spLocks noGrp="1"/>
          </p:cNvSpPr>
          <p:nvPr>
            <p:ph type="body" idx="1"/>
          </p:nvPr>
        </p:nvSpPr>
        <p:spPr/>
        <p:txBody>
          <a:bodyPr/>
          <a:lstStyle/>
          <a:p>
            <a:pPr eaLnBrk="1" hangingPunct="1"/>
            <a:r>
              <a:rPr lang="en-US" altLang="en-US" dirty="0">
                <a:solidFill>
                  <a:srgbClr val="000000"/>
                </a:solidFill>
              </a:rPr>
              <a:t>A </a:t>
            </a:r>
            <a:r>
              <a:rPr lang="en-US" altLang="en-US" dirty="0">
                <a:solidFill>
                  <a:srgbClr val="0000FF"/>
                </a:solidFill>
                <a:latin typeface="Consolas" panose="020B0609020204030204" pitchFamily="49" charset="0"/>
              </a:rPr>
              <a:t>final</a:t>
            </a:r>
            <a:r>
              <a:rPr lang="en-US" altLang="en-US" dirty="0">
                <a:solidFill>
                  <a:srgbClr val="0000FF"/>
                </a:solidFill>
              </a:rPr>
              <a:t> method</a:t>
            </a:r>
            <a:r>
              <a:rPr lang="en-US" altLang="en-US" dirty="0">
                <a:solidFill>
                  <a:srgbClr val="000000"/>
                </a:solidFill>
              </a:rPr>
              <a:t> in a superclass cannot be overridden in a subclass. </a:t>
            </a:r>
          </a:p>
          <a:p>
            <a:pPr lvl="1" eaLnBrk="1" hangingPunct="1"/>
            <a:r>
              <a:rPr lang="en-US" altLang="en-US" dirty="0">
                <a:solidFill>
                  <a:srgbClr val="000000"/>
                </a:solidFill>
              </a:rPr>
              <a:t>Methods that are declared </a:t>
            </a:r>
            <a:r>
              <a:rPr lang="en-US" altLang="en-US" dirty="0">
                <a:solidFill>
                  <a:srgbClr val="000000"/>
                </a:solidFill>
                <a:latin typeface="Consolas" panose="020B0609020204030204" pitchFamily="49" charset="0"/>
              </a:rPr>
              <a:t>private</a:t>
            </a:r>
            <a:r>
              <a:rPr lang="en-US" altLang="en-US" dirty="0">
                <a:solidFill>
                  <a:srgbClr val="000000"/>
                </a:solidFill>
              </a:rPr>
              <a:t> are implicitly </a:t>
            </a:r>
            <a:r>
              <a:rPr lang="en-US" altLang="en-US" dirty="0">
                <a:solidFill>
                  <a:srgbClr val="000000"/>
                </a:solidFill>
                <a:latin typeface="Consolas" panose="020B0609020204030204" pitchFamily="49" charset="0"/>
              </a:rPr>
              <a:t>final</a:t>
            </a:r>
            <a:r>
              <a:rPr lang="en-US" altLang="en-US" dirty="0">
                <a:solidFill>
                  <a:srgbClr val="000000"/>
                </a:solidFill>
              </a:rPr>
              <a:t>, because it’s not possible to override them in a subclass. </a:t>
            </a:r>
          </a:p>
          <a:p>
            <a:pPr lvl="1" eaLnBrk="1" hangingPunct="1"/>
            <a:r>
              <a:rPr lang="en-US" altLang="en-US" dirty="0">
                <a:solidFill>
                  <a:srgbClr val="000000"/>
                </a:solidFill>
              </a:rPr>
              <a:t>Methods that are declared </a:t>
            </a:r>
            <a:r>
              <a:rPr lang="en-US" altLang="en-US" dirty="0">
                <a:solidFill>
                  <a:srgbClr val="000000"/>
                </a:solidFill>
                <a:latin typeface="Consolas" panose="020B0609020204030204" pitchFamily="49" charset="0"/>
              </a:rPr>
              <a:t>static</a:t>
            </a:r>
            <a:r>
              <a:rPr lang="en-US" altLang="en-US" dirty="0">
                <a:solidFill>
                  <a:srgbClr val="000000"/>
                </a:solidFill>
              </a:rPr>
              <a:t> are implicitly </a:t>
            </a:r>
            <a:r>
              <a:rPr lang="en-US" altLang="en-US" dirty="0">
                <a:solidFill>
                  <a:srgbClr val="000000"/>
                </a:solidFill>
                <a:latin typeface="Consolas" panose="020B0609020204030204" pitchFamily="49" charset="0"/>
              </a:rPr>
              <a:t>final</a:t>
            </a:r>
            <a:r>
              <a:rPr lang="en-US" altLang="en-US" dirty="0">
                <a:solidFill>
                  <a:srgbClr val="000000"/>
                </a:solidFill>
              </a:rPr>
              <a:t>. </a:t>
            </a:r>
          </a:p>
          <a:p>
            <a:pPr lvl="1" eaLnBrk="1" hangingPunct="1"/>
            <a:r>
              <a:rPr lang="en-US" altLang="en-US" dirty="0">
                <a:solidFill>
                  <a:srgbClr val="000000"/>
                </a:solidFill>
              </a:rPr>
              <a:t>A </a:t>
            </a:r>
            <a:r>
              <a:rPr lang="en-US" altLang="en-US" dirty="0">
                <a:solidFill>
                  <a:srgbClr val="000000"/>
                </a:solidFill>
                <a:latin typeface="Consolas" panose="020B0609020204030204" pitchFamily="49" charset="0"/>
              </a:rPr>
              <a:t>final</a:t>
            </a:r>
            <a:r>
              <a:rPr lang="en-US" altLang="en-US" dirty="0">
                <a:solidFill>
                  <a:srgbClr val="000000"/>
                </a:solidFill>
              </a:rPr>
              <a:t> method’s declaration can never change, so all subclasses use the same method implementation, and calls to </a:t>
            </a:r>
            <a:r>
              <a:rPr lang="en-US" altLang="en-US" dirty="0">
                <a:solidFill>
                  <a:srgbClr val="000000"/>
                </a:solidFill>
                <a:latin typeface="Consolas" panose="020B0609020204030204" pitchFamily="49" charset="0"/>
              </a:rPr>
              <a:t>final</a:t>
            </a:r>
            <a:r>
              <a:rPr lang="en-US" altLang="en-US" dirty="0">
                <a:solidFill>
                  <a:srgbClr val="000000"/>
                </a:solidFill>
              </a:rPr>
              <a:t> methods are resolved at compile time—this is known as </a:t>
            </a:r>
            <a:r>
              <a:rPr lang="en-US" altLang="en-US" dirty="0">
                <a:solidFill>
                  <a:srgbClr val="0000FF"/>
                </a:solidFill>
              </a:rPr>
              <a:t>static binding</a:t>
            </a:r>
            <a:r>
              <a:rPr lang="en-US" altLang="en-US" dirty="0">
                <a:solidFill>
                  <a:srgbClr val="000000"/>
                </a:solidFill>
              </a:rPr>
              <a:t>. </a:t>
            </a:r>
          </a:p>
        </p:txBody>
      </p:sp>
      <p:sp>
        <p:nvSpPr>
          <p:cNvPr id="4" name="Footer Placeholder 3">
            <a:extLst>
              <a:ext uri="{FF2B5EF4-FFF2-40B4-BE49-F238E27FC236}">
                <a16:creationId xmlns:a16="http://schemas.microsoft.com/office/drawing/2014/main" id="{006D98FD-2828-4470-8874-A6DEE9F0A75D}"/>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40829026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7D5C5-69A4-45C1-B8B6-EA24C571A09B}"/>
              </a:ext>
            </a:extLst>
          </p:cNvPr>
          <p:cNvSpPr>
            <a:spLocks noGrp="1"/>
          </p:cNvSpPr>
          <p:nvPr>
            <p:ph type="title"/>
          </p:nvPr>
        </p:nvSpPr>
        <p:spPr>
          <a:xfrm>
            <a:off x="609600" y="274638"/>
            <a:ext cx="10972800" cy="732229"/>
          </a:xfrm>
        </p:spPr>
        <p:txBody>
          <a:bodyPr>
            <a:normAutofit/>
          </a:bodyPr>
          <a:lstStyle/>
          <a:p>
            <a:pPr fontAlgn="auto">
              <a:spcAft>
                <a:spcPts val="0"/>
              </a:spcAft>
              <a:defRPr/>
            </a:pPr>
            <a:r>
              <a:rPr lang="en-US" dirty="0">
                <a:solidFill>
                  <a:srgbClr val="24B5A1"/>
                </a:solidFill>
                <a:latin typeface="Calibri" panose="020F0502020204030204" pitchFamily="34" charset="0"/>
              </a:rPr>
              <a:t>10.7  </a:t>
            </a:r>
            <a:r>
              <a:rPr lang="en-US" dirty="0">
                <a:solidFill>
                  <a:srgbClr val="3380E6"/>
                </a:solidFill>
                <a:latin typeface="Consolas" panose="020B0609020204030204" pitchFamily="49" charset="0"/>
              </a:rPr>
              <a:t>final</a:t>
            </a:r>
            <a:r>
              <a:rPr lang="en-US" dirty="0">
                <a:solidFill>
                  <a:srgbClr val="3380E6"/>
                </a:solidFill>
                <a:latin typeface="Calibri" panose="020F0502020204030204" pitchFamily="34" charset="0"/>
              </a:rPr>
              <a:t> Methods and Classes (Cont.)</a:t>
            </a:r>
          </a:p>
        </p:txBody>
      </p:sp>
      <p:sp>
        <p:nvSpPr>
          <p:cNvPr id="87043" name="Text Placeholder 2">
            <a:extLst>
              <a:ext uri="{FF2B5EF4-FFF2-40B4-BE49-F238E27FC236}">
                <a16:creationId xmlns:a16="http://schemas.microsoft.com/office/drawing/2014/main" id="{97AC6916-C0F4-47A7-A554-989D95778526}"/>
              </a:ext>
            </a:extLst>
          </p:cNvPr>
          <p:cNvSpPr>
            <a:spLocks noGrp="1"/>
          </p:cNvSpPr>
          <p:nvPr>
            <p:ph type="body" idx="1"/>
          </p:nvPr>
        </p:nvSpPr>
        <p:spPr>
          <a:xfrm>
            <a:off x="609600" y="1116013"/>
            <a:ext cx="10972800" cy="4525962"/>
          </a:xfrm>
        </p:spPr>
        <p:txBody>
          <a:bodyPr/>
          <a:lstStyle/>
          <a:p>
            <a:pPr eaLnBrk="1" hangingPunct="1"/>
            <a:r>
              <a:rPr lang="en-US" altLang="en-US" dirty="0">
                <a:solidFill>
                  <a:srgbClr val="000000"/>
                </a:solidFill>
              </a:rPr>
              <a:t>A </a:t>
            </a:r>
            <a:r>
              <a:rPr lang="en-US" altLang="en-US" dirty="0">
                <a:solidFill>
                  <a:srgbClr val="0000FF"/>
                </a:solidFill>
                <a:latin typeface="Consolas" panose="020B0609020204030204" pitchFamily="49" charset="0"/>
              </a:rPr>
              <a:t>final</a:t>
            </a:r>
            <a:r>
              <a:rPr lang="en-US" altLang="en-US" dirty="0">
                <a:solidFill>
                  <a:srgbClr val="0000FF"/>
                </a:solidFill>
              </a:rPr>
              <a:t> class</a:t>
            </a:r>
            <a:r>
              <a:rPr lang="en-US" altLang="en-US" dirty="0">
                <a:solidFill>
                  <a:srgbClr val="000000"/>
                </a:solidFill>
              </a:rPr>
              <a:t> cannot be extended to create a subclass.</a:t>
            </a:r>
            <a:r>
              <a:rPr lang="en-US" altLang="en-US" i="1" dirty="0">
                <a:solidFill>
                  <a:srgbClr val="000000"/>
                </a:solidFill>
              </a:rPr>
              <a:t> </a:t>
            </a:r>
          </a:p>
          <a:p>
            <a:pPr lvl="1" eaLnBrk="1" hangingPunct="1"/>
            <a:r>
              <a:rPr lang="en-US" altLang="en-US" dirty="0">
                <a:solidFill>
                  <a:srgbClr val="000000"/>
                </a:solidFill>
              </a:rPr>
              <a:t>All methods in a </a:t>
            </a:r>
            <a:r>
              <a:rPr lang="en-US" altLang="en-US" dirty="0">
                <a:solidFill>
                  <a:srgbClr val="000000"/>
                </a:solidFill>
                <a:latin typeface="Consolas" panose="020B0609020204030204" pitchFamily="49" charset="0"/>
              </a:rPr>
              <a:t>final</a:t>
            </a:r>
            <a:r>
              <a:rPr lang="en-US" altLang="en-US" dirty="0">
                <a:solidFill>
                  <a:srgbClr val="000000"/>
                </a:solidFill>
              </a:rPr>
              <a:t> class are implicitly </a:t>
            </a:r>
            <a:r>
              <a:rPr lang="en-US" altLang="en-US" dirty="0">
                <a:solidFill>
                  <a:srgbClr val="000000"/>
                </a:solidFill>
                <a:latin typeface="Consolas" panose="020B0609020204030204" pitchFamily="49" charset="0"/>
              </a:rPr>
              <a:t>final</a:t>
            </a:r>
            <a:r>
              <a:rPr lang="en-US" altLang="en-US" dirty="0">
                <a:solidFill>
                  <a:srgbClr val="000000"/>
                </a:solidFill>
              </a:rPr>
              <a:t>. </a:t>
            </a:r>
          </a:p>
          <a:p>
            <a:pPr eaLnBrk="1" hangingPunct="1"/>
            <a:r>
              <a:rPr lang="en-US" altLang="en-US" dirty="0">
                <a:solidFill>
                  <a:srgbClr val="000000"/>
                </a:solidFill>
              </a:rPr>
              <a:t>Class </a:t>
            </a:r>
            <a:r>
              <a:rPr lang="en-US" altLang="en-US" dirty="0">
                <a:solidFill>
                  <a:srgbClr val="000000"/>
                </a:solidFill>
                <a:latin typeface="Consolas" panose="020B0609020204030204" pitchFamily="49" charset="0"/>
              </a:rPr>
              <a:t>String</a:t>
            </a:r>
            <a:r>
              <a:rPr lang="en-US" altLang="en-US" dirty="0">
                <a:solidFill>
                  <a:srgbClr val="000000"/>
                </a:solidFill>
              </a:rPr>
              <a:t> is an example of a </a:t>
            </a:r>
            <a:r>
              <a:rPr lang="en-US" altLang="en-US" dirty="0">
                <a:solidFill>
                  <a:srgbClr val="000000"/>
                </a:solidFill>
                <a:latin typeface="Consolas" panose="020B0609020204030204" pitchFamily="49" charset="0"/>
              </a:rPr>
              <a:t>final</a:t>
            </a:r>
            <a:r>
              <a:rPr lang="en-US" altLang="en-US" dirty="0">
                <a:solidFill>
                  <a:srgbClr val="000000"/>
                </a:solidFill>
              </a:rPr>
              <a:t> class. </a:t>
            </a:r>
          </a:p>
          <a:p>
            <a:pPr lvl="1" eaLnBrk="1" hangingPunct="1"/>
            <a:r>
              <a:rPr lang="en-US" altLang="en-US" dirty="0">
                <a:solidFill>
                  <a:srgbClr val="000000"/>
                </a:solidFill>
              </a:rPr>
              <a:t>If you were allowed to create a subclass of </a:t>
            </a:r>
            <a:r>
              <a:rPr lang="en-US" altLang="en-US" dirty="0">
                <a:solidFill>
                  <a:srgbClr val="000000"/>
                </a:solidFill>
                <a:latin typeface="Consolas" panose="020B0609020204030204" pitchFamily="49" charset="0"/>
              </a:rPr>
              <a:t>String</a:t>
            </a:r>
            <a:r>
              <a:rPr lang="en-US" altLang="en-US" dirty="0">
                <a:solidFill>
                  <a:srgbClr val="000000"/>
                </a:solidFill>
              </a:rPr>
              <a:t>, objects of that subclass could be used wherever </a:t>
            </a:r>
            <a:r>
              <a:rPr lang="en-US" altLang="en-US" dirty="0">
                <a:solidFill>
                  <a:srgbClr val="000000"/>
                </a:solidFill>
                <a:latin typeface="Consolas" panose="020B0609020204030204" pitchFamily="49" charset="0"/>
              </a:rPr>
              <a:t>String</a:t>
            </a:r>
            <a:r>
              <a:rPr lang="en-US" altLang="en-US" dirty="0">
                <a:solidFill>
                  <a:srgbClr val="000000"/>
                </a:solidFill>
              </a:rPr>
              <a:t>s are expected. </a:t>
            </a:r>
          </a:p>
          <a:p>
            <a:pPr lvl="1" eaLnBrk="1" hangingPunct="1"/>
            <a:r>
              <a:rPr lang="en-US" altLang="en-US" dirty="0">
                <a:solidFill>
                  <a:srgbClr val="000000"/>
                </a:solidFill>
              </a:rPr>
              <a:t>Since class </a:t>
            </a:r>
            <a:r>
              <a:rPr lang="en-US" altLang="en-US" dirty="0">
                <a:solidFill>
                  <a:srgbClr val="000000"/>
                </a:solidFill>
                <a:latin typeface="Consolas" panose="020B0609020204030204" pitchFamily="49" charset="0"/>
              </a:rPr>
              <a:t>String</a:t>
            </a:r>
            <a:r>
              <a:rPr lang="en-US" altLang="en-US" dirty="0">
                <a:solidFill>
                  <a:srgbClr val="000000"/>
                </a:solidFill>
              </a:rPr>
              <a:t> cannot be extended, programs that use </a:t>
            </a:r>
            <a:r>
              <a:rPr lang="en-US" altLang="en-US" dirty="0">
                <a:solidFill>
                  <a:srgbClr val="000000"/>
                </a:solidFill>
                <a:latin typeface="Consolas" panose="020B0609020204030204" pitchFamily="49" charset="0"/>
              </a:rPr>
              <a:t>String</a:t>
            </a:r>
            <a:r>
              <a:rPr lang="en-US" altLang="en-US" dirty="0">
                <a:solidFill>
                  <a:srgbClr val="000000"/>
                </a:solidFill>
              </a:rPr>
              <a:t>s can rely on the functionality of </a:t>
            </a:r>
            <a:r>
              <a:rPr lang="en-US" altLang="en-US" dirty="0">
                <a:solidFill>
                  <a:srgbClr val="000000"/>
                </a:solidFill>
                <a:latin typeface="Consolas" panose="020B0609020204030204" pitchFamily="49" charset="0"/>
              </a:rPr>
              <a:t>String</a:t>
            </a:r>
            <a:r>
              <a:rPr lang="en-US" altLang="en-US" dirty="0">
                <a:solidFill>
                  <a:srgbClr val="000000"/>
                </a:solidFill>
              </a:rPr>
              <a:t> objects as specified in the Java API. </a:t>
            </a:r>
          </a:p>
          <a:p>
            <a:pPr lvl="1" eaLnBrk="1" hangingPunct="1"/>
            <a:r>
              <a:rPr lang="en-US" altLang="en-US" dirty="0">
                <a:solidFill>
                  <a:srgbClr val="000000"/>
                </a:solidFill>
              </a:rPr>
              <a:t>Making the class </a:t>
            </a:r>
            <a:r>
              <a:rPr lang="en-US" altLang="en-US" dirty="0">
                <a:solidFill>
                  <a:srgbClr val="000000"/>
                </a:solidFill>
                <a:latin typeface="Consolas" panose="020B0609020204030204" pitchFamily="49" charset="0"/>
              </a:rPr>
              <a:t>final</a:t>
            </a:r>
            <a:r>
              <a:rPr lang="en-US" altLang="en-US" dirty="0">
                <a:solidFill>
                  <a:srgbClr val="000000"/>
                </a:solidFill>
              </a:rPr>
              <a:t> also prevents programmers from creating subclasses that might bypass security restrictions. </a:t>
            </a:r>
          </a:p>
        </p:txBody>
      </p:sp>
      <p:sp>
        <p:nvSpPr>
          <p:cNvPr id="4" name="Footer Placeholder 3">
            <a:extLst>
              <a:ext uri="{FF2B5EF4-FFF2-40B4-BE49-F238E27FC236}">
                <a16:creationId xmlns:a16="http://schemas.microsoft.com/office/drawing/2014/main" id="{D602C9D6-54CB-4E18-BFEC-673ECA976818}"/>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63792008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53">
            <a:extLst>
              <a:ext uri="{FF2B5EF4-FFF2-40B4-BE49-F238E27FC236}">
                <a16:creationId xmlns:a16="http://schemas.microsoft.com/office/drawing/2014/main" id="{2C34D5B5-5F6F-46B4-BC6C-575AAD036964}"/>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051050"/>
            <a:ext cx="12192000" cy="2755900"/>
          </a:xfrm>
          <a:prstGeom prst="rect">
            <a:avLst/>
          </a:prstGeom>
        </p:spPr>
      </p:pic>
      <p:sp>
        <p:nvSpPr>
          <p:cNvPr id="2" name="Footer Placeholder 1">
            <a:extLst>
              <a:ext uri="{FF2B5EF4-FFF2-40B4-BE49-F238E27FC236}">
                <a16:creationId xmlns:a16="http://schemas.microsoft.com/office/drawing/2014/main" id="{7B91C2A3-A1CC-4869-A1AA-2A48871EE0AC}"/>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254678519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54">
            <a:extLst>
              <a:ext uri="{FF2B5EF4-FFF2-40B4-BE49-F238E27FC236}">
                <a16:creationId xmlns:a16="http://schemas.microsoft.com/office/drawing/2014/main" id="{03DCAE13-FA8A-49DA-9945-D584F7259F4C}"/>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617538"/>
            <a:ext cx="12192000" cy="5621337"/>
          </a:xfrm>
          <a:prstGeom prst="rect">
            <a:avLst/>
          </a:prstGeom>
        </p:spPr>
      </p:pic>
      <p:sp>
        <p:nvSpPr>
          <p:cNvPr id="2" name="Footer Placeholder 1">
            <a:extLst>
              <a:ext uri="{FF2B5EF4-FFF2-40B4-BE49-F238E27FC236}">
                <a16:creationId xmlns:a16="http://schemas.microsoft.com/office/drawing/2014/main" id="{63BC500A-ED14-4457-82D6-50E924A96A5B}"/>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283213727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55">
            <a:extLst>
              <a:ext uri="{FF2B5EF4-FFF2-40B4-BE49-F238E27FC236}">
                <a16:creationId xmlns:a16="http://schemas.microsoft.com/office/drawing/2014/main" id="{C7E4D737-31EB-4956-8C48-8DA218C9448B}"/>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030413"/>
            <a:ext cx="12192000" cy="2795587"/>
          </a:xfrm>
          <a:prstGeom prst="rect">
            <a:avLst/>
          </a:prstGeom>
        </p:spPr>
      </p:pic>
      <p:sp>
        <p:nvSpPr>
          <p:cNvPr id="2" name="Footer Placeholder 1">
            <a:extLst>
              <a:ext uri="{FF2B5EF4-FFF2-40B4-BE49-F238E27FC236}">
                <a16:creationId xmlns:a16="http://schemas.microsoft.com/office/drawing/2014/main" id="{61D2ADF1-7A10-43C1-BD4A-B875FC51DD95}"/>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135264576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B34C0-70C0-449B-B99B-CAFF90B66521}"/>
              </a:ext>
            </a:extLst>
          </p:cNvPr>
          <p:cNvSpPr>
            <a:spLocks noGrp="1"/>
          </p:cNvSpPr>
          <p:nvPr>
            <p:ph type="title"/>
          </p:nvPr>
        </p:nvSpPr>
        <p:spPr/>
        <p:txBody>
          <a:bodyPr>
            <a:normAutofit fontScale="90000"/>
          </a:bodyPr>
          <a:lstStyle/>
          <a:p>
            <a:pPr fontAlgn="auto">
              <a:spcAft>
                <a:spcPts val="0"/>
              </a:spcAft>
              <a:defRPr/>
            </a:pPr>
            <a:r>
              <a:rPr lang="en-US" dirty="0">
                <a:solidFill>
                  <a:srgbClr val="24B5A1"/>
                </a:solidFill>
                <a:latin typeface="Calibri" panose="020F0502020204030204" pitchFamily="34" charset="0"/>
              </a:rPr>
              <a:t>10.8  </a:t>
            </a:r>
            <a:r>
              <a:rPr lang="en-US" dirty="0">
                <a:solidFill>
                  <a:srgbClr val="3380E6"/>
                </a:solidFill>
                <a:latin typeface="Calibri" panose="020F0502020204030204" pitchFamily="34" charset="0"/>
              </a:rPr>
              <a:t>A Deeper Explanation of Issues with Calling Methods from Constructors</a:t>
            </a:r>
          </a:p>
        </p:txBody>
      </p:sp>
      <p:sp>
        <p:nvSpPr>
          <p:cNvPr id="90115" name="Text Placeholder 2">
            <a:extLst>
              <a:ext uri="{FF2B5EF4-FFF2-40B4-BE49-F238E27FC236}">
                <a16:creationId xmlns:a16="http://schemas.microsoft.com/office/drawing/2014/main" id="{04074039-E180-44AC-88A5-A2BC62682D4A}"/>
              </a:ext>
            </a:extLst>
          </p:cNvPr>
          <p:cNvSpPr>
            <a:spLocks noGrp="1"/>
          </p:cNvSpPr>
          <p:nvPr>
            <p:ph type="body" idx="1"/>
          </p:nvPr>
        </p:nvSpPr>
        <p:spPr/>
        <p:txBody>
          <a:bodyPr/>
          <a:lstStyle/>
          <a:p>
            <a:pPr eaLnBrk="1" hangingPunct="1">
              <a:lnSpc>
                <a:spcPct val="90000"/>
              </a:lnSpc>
            </a:pPr>
            <a:r>
              <a:rPr lang="en-US" altLang="en-US" sz="2100" dirty="0">
                <a:solidFill>
                  <a:srgbClr val="000000"/>
                </a:solidFill>
              </a:rPr>
              <a:t>Do not call overridable methods from constructors. </a:t>
            </a:r>
          </a:p>
          <a:p>
            <a:pPr eaLnBrk="1" hangingPunct="1">
              <a:lnSpc>
                <a:spcPct val="90000"/>
              </a:lnSpc>
            </a:pPr>
            <a:r>
              <a:rPr lang="en-US" altLang="en-US" sz="2100" dirty="0">
                <a:solidFill>
                  <a:srgbClr val="000000"/>
                </a:solidFill>
              </a:rPr>
              <a:t>When creating a </a:t>
            </a:r>
            <a:r>
              <a:rPr lang="en-US" altLang="en-US" sz="2100" i="1" dirty="0">
                <a:solidFill>
                  <a:srgbClr val="000000"/>
                </a:solidFill>
              </a:rPr>
              <a:t>subclass</a:t>
            </a:r>
            <a:r>
              <a:rPr lang="en-US" altLang="en-US" sz="2100" dirty="0">
                <a:solidFill>
                  <a:srgbClr val="000000"/>
                </a:solidFill>
              </a:rPr>
              <a:t> object, this could lead to an overridden method being called before the </a:t>
            </a:r>
            <a:r>
              <a:rPr lang="en-US" altLang="en-US" sz="2100" i="1" dirty="0">
                <a:solidFill>
                  <a:srgbClr val="000000"/>
                </a:solidFill>
              </a:rPr>
              <a:t>subclass</a:t>
            </a:r>
            <a:r>
              <a:rPr lang="en-US" altLang="en-US" sz="2100" dirty="0">
                <a:solidFill>
                  <a:srgbClr val="000000"/>
                </a:solidFill>
              </a:rPr>
              <a:t> object is fully initialized. </a:t>
            </a:r>
          </a:p>
          <a:p>
            <a:pPr eaLnBrk="1" hangingPunct="1">
              <a:lnSpc>
                <a:spcPct val="90000"/>
              </a:lnSpc>
            </a:pPr>
            <a:r>
              <a:rPr lang="en-US" altLang="en-US" sz="2100" dirty="0">
                <a:solidFill>
                  <a:srgbClr val="000000"/>
                </a:solidFill>
              </a:rPr>
              <a:t>Recall that when you construct a </a:t>
            </a:r>
            <a:r>
              <a:rPr lang="en-US" altLang="en-US" sz="2100" i="1" dirty="0">
                <a:solidFill>
                  <a:srgbClr val="000000"/>
                </a:solidFill>
              </a:rPr>
              <a:t>subclass</a:t>
            </a:r>
            <a:r>
              <a:rPr lang="en-US" altLang="en-US" sz="2100" dirty="0">
                <a:solidFill>
                  <a:srgbClr val="000000"/>
                </a:solidFill>
              </a:rPr>
              <a:t> object, its constructor first calls one of the direct </a:t>
            </a:r>
            <a:r>
              <a:rPr lang="en-US" altLang="en-US" sz="2100" i="1" dirty="0">
                <a:solidFill>
                  <a:srgbClr val="000000"/>
                </a:solidFill>
              </a:rPr>
              <a:t>superclass’s</a:t>
            </a:r>
            <a:r>
              <a:rPr lang="en-US" altLang="en-US" sz="2100" dirty="0">
                <a:solidFill>
                  <a:srgbClr val="000000"/>
                </a:solidFill>
              </a:rPr>
              <a:t> constructors. </a:t>
            </a:r>
          </a:p>
          <a:p>
            <a:pPr eaLnBrk="1" hangingPunct="1">
              <a:lnSpc>
                <a:spcPct val="90000"/>
              </a:lnSpc>
            </a:pPr>
            <a:r>
              <a:rPr lang="en-US" altLang="en-US" sz="2100" dirty="0">
                <a:solidFill>
                  <a:srgbClr val="000000"/>
                </a:solidFill>
              </a:rPr>
              <a:t>If the </a:t>
            </a:r>
            <a:r>
              <a:rPr lang="en-US" altLang="en-US" sz="2100" i="1" dirty="0">
                <a:solidFill>
                  <a:srgbClr val="000000"/>
                </a:solidFill>
              </a:rPr>
              <a:t>superclass</a:t>
            </a:r>
            <a:r>
              <a:rPr lang="en-US" altLang="en-US" sz="2100" dirty="0">
                <a:solidFill>
                  <a:srgbClr val="000000"/>
                </a:solidFill>
              </a:rPr>
              <a:t> constructor calls an overridable method, the </a:t>
            </a:r>
            <a:r>
              <a:rPr lang="en-US" altLang="en-US" sz="2100" i="1" dirty="0">
                <a:solidFill>
                  <a:srgbClr val="000000"/>
                </a:solidFill>
              </a:rPr>
              <a:t>subclass’s</a:t>
            </a:r>
            <a:r>
              <a:rPr lang="en-US" altLang="en-US" sz="2100" dirty="0">
                <a:solidFill>
                  <a:srgbClr val="000000"/>
                </a:solidFill>
              </a:rPr>
              <a:t> version of that method will be called by the </a:t>
            </a:r>
            <a:r>
              <a:rPr lang="en-US" altLang="en-US" sz="2100" i="1" dirty="0">
                <a:solidFill>
                  <a:srgbClr val="000000"/>
                </a:solidFill>
              </a:rPr>
              <a:t>superclass</a:t>
            </a:r>
            <a:r>
              <a:rPr lang="en-US" altLang="en-US" sz="2100" dirty="0">
                <a:solidFill>
                  <a:srgbClr val="000000"/>
                </a:solidFill>
              </a:rPr>
              <a:t> constructor—before the </a:t>
            </a:r>
            <a:r>
              <a:rPr lang="en-US" altLang="en-US" sz="2100" i="1" dirty="0">
                <a:solidFill>
                  <a:srgbClr val="000000"/>
                </a:solidFill>
              </a:rPr>
              <a:t>subclass</a:t>
            </a:r>
            <a:r>
              <a:rPr lang="en-US" altLang="en-US" sz="2100" dirty="0">
                <a:solidFill>
                  <a:srgbClr val="000000"/>
                </a:solidFill>
              </a:rPr>
              <a:t> constructor’s body has a chance to execute. </a:t>
            </a:r>
          </a:p>
          <a:p>
            <a:pPr eaLnBrk="1" hangingPunct="1">
              <a:lnSpc>
                <a:spcPct val="90000"/>
              </a:lnSpc>
            </a:pPr>
            <a:r>
              <a:rPr lang="en-US" altLang="en-US" sz="2100" dirty="0">
                <a:solidFill>
                  <a:srgbClr val="000000"/>
                </a:solidFill>
              </a:rPr>
              <a:t>This could lead to subtle, difficult-to-detect errors if the </a:t>
            </a:r>
            <a:r>
              <a:rPr lang="en-US" altLang="en-US" sz="2100" i="1" dirty="0">
                <a:solidFill>
                  <a:srgbClr val="000000"/>
                </a:solidFill>
              </a:rPr>
              <a:t>subclass</a:t>
            </a:r>
            <a:r>
              <a:rPr lang="en-US" altLang="en-US" sz="2100" dirty="0">
                <a:solidFill>
                  <a:srgbClr val="000000"/>
                </a:solidFill>
              </a:rPr>
              <a:t> method that was called depends on initialization that has not yet been performed in the </a:t>
            </a:r>
            <a:r>
              <a:rPr lang="en-US" altLang="en-US" sz="2100" i="1" dirty="0">
                <a:solidFill>
                  <a:srgbClr val="000000"/>
                </a:solidFill>
              </a:rPr>
              <a:t>subclass</a:t>
            </a:r>
            <a:r>
              <a:rPr lang="en-US" altLang="en-US" sz="2100" dirty="0">
                <a:solidFill>
                  <a:srgbClr val="000000"/>
                </a:solidFill>
              </a:rPr>
              <a:t> constructor’s body.</a:t>
            </a:r>
          </a:p>
          <a:p>
            <a:pPr eaLnBrk="1" hangingPunct="1">
              <a:lnSpc>
                <a:spcPct val="90000"/>
              </a:lnSpc>
            </a:pPr>
            <a:r>
              <a:rPr lang="en-US" altLang="en-US" sz="2100" dirty="0">
                <a:solidFill>
                  <a:srgbClr val="000000"/>
                </a:solidFill>
              </a:rPr>
              <a:t>It’s acceptable to call a </a:t>
            </a:r>
            <a:r>
              <a:rPr lang="en-US" altLang="en-US" sz="2100" dirty="0">
                <a:solidFill>
                  <a:srgbClr val="000000"/>
                </a:solidFill>
                <a:latin typeface="Consolas" panose="020B0609020204030204" pitchFamily="49" charset="0"/>
              </a:rPr>
              <a:t>static</a:t>
            </a:r>
            <a:r>
              <a:rPr lang="en-US" altLang="en-US" sz="2100" dirty="0">
                <a:solidFill>
                  <a:srgbClr val="000000"/>
                </a:solidFill>
              </a:rPr>
              <a:t> method from a constructor. </a:t>
            </a:r>
          </a:p>
        </p:txBody>
      </p:sp>
      <p:sp>
        <p:nvSpPr>
          <p:cNvPr id="4" name="Footer Placeholder 3">
            <a:extLst>
              <a:ext uri="{FF2B5EF4-FFF2-40B4-BE49-F238E27FC236}">
                <a16:creationId xmlns:a16="http://schemas.microsoft.com/office/drawing/2014/main" id="{25DF7062-9828-43B6-B708-C9CE7E7E0A85}"/>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72200127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B34C0-70C0-449B-B99B-CAFF90B66521}"/>
              </a:ext>
            </a:extLst>
          </p:cNvPr>
          <p:cNvSpPr>
            <a:spLocks noGrp="1"/>
          </p:cNvSpPr>
          <p:nvPr>
            <p:ph type="title"/>
          </p:nvPr>
        </p:nvSpPr>
        <p:spPr/>
        <p:txBody>
          <a:bodyPr>
            <a:normAutofit fontScale="90000"/>
          </a:bodyPr>
          <a:lstStyle/>
          <a:p>
            <a:pPr fontAlgn="auto">
              <a:spcAft>
                <a:spcPts val="0"/>
              </a:spcAft>
              <a:defRPr/>
            </a:pPr>
            <a:r>
              <a:rPr lang="en-US" dirty="0">
                <a:solidFill>
                  <a:srgbClr val="24B5A1"/>
                </a:solidFill>
                <a:latin typeface="Calibri" panose="020F0502020204030204" pitchFamily="34" charset="0"/>
              </a:rPr>
              <a:t>10.8  </a:t>
            </a:r>
            <a:r>
              <a:rPr lang="en-US" dirty="0">
                <a:solidFill>
                  <a:srgbClr val="3380E6"/>
                </a:solidFill>
                <a:latin typeface="Calibri" panose="020F0502020204030204" pitchFamily="34" charset="0"/>
              </a:rPr>
              <a:t>A Deeper Explanation of Issues with Calling Methods from Constructors</a:t>
            </a:r>
          </a:p>
        </p:txBody>
      </p:sp>
      <p:sp>
        <p:nvSpPr>
          <p:cNvPr id="90115" name="Text Placeholder 2">
            <a:extLst>
              <a:ext uri="{FF2B5EF4-FFF2-40B4-BE49-F238E27FC236}">
                <a16:creationId xmlns:a16="http://schemas.microsoft.com/office/drawing/2014/main" id="{04074039-E180-44AC-88A5-A2BC62682D4A}"/>
              </a:ext>
            </a:extLst>
          </p:cNvPr>
          <p:cNvSpPr>
            <a:spLocks noGrp="1"/>
          </p:cNvSpPr>
          <p:nvPr>
            <p:ph type="body" idx="1"/>
          </p:nvPr>
        </p:nvSpPr>
        <p:spPr/>
        <p:txBody>
          <a:bodyPr/>
          <a:lstStyle/>
          <a:p>
            <a:r>
              <a:rPr lang="en-US" sz="2800" dirty="0"/>
              <a:t>Let’s assume that a constructor and a </a:t>
            </a:r>
            <a:r>
              <a:rPr lang="en-US" sz="2800" i="1" dirty="0"/>
              <a:t>set</a:t>
            </a:r>
            <a:r>
              <a:rPr lang="en-US" sz="2800" dirty="0"/>
              <a:t> method perform the same validation for a particular instance variable. How should you handle the common code? </a:t>
            </a:r>
          </a:p>
          <a:p>
            <a:pPr lvl="2"/>
            <a:r>
              <a:rPr lang="en-US" sz="2400" dirty="0"/>
              <a:t>If it's brief, you can duplicate it in the constructor and the </a:t>
            </a:r>
            <a:r>
              <a:rPr lang="en-US" sz="2400" i="1" dirty="0"/>
              <a:t>set</a:t>
            </a:r>
            <a:r>
              <a:rPr lang="en-US" sz="2400" dirty="0"/>
              <a:t> method</a:t>
            </a:r>
          </a:p>
          <a:p>
            <a:pPr lvl="2"/>
            <a:r>
              <a:rPr lang="en-US" sz="2500" dirty="0"/>
              <a:t>For lengthier validation, define a </a:t>
            </a:r>
            <a:r>
              <a:rPr lang="en-US" sz="2500" dirty="0">
                <a:latin typeface="Consolas" panose="020B0609020204030204" pitchFamily="49" charset="0"/>
              </a:rPr>
              <a:t>static</a:t>
            </a:r>
            <a:r>
              <a:rPr lang="en-US" sz="2500" dirty="0"/>
              <a:t> validation method—typically a </a:t>
            </a:r>
            <a:r>
              <a:rPr lang="en-US" sz="2500" dirty="0">
                <a:latin typeface="Consolas" panose="020B0609020204030204" pitchFamily="49" charset="0"/>
              </a:rPr>
              <a:t>private static </a:t>
            </a:r>
            <a:r>
              <a:rPr lang="en-US" sz="2500" dirty="0"/>
              <a:t>helper method—then call it from the constructor and from the </a:t>
            </a:r>
            <a:r>
              <a:rPr lang="en-US" sz="2500" i="1" dirty="0"/>
              <a:t>set</a:t>
            </a:r>
            <a:r>
              <a:rPr lang="en-US" sz="2500" dirty="0"/>
              <a:t> method. It’s acceptable to call a </a:t>
            </a:r>
            <a:r>
              <a:rPr lang="en-US" sz="2500" dirty="0">
                <a:latin typeface="Consolas" panose="020B0609020204030204" pitchFamily="49" charset="0"/>
              </a:rPr>
              <a:t>static</a:t>
            </a:r>
            <a:r>
              <a:rPr lang="en-US" sz="2500" dirty="0"/>
              <a:t> method from a constructor, because </a:t>
            </a:r>
            <a:r>
              <a:rPr lang="en-US" sz="2500" dirty="0">
                <a:latin typeface="Consolas" panose="020B0609020204030204" pitchFamily="49" charset="0"/>
              </a:rPr>
              <a:t>static</a:t>
            </a:r>
            <a:r>
              <a:rPr lang="en-US" sz="2500" dirty="0"/>
              <a:t> methods are not overridable. </a:t>
            </a:r>
          </a:p>
          <a:p>
            <a:r>
              <a:rPr lang="en-US" sz="2800" dirty="0"/>
              <a:t>It’s also acceptable for a constructor to call a </a:t>
            </a:r>
            <a:r>
              <a:rPr lang="en-US" sz="2800" dirty="0">
                <a:latin typeface="Consolas" panose="020B0609020204030204" pitchFamily="49" charset="0"/>
              </a:rPr>
              <a:t>final</a:t>
            </a:r>
            <a:r>
              <a:rPr lang="en-US" sz="2800" dirty="0"/>
              <a:t> instance method, provided that the method does not directly or indirectly call any overridable instance methods.</a:t>
            </a:r>
          </a:p>
          <a:p>
            <a:pPr eaLnBrk="1" hangingPunct="1">
              <a:lnSpc>
                <a:spcPct val="90000"/>
              </a:lnSpc>
            </a:pPr>
            <a:endParaRPr lang="en-US" altLang="en-US" sz="2100" dirty="0">
              <a:solidFill>
                <a:srgbClr val="000000"/>
              </a:solidFill>
            </a:endParaRPr>
          </a:p>
        </p:txBody>
      </p:sp>
      <p:sp>
        <p:nvSpPr>
          <p:cNvPr id="4" name="Footer Placeholder 3">
            <a:extLst>
              <a:ext uri="{FF2B5EF4-FFF2-40B4-BE49-F238E27FC236}">
                <a16:creationId xmlns:a16="http://schemas.microsoft.com/office/drawing/2014/main" id="{25DF7062-9828-43B6-B708-C9CE7E7E0A85}"/>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399321987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7C28-C684-457B-9CA0-3E9E16CBD792}"/>
              </a:ext>
            </a:extLst>
          </p:cNvPr>
          <p:cNvSpPr>
            <a:spLocks noGrp="1"/>
          </p:cNvSpPr>
          <p:nvPr>
            <p:ph type="title"/>
          </p:nvPr>
        </p:nvSpPr>
        <p:spPr>
          <a:xfrm>
            <a:off x="609600" y="274638"/>
            <a:ext cx="10972800" cy="495924"/>
          </a:xfrm>
        </p:spPr>
        <p:txBody>
          <a:bodyPr>
            <a:noAutofit/>
          </a:bodyPr>
          <a:lstStyle/>
          <a:p>
            <a:pPr algn="ctr" fontAlgn="auto">
              <a:spcAft>
                <a:spcPts val="0"/>
              </a:spcAft>
              <a:defRPr/>
            </a:pPr>
            <a:r>
              <a:rPr lang="en-US" sz="4400" dirty="0">
                <a:solidFill>
                  <a:srgbClr val="33B38C"/>
                </a:solidFill>
                <a:latin typeface="Calibri" panose="020F0502020204030204" pitchFamily="34" charset="0"/>
              </a:rPr>
              <a:t>Java Interface -</a:t>
            </a:r>
            <a:endParaRPr lang="en-US" sz="4400" dirty="0">
              <a:solidFill>
                <a:srgbClr val="33B38C"/>
              </a:solidFill>
              <a:highlight>
                <a:srgbClr val="FFFF00"/>
              </a:highlight>
              <a:latin typeface="Calibri" panose="020F0502020204030204" pitchFamily="34" charset="0"/>
            </a:endParaRPr>
          </a:p>
        </p:txBody>
      </p:sp>
      <p:sp>
        <p:nvSpPr>
          <p:cNvPr id="3" name="Rectangle 1">
            <a:extLst>
              <a:ext uri="{FF2B5EF4-FFF2-40B4-BE49-F238E27FC236}">
                <a16:creationId xmlns:a16="http://schemas.microsoft.com/office/drawing/2014/main" id="{AA02A9C8-1547-49E0-8E4A-B389DB58D101}"/>
              </a:ext>
            </a:extLst>
          </p:cNvPr>
          <p:cNvSpPr>
            <a:spLocks noGrp="1" noChangeArrowheads="1"/>
          </p:cNvSpPr>
          <p:nvPr>
            <p:ph type="body" idx="1"/>
          </p:nvPr>
        </p:nvSpPr>
        <p:spPr bwMode="auto">
          <a:xfrm>
            <a:off x="375466" y="972144"/>
            <a:ext cx="11157097" cy="283154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571500" indent="-571500">
              <a:buClrTx/>
              <a:buSzTx/>
            </a:pPr>
            <a:r>
              <a:rPr kumimoji="0" lang="en-US" altLang="en-US" b="0" i="0" u="none" strike="noStrike" cap="none" normalizeH="0" baseline="0" dirty="0">
                <a:ln>
                  <a:noFill/>
                </a:ln>
                <a:solidFill>
                  <a:srgbClr val="000000"/>
                </a:solidFill>
                <a:effectLst/>
                <a:latin typeface="Verdana" panose="020B0604030504040204" pitchFamily="34" charset="0"/>
              </a:rPr>
              <a:t>Another way to achieve </a:t>
            </a:r>
            <a:r>
              <a:rPr kumimoji="0" lang="en-US" altLang="en-US" b="0" i="0" u="none" strike="noStrike" cap="none" normalizeH="0" baseline="0" dirty="0">
                <a:ln>
                  <a:noFill/>
                </a:ln>
                <a:solidFill>
                  <a:srgbClr val="000000"/>
                </a:solidFill>
                <a:effectLst/>
                <a:latin typeface="Verdana" panose="020B0604030504040204" pitchFamily="34" charset="0"/>
                <a:hlinkClick r:id="rId3"/>
              </a:rPr>
              <a:t>abstraction</a:t>
            </a:r>
            <a:r>
              <a:rPr kumimoji="0" lang="en-US" altLang="en-US" b="0" i="0" u="none" strike="noStrike" cap="none" normalizeH="0" baseline="0" dirty="0">
                <a:ln>
                  <a:noFill/>
                </a:ln>
                <a:solidFill>
                  <a:srgbClr val="000000"/>
                </a:solidFill>
                <a:effectLst/>
                <a:latin typeface="Verdana" panose="020B0604030504040204" pitchFamily="34" charset="0"/>
              </a:rPr>
              <a:t> in Java, is with interfaces. </a:t>
            </a:r>
          </a:p>
          <a:p>
            <a:pPr marL="571500" indent="-571500">
              <a:buClrTx/>
              <a:buSzTx/>
            </a:pPr>
            <a:r>
              <a:rPr kumimoji="0" lang="en-US" altLang="en-US" b="0" i="0" u="none" strike="noStrike" cap="none" normalizeH="0" baseline="0" dirty="0">
                <a:ln>
                  <a:noFill/>
                </a:ln>
                <a:solidFill>
                  <a:srgbClr val="000000"/>
                </a:solidFill>
                <a:effectLst/>
                <a:latin typeface="Verdana" panose="020B0604030504040204" pitchFamily="34" charset="0"/>
              </a:rPr>
              <a:t>An </a:t>
            </a:r>
            <a:r>
              <a:rPr kumimoji="0" lang="en-US" altLang="en-US" b="0" i="0" u="none" strike="noStrike" cap="none" normalizeH="0" baseline="0" dirty="0">
                <a:ln>
                  <a:noFill/>
                </a:ln>
                <a:solidFill>
                  <a:srgbClr val="DC143C"/>
                </a:solidFill>
                <a:effectLst/>
                <a:latin typeface="Consolas" panose="020B0609020204030204" pitchFamily="49" charset="0"/>
              </a:rPr>
              <a:t>interface</a:t>
            </a:r>
            <a:r>
              <a:rPr kumimoji="0" lang="en-US" altLang="en-US" b="0" i="0" u="none" strike="noStrike" cap="none" normalizeH="0" baseline="0" dirty="0">
                <a:ln>
                  <a:noFill/>
                </a:ln>
                <a:solidFill>
                  <a:srgbClr val="000000"/>
                </a:solidFill>
                <a:effectLst/>
                <a:latin typeface="Verdana" panose="020B0604030504040204" pitchFamily="34" charset="0"/>
              </a:rPr>
              <a:t> is a completely "</a:t>
            </a:r>
            <a:r>
              <a:rPr kumimoji="0" lang="en-US" altLang="en-US" b="1" i="0" u="none" strike="noStrike" cap="none" normalizeH="0" baseline="0" dirty="0">
                <a:ln>
                  <a:noFill/>
                </a:ln>
                <a:solidFill>
                  <a:srgbClr val="000000"/>
                </a:solidFill>
                <a:effectLst/>
                <a:latin typeface="Verdana" panose="020B0604030504040204" pitchFamily="34" charset="0"/>
              </a:rPr>
              <a:t>abstract class</a:t>
            </a:r>
            <a:r>
              <a:rPr kumimoji="0" lang="en-US" altLang="en-US" b="0" i="0" u="none" strike="noStrike" cap="none" normalizeH="0" baseline="0" dirty="0">
                <a:ln>
                  <a:noFill/>
                </a:ln>
                <a:solidFill>
                  <a:srgbClr val="000000"/>
                </a:solidFill>
                <a:effectLst/>
                <a:latin typeface="Verdana" panose="020B0604030504040204" pitchFamily="34" charset="0"/>
              </a:rPr>
              <a:t>" that is used to group related methods with empty bodies:</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b="0" i="0" u="none" strike="noStrike" cap="none" normalizeH="0" baseline="0" dirty="0">
                <a:ln>
                  <a:noFill/>
                </a:ln>
                <a:solidFill>
                  <a:srgbClr val="000000"/>
                </a:solidFill>
                <a:effectLst/>
                <a:latin typeface="Verdana" panose="020B0604030504040204" pitchFamily="34" charset="0"/>
              </a:rPr>
            </a:b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1AAF49FA-2A66-4D1C-BF99-65458EB2732F}"/>
              </a:ext>
            </a:extLst>
          </p:cNvPr>
          <p:cNvSpPr>
            <a:spLocks noChangeArrowheads="1"/>
          </p:cNvSpPr>
          <p:nvPr/>
        </p:nvSpPr>
        <p:spPr bwMode="auto">
          <a:xfrm>
            <a:off x="1072138" y="3050279"/>
            <a:ext cx="8945165" cy="3644486"/>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58700" rIns="0" bIns="1587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//Example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708090"/>
                </a:solidFill>
                <a:effectLst/>
                <a:latin typeface="Consolas" panose="020B0609020204030204" pitchFamily="49" charset="0"/>
              </a:rPr>
              <a:t>// interface</a:t>
            </a:r>
            <a:r>
              <a:rPr kumimoji="0" lang="en-US" altLang="en-US" sz="24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77AA"/>
                </a:solidFill>
                <a:effectLst/>
                <a:latin typeface="Consolas" panose="020B0609020204030204" pitchFamily="49" charset="0"/>
              </a:rPr>
              <a:t>interface</a:t>
            </a:r>
            <a:r>
              <a:rPr kumimoji="0" lang="en-US" altLang="en-US" sz="2400" b="0" i="0" u="none" strike="noStrike" cap="none" normalizeH="0" baseline="0" dirty="0">
                <a:ln>
                  <a:noFill/>
                </a:ln>
                <a:solidFill>
                  <a:srgbClr val="000000"/>
                </a:solidFill>
                <a:effectLst/>
                <a:latin typeface="Consolas" panose="020B0609020204030204" pitchFamily="49" charset="0"/>
              </a:rPr>
              <a:t> </a:t>
            </a:r>
            <a:r>
              <a:rPr kumimoji="0" lang="en-US" altLang="en-US" sz="2400" b="0" i="0" u="none" strike="noStrike" cap="none" normalizeH="0" baseline="0" dirty="0">
                <a:ln>
                  <a:noFill/>
                </a:ln>
                <a:solidFill>
                  <a:srgbClr val="DD4A68"/>
                </a:solidFill>
                <a:effectLst/>
                <a:latin typeface="Consolas" panose="020B0609020204030204" pitchFamily="49" charset="0"/>
              </a:rPr>
              <a:t>Animal</a:t>
            </a:r>
            <a:r>
              <a:rPr kumimoji="0" lang="en-US" altLang="en-US" sz="2400" b="0" i="0" u="none" strike="noStrike" cap="none" normalizeH="0" baseline="0" dirty="0">
                <a:ln>
                  <a:noFill/>
                </a:ln>
                <a:solidFill>
                  <a:srgbClr val="000000"/>
                </a:solidFill>
                <a:effectLst/>
                <a:latin typeface="Consolas" panose="020B0609020204030204" pitchFamily="49" charset="0"/>
              </a:rPr>
              <a:t> </a:t>
            </a:r>
            <a:r>
              <a:rPr kumimoji="0" lang="en-US" altLang="en-US" sz="2400" b="0" i="0" u="none" strike="noStrike" cap="none" normalizeH="0" baseline="0" dirty="0">
                <a:ln>
                  <a:noFill/>
                </a:ln>
                <a:solidFill>
                  <a:srgbClr val="999999"/>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Consolas" panose="020B0609020204030204" pitchFamily="49" charset="0"/>
              </a:rPr>
              <a:t> </a:t>
            </a:r>
            <a:r>
              <a:rPr kumimoji="0" lang="en-US" altLang="en-US" sz="2400" b="0" i="0" u="none" strike="noStrike" cap="none" normalizeH="0" baseline="0" dirty="0">
                <a:ln>
                  <a:noFill/>
                </a:ln>
                <a:solidFill>
                  <a:srgbClr val="0077AA"/>
                </a:solidFill>
                <a:effectLst/>
                <a:latin typeface="Consolas" panose="020B0609020204030204" pitchFamily="49" charset="0"/>
              </a:rPr>
              <a:t>public</a:t>
            </a:r>
            <a:r>
              <a:rPr kumimoji="0" lang="en-US" altLang="en-US" sz="2400" b="0" i="0" u="none" strike="noStrike" cap="none" normalizeH="0" baseline="0" dirty="0">
                <a:ln>
                  <a:noFill/>
                </a:ln>
                <a:solidFill>
                  <a:srgbClr val="000000"/>
                </a:solidFill>
                <a:effectLst/>
                <a:latin typeface="Consolas" panose="020B0609020204030204" pitchFamily="49" charset="0"/>
              </a:rPr>
              <a:t> </a:t>
            </a:r>
            <a:r>
              <a:rPr kumimoji="0" lang="en-US" altLang="en-US" sz="2400" b="0" i="0" u="none" strike="noStrike" cap="none" normalizeH="0" baseline="0" dirty="0">
                <a:ln>
                  <a:noFill/>
                </a:ln>
                <a:solidFill>
                  <a:srgbClr val="0077AA"/>
                </a:solidFill>
                <a:effectLst/>
                <a:latin typeface="Consolas" panose="020B0609020204030204" pitchFamily="49" charset="0"/>
              </a:rPr>
              <a:t>void</a:t>
            </a:r>
            <a:r>
              <a:rPr kumimoji="0" lang="en-US" altLang="en-US" sz="2400" b="0" i="0" u="none" strike="noStrike" cap="none" normalizeH="0" baseline="0" dirty="0">
                <a:ln>
                  <a:noFill/>
                </a:ln>
                <a:solidFill>
                  <a:srgbClr val="000000"/>
                </a:solidFill>
                <a:effectLst/>
                <a:latin typeface="Consolas" panose="020B0609020204030204" pitchFamily="49" charset="0"/>
              </a:rPr>
              <a:t> </a:t>
            </a:r>
            <a:r>
              <a:rPr kumimoji="0" lang="en-US" altLang="en-US" sz="2400" b="0" i="0" u="none" strike="noStrike" cap="none" normalizeH="0" baseline="0" dirty="0" err="1">
                <a:ln>
                  <a:noFill/>
                </a:ln>
                <a:solidFill>
                  <a:srgbClr val="DD4A68"/>
                </a:solidFill>
                <a:effectLst/>
                <a:latin typeface="Consolas" panose="020B0609020204030204" pitchFamily="49" charset="0"/>
              </a:rPr>
              <a:t>animalSound</a:t>
            </a:r>
            <a:r>
              <a:rPr kumimoji="0" lang="en-US" altLang="en-US" sz="2400" b="0" i="0" u="none" strike="noStrike" cap="none" normalizeH="0" baseline="0" dirty="0">
                <a:ln>
                  <a:noFill/>
                </a:ln>
                <a:solidFill>
                  <a:srgbClr val="999999"/>
                </a:solidFill>
                <a:effectLst/>
                <a:latin typeface="Consolas" panose="020B0609020204030204" pitchFamily="49" charset="0"/>
              </a:rPr>
              <a:t>();</a:t>
            </a:r>
            <a:r>
              <a:rPr kumimoji="0" lang="en-US" altLang="en-US" sz="24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708090"/>
                </a:solidFill>
                <a:effectLst/>
                <a:latin typeface="Consolas" panose="020B0609020204030204" pitchFamily="49" charset="0"/>
              </a:rPr>
              <a:t>// interface method (does not have a body)</a:t>
            </a:r>
            <a:r>
              <a:rPr kumimoji="0" lang="en-US" altLang="en-US" sz="24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77AA"/>
                </a:solidFill>
                <a:effectLst/>
                <a:latin typeface="Consolas" panose="020B0609020204030204" pitchFamily="49" charset="0"/>
              </a:rPr>
              <a:t>public</a:t>
            </a:r>
            <a:r>
              <a:rPr kumimoji="0" lang="en-US" altLang="en-US" sz="2400" b="0" i="0" u="none" strike="noStrike" cap="none" normalizeH="0" baseline="0" dirty="0">
                <a:ln>
                  <a:noFill/>
                </a:ln>
                <a:solidFill>
                  <a:srgbClr val="000000"/>
                </a:solidFill>
                <a:effectLst/>
                <a:latin typeface="Consolas" panose="020B0609020204030204" pitchFamily="49" charset="0"/>
              </a:rPr>
              <a:t> </a:t>
            </a:r>
            <a:r>
              <a:rPr kumimoji="0" lang="en-US" altLang="en-US" sz="2400" b="0" i="0" u="none" strike="noStrike" cap="none" normalizeH="0" baseline="0" dirty="0">
                <a:ln>
                  <a:noFill/>
                </a:ln>
                <a:solidFill>
                  <a:srgbClr val="0077AA"/>
                </a:solidFill>
                <a:effectLst/>
                <a:latin typeface="Consolas" panose="020B0609020204030204" pitchFamily="49" charset="0"/>
              </a:rPr>
              <a:t>void</a:t>
            </a:r>
            <a:r>
              <a:rPr kumimoji="0" lang="en-US" altLang="en-US" sz="2400" b="0" i="0" u="none" strike="noStrike" cap="none" normalizeH="0" baseline="0" dirty="0">
                <a:ln>
                  <a:noFill/>
                </a:ln>
                <a:solidFill>
                  <a:srgbClr val="000000"/>
                </a:solidFill>
                <a:effectLst/>
                <a:latin typeface="Consolas" panose="020B0609020204030204" pitchFamily="49" charset="0"/>
              </a:rPr>
              <a:t> </a:t>
            </a:r>
            <a:r>
              <a:rPr kumimoji="0" lang="en-US" altLang="en-US" sz="2400" b="0" i="0" u="none" strike="noStrike" cap="none" normalizeH="0" baseline="0" dirty="0">
                <a:ln>
                  <a:noFill/>
                </a:ln>
                <a:solidFill>
                  <a:srgbClr val="DD4A68"/>
                </a:solidFill>
                <a:effectLst/>
                <a:latin typeface="Consolas" panose="020B0609020204030204" pitchFamily="49" charset="0"/>
              </a:rPr>
              <a:t>run</a:t>
            </a:r>
            <a:r>
              <a:rPr kumimoji="0" lang="en-US" altLang="en-US" sz="2400" b="0" i="0" u="none" strike="noStrike" cap="none" normalizeH="0" baseline="0" dirty="0">
                <a:ln>
                  <a:noFill/>
                </a:ln>
                <a:solidFill>
                  <a:srgbClr val="999999"/>
                </a:solidFill>
                <a:effectLst/>
                <a:latin typeface="Consolas" panose="020B0609020204030204" pitchFamily="49" charset="0"/>
              </a:rPr>
              <a:t>();</a:t>
            </a:r>
            <a:r>
              <a:rPr kumimoji="0" lang="en-US" altLang="en-US" sz="24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dirty="0">
              <a:solidFill>
                <a:srgbClr val="000000"/>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708090"/>
                </a:solidFill>
                <a:effectLst/>
                <a:latin typeface="Consolas" panose="020B0609020204030204" pitchFamily="49" charset="0"/>
              </a:rPr>
              <a:t>// interface method (does not have a body)</a:t>
            </a:r>
            <a:r>
              <a:rPr kumimoji="0" lang="en-US" altLang="en-US" sz="2400" b="0" i="0" u="none" strike="noStrike" cap="none" normalizeH="0" baseline="0" dirty="0">
                <a:ln>
                  <a:noFill/>
                </a:ln>
                <a:solidFill>
                  <a:srgbClr val="000000"/>
                </a:solidFill>
                <a:effectLst/>
                <a:latin typeface="Consolas" panose="020B0609020204030204" pitchFamily="49" charset="0"/>
              </a:rPr>
              <a:t> </a:t>
            </a:r>
            <a:r>
              <a:rPr kumimoji="0" lang="en-US" altLang="en-US" sz="2400" b="0" i="0" u="none" strike="noStrike" cap="none" normalizeH="0" baseline="0" dirty="0">
                <a:ln>
                  <a:noFill/>
                </a:ln>
                <a:solidFill>
                  <a:srgbClr val="999999"/>
                </a:solidFill>
                <a:effectLst/>
                <a:latin typeface="Consolas" panose="020B0609020204030204" pitchFamily="49" charset="0"/>
              </a:rPr>
              <a:t>}</a:t>
            </a:r>
            <a:r>
              <a:rPr kumimoji="0" lang="en-US" altLang="en-US" sz="2400" b="0" i="0" u="none" strike="noStrike" cap="none" normalizeH="0" baseline="0" dirty="0">
                <a:ln>
                  <a:noFill/>
                </a:ln>
                <a:solidFill>
                  <a:schemeClr val="tx1"/>
                </a:solidFill>
                <a:effectLst/>
              </a:rPr>
              <a:t> </a:t>
            </a:r>
          </a:p>
        </p:txBody>
      </p:sp>
    </p:spTree>
    <p:extLst>
      <p:ext uri="{BB962C8B-B14F-4D97-AF65-F5344CB8AC3E}">
        <p14:creationId xmlns:p14="http://schemas.microsoft.com/office/powerpoint/2010/main" val="336216003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7C28-C684-457B-9CA0-3E9E16CBD792}"/>
              </a:ext>
            </a:extLst>
          </p:cNvPr>
          <p:cNvSpPr>
            <a:spLocks noGrp="1"/>
          </p:cNvSpPr>
          <p:nvPr>
            <p:ph type="title"/>
          </p:nvPr>
        </p:nvSpPr>
        <p:spPr>
          <a:xfrm>
            <a:off x="609600" y="274638"/>
            <a:ext cx="10972800" cy="495924"/>
          </a:xfrm>
        </p:spPr>
        <p:txBody>
          <a:bodyPr>
            <a:noAutofit/>
          </a:bodyPr>
          <a:lstStyle/>
          <a:p>
            <a:pPr algn="ctr" fontAlgn="auto">
              <a:spcAft>
                <a:spcPts val="0"/>
              </a:spcAft>
              <a:defRPr/>
            </a:pPr>
            <a:r>
              <a:rPr lang="en-US" sz="4400" dirty="0">
                <a:solidFill>
                  <a:srgbClr val="33B38C"/>
                </a:solidFill>
                <a:latin typeface="Calibri" panose="020F0502020204030204" pitchFamily="34" charset="0"/>
              </a:rPr>
              <a:t>Java Interface -</a:t>
            </a:r>
            <a:endParaRPr lang="en-US" sz="4400" dirty="0">
              <a:solidFill>
                <a:srgbClr val="33B38C"/>
              </a:solidFill>
              <a:highlight>
                <a:srgbClr val="FFFF00"/>
              </a:highlight>
              <a:latin typeface="Calibri" panose="020F0502020204030204" pitchFamily="34" charset="0"/>
            </a:endParaRPr>
          </a:p>
        </p:txBody>
      </p:sp>
      <p:sp>
        <p:nvSpPr>
          <p:cNvPr id="4" name="Rectangle 2">
            <a:extLst>
              <a:ext uri="{FF2B5EF4-FFF2-40B4-BE49-F238E27FC236}">
                <a16:creationId xmlns:a16="http://schemas.microsoft.com/office/drawing/2014/main" id="{BA7DFAAE-EF05-4F58-B0DB-45287C8517AE}"/>
              </a:ext>
            </a:extLst>
          </p:cNvPr>
          <p:cNvSpPr>
            <a:spLocks noGrp="1" noChangeArrowheads="1"/>
          </p:cNvSpPr>
          <p:nvPr>
            <p:ph type="body" idx="1"/>
          </p:nvPr>
        </p:nvSpPr>
        <p:spPr bwMode="auto">
          <a:xfrm>
            <a:off x="681519" y="1285707"/>
            <a:ext cx="10537861"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571500" indent="-571500">
              <a:spcBef>
                <a:spcPct val="0"/>
              </a:spcBef>
              <a:buClrTx/>
              <a:buSzTx/>
            </a:pPr>
            <a:r>
              <a:rPr kumimoji="0" lang="en-US" altLang="en-US" sz="3200" b="0" i="0" u="none" strike="noStrike" cap="none" normalizeH="0" baseline="0" dirty="0">
                <a:ln>
                  <a:noFill/>
                </a:ln>
                <a:solidFill>
                  <a:srgbClr val="000000"/>
                </a:solidFill>
                <a:effectLst/>
                <a:latin typeface="Verdana" panose="020B0604030504040204" pitchFamily="34" charset="0"/>
              </a:rPr>
              <a:t>To access the interface methods, the interface must be "implemented" (</a:t>
            </a:r>
            <a:r>
              <a:rPr kumimoji="0" lang="en-US" altLang="en-US" sz="3200" b="0" i="0" u="none" strike="noStrike" cap="none" normalizeH="0" baseline="0" dirty="0" err="1">
                <a:ln>
                  <a:noFill/>
                </a:ln>
                <a:solidFill>
                  <a:srgbClr val="000000"/>
                </a:solidFill>
                <a:effectLst/>
                <a:latin typeface="Verdana" panose="020B0604030504040204" pitchFamily="34" charset="0"/>
              </a:rPr>
              <a:t>kinda</a:t>
            </a:r>
            <a:r>
              <a:rPr kumimoji="0" lang="en-US" altLang="en-US" sz="3200" b="0" i="0" u="none" strike="noStrike" cap="none" normalizeH="0" baseline="0" dirty="0">
                <a:ln>
                  <a:noFill/>
                </a:ln>
                <a:solidFill>
                  <a:srgbClr val="000000"/>
                </a:solidFill>
                <a:effectLst/>
                <a:latin typeface="Verdana" panose="020B0604030504040204" pitchFamily="34" charset="0"/>
              </a:rPr>
              <a:t> like inherited) by another class with the </a:t>
            </a:r>
            <a:r>
              <a:rPr kumimoji="0" lang="en-US" altLang="en-US" sz="3200" b="0" i="0" u="none" strike="noStrike" cap="none" normalizeH="0" baseline="0" dirty="0">
                <a:ln>
                  <a:noFill/>
                </a:ln>
                <a:solidFill>
                  <a:srgbClr val="DC143C"/>
                </a:solidFill>
                <a:effectLst/>
                <a:latin typeface="Consolas" panose="020B0609020204030204" pitchFamily="49" charset="0"/>
              </a:rPr>
              <a:t>implements</a:t>
            </a:r>
            <a:r>
              <a:rPr kumimoji="0" lang="en-US" altLang="en-US" sz="3200" b="0" i="0" u="none" strike="noStrike" cap="none" normalizeH="0" baseline="0" dirty="0">
                <a:ln>
                  <a:noFill/>
                </a:ln>
                <a:solidFill>
                  <a:srgbClr val="000000"/>
                </a:solidFill>
                <a:effectLst/>
                <a:latin typeface="Verdana" panose="020B0604030504040204" pitchFamily="34" charset="0"/>
              </a:rPr>
              <a:t> keyword (instead of </a:t>
            </a:r>
            <a:r>
              <a:rPr kumimoji="0" lang="en-US" altLang="en-US" sz="3200" b="0" i="0" u="none" strike="noStrike" cap="none" normalizeH="0" baseline="0" dirty="0">
                <a:ln>
                  <a:noFill/>
                </a:ln>
                <a:solidFill>
                  <a:srgbClr val="DC143C"/>
                </a:solidFill>
                <a:effectLst/>
                <a:latin typeface="Consolas" panose="020B0609020204030204" pitchFamily="49" charset="0"/>
              </a:rPr>
              <a:t>extends</a:t>
            </a:r>
            <a:r>
              <a:rPr kumimoji="0" lang="en-US" altLang="en-US" sz="3200" b="0" i="0" u="none" strike="noStrike" cap="none" normalizeH="0" baseline="0" dirty="0">
                <a:ln>
                  <a:noFill/>
                </a:ln>
                <a:solidFill>
                  <a:srgbClr val="000000"/>
                </a:solidFill>
                <a:effectLst/>
                <a:latin typeface="Verdana" panose="020B0604030504040204" pitchFamily="34" charset="0"/>
              </a:rPr>
              <a:t>). </a:t>
            </a:r>
          </a:p>
          <a:p>
            <a:pPr marL="571500" indent="-571500">
              <a:spcBef>
                <a:spcPct val="0"/>
              </a:spcBef>
              <a:buClrTx/>
              <a:buSzTx/>
            </a:pPr>
            <a:endParaRPr lang="en-US" altLang="en-US" sz="3200" dirty="0">
              <a:solidFill>
                <a:srgbClr val="000000"/>
              </a:solidFill>
              <a:latin typeface="Verdana" panose="020B0604030504040204" pitchFamily="34" charset="0"/>
            </a:endParaRPr>
          </a:p>
          <a:p>
            <a:pPr marL="571500" indent="-571500">
              <a:spcBef>
                <a:spcPct val="0"/>
              </a:spcBef>
              <a:buClrTx/>
              <a:buSzTx/>
            </a:pPr>
            <a:r>
              <a:rPr kumimoji="0" lang="en-US" altLang="en-US" sz="3200" b="0" i="0" u="none" strike="noStrike" cap="none" normalizeH="0" baseline="0" dirty="0">
                <a:ln>
                  <a:noFill/>
                </a:ln>
                <a:solidFill>
                  <a:srgbClr val="000000"/>
                </a:solidFill>
                <a:effectLst/>
                <a:latin typeface="Verdana" panose="020B0604030504040204" pitchFamily="34" charset="0"/>
              </a:rPr>
              <a:t>The body of the interface method is provided by the "implement" class:</a:t>
            </a:r>
            <a:r>
              <a:rPr kumimoji="0" lang="en-US" altLang="en-US" sz="3200"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4102198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7C28-C684-457B-9CA0-3E9E16CBD792}"/>
              </a:ext>
            </a:extLst>
          </p:cNvPr>
          <p:cNvSpPr>
            <a:spLocks noGrp="1"/>
          </p:cNvSpPr>
          <p:nvPr>
            <p:ph type="title"/>
          </p:nvPr>
        </p:nvSpPr>
        <p:spPr>
          <a:xfrm>
            <a:off x="609600" y="0"/>
            <a:ext cx="10972800" cy="495924"/>
          </a:xfrm>
        </p:spPr>
        <p:txBody>
          <a:bodyPr>
            <a:noAutofit/>
          </a:bodyPr>
          <a:lstStyle/>
          <a:p>
            <a:pPr algn="ctr" fontAlgn="auto">
              <a:spcAft>
                <a:spcPts val="0"/>
              </a:spcAft>
              <a:defRPr/>
            </a:pPr>
            <a:r>
              <a:rPr lang="en-US" sz="4400" dirty="0">
                <a:solidFill>
                  <a:srgbClr val="33B38C"/>
                </a:solidFill>
                <a:latin typeface="Calibri" panose="020F0502020204030204" pitchFamily="34" charset="0"/>
              </a:rPr>
              <a:t>Java Interface -</a:t>
            </a:r>
            <a:endParaRPr lang="en-US" sz="4400" dirty="0">
              <a:solidFill>
                <a:srgbClr val="33B38C"/>
              </a:solidFill>
              <a:highlight>
                <a:srgbClr val="FFFF00"/>
              </a:highlight>
              <a:latin typeface="Calibri" panose="020F0502020204030204" pitchFamily="34" charset="0"/>
            </a:endParaRPr>
          </a:p>
        </p:txBody>
      </p:sp>
      <p:sp>
        <p:nvSpPr>
          <p:cNvPr id="3" name="Text Placeholder 2">
            <a:extLst>
              <a:ext uri="{FF2B5EF4-FFF2-40B4-BE49-F238E27FC236}">
                <a16:creationId xmlns:a16="http://schemas.microsoft.com/office/drawing/2014/main" id="{3EAFC8C3-5724-4086-8A39-7C8E5FCE596F}"/>
              </a:ext>
            </a:extLst>
          </p:cNvPr>
          <p:cNvSpPr>
            <a:spLocks noGrp="1" noChangeArrowheads="1"/>
          </p:cNvSpPr>
          <p:nvPr>
            <p:ph type="body" idx="1"/>
          </p:nvPr>
        </p:nvSpPr>
        <p:spPr bwMode="auto">
          <a:xfrm>
            <a:off x="1205020" y="495924"/>
            <a:ext cx="10189020" cy="6137477"/>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58700" rIns="0" bIns="1587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708090"/>
                </a:solidFill>
                <a:effectLst/>
                <a:latin typeface="Consolas" panose="020B0609020204030204" pitchFamily="49" charset="0"/>
              </a:rPr>
              <a:t>// Interface</a:t>
            </a:r>
            <a:r>
              <a:rPr kumimoji="0" lang="en-US" altLang="en-US" sz="18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77AA"/>
                </a:solidFill>
                <a:effectLst/>
                <a:latin typeface="Consolas" panose="020B0609020204030204" pitchFamily="49" charset="0"/>
              </a:rPr>
              <a:t>interface</a:t>
            </a:r>
            <a:r>
              <a:rPr kumimoji="0" lang="en-US" altLang="en-US" sz="1800" b="0" i="0" u="none" strike="noStrike" cap="none" normalizeH="0" baseline="0" dirty="0">
                <a:ln>
                  <a:noFill/>
                </a:ln>
                <a:solidFill>
                  <a:srgbClr val="000000"/>
                </a:solidFill>
                <a:effectLst/>
                <a:latin typeface="Consolas" panose="020B0609020204030204" pitchFamily="49" charset="0"/>
              </a:rPr>
              <a:t> </a:t>
            </a:r>
            <a:r>
              <a:rPr kumimoji="0" lang="en-US" altLang="en-US" sz="1800" b="0" i="0" u="none" strike="noStrike" cap="none" normalizeH="0" baseline="0" dirty="0">
                <a:ln>
                  <a:noFill/>
                </a:ln>
                <a:solidFill>
                  <a:srgbClr val="DD4A68"/>
                </a:solidFill>
                <a:effectLst/>
                <a:latin typeface="Consolas" panose="020B0609020204030204" pitchFamily="49" charset="0"/>
              </a:rPr>
              <a:t>Animal</a:t>
            </a:r>
            <a:r>
              <a:rPr kumimoji="0" lang="en-US" altLang="en-US" sz="1800" b="0" i="0" u="none" strike="noStrike" cap="none" normalizeH="0" baseline="0" dirty="0">
                <a:ln>
                  <a:noFill/>
                </a:ln>
                <a:solidFill>
                  <a:srgbClr val="000000"/>
                </a:solidFill>
                <a:effectLst/>
                <a:latin typeface="Consolas" panose="020B0609020204030204" pitchFamily="49" charset="0"/>
              </a:rPr>
              <a:t> </a:t>
            </a:r>
            <a:r>
              <a:rPr kumimoji="0" lang="en-US" altLang="en-US" sz="1800" b="0" i="0" u="none" strike="noStrike" cap="none" normalizeH="0" baseline="0" dirty="0">
                <a:ln>
                  <a:noFill/>
                </a:ln>
                <a:solidFill>
                  <a:srgbClr val="999999"/>
                </a:solidFill>
                <a:effectLst/>
                <a:latin typeface="Consolas" panose="020B0609020204030204" pitchFamily="49" charset="0"/>
              </a:rPr>
              <a:t>{</a:t>
            </a:r>
            <a:r>
              <a:rPr kumimoji="0" lang="en-US" altLang="en-US" sz="18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77AA"/>
                </a:solidFill>
                <a:effectLst/>
                <a:latin typeface="Consolas" panose="020B0609020204030204" pitchFamily="49" charset="0"/>
              </a:rPr>
              <a:t>public</a:t>
            </a:r>
            <a:r>
              <a:rPr kumimoji="0" lang="en-US" altLang="en-US" sz="1800" b="0" i="0" u="none" strike="noStrike" cap="none" normalizeH="0" baseline="0" dirty="0">
                <a:ln>
                  <a:noFill/>
                </a:ln>
                <a:solidFill>
                  <a:srgbClr val="000000"/>
                </a:solidFill>
                <a:effectLst/>
                <a:latin typeface="Consolas" panose="020B0609020204030204" pitchFamily="49" charset="0"/>
              </a:rPr>
              <a:t> </a:t>
            </a:r>
            <a:r>
              <a:rPr kumimoji="0" lang="en-US" altLang="en-US" sz="1800" b="0" i="0" u="none" strike="noStrike" cap="none" normalizeH="0" baseline="0" dirty="0">
                <a:ln>
                  <a:noFill/>
                </a:ln>
                <a:solidFill>
                  <a:srgbClr val="0077AA"/>
                </a:solidFill>
                <a:effectLst/>
                <a:latin typeface="Consolas" panose="020B0609020204030204" pitchFamily="49" charset="0"/>
              </a:rPr>
              <a:t>void</a:t>
            </a:r>
            <a:r>
              <a:rPr kumimoji="0" lang="en-US" altLang="en-US" sz="1800" b="0" i="0" u="none" strike="noStrike" cap="none" normalizeH="0" baseline="0" dirty="0">
                <a:ln>
                  <a:noFill/>
                </a:ln>
                <a:solidFill>
                  <a:srgbClr val="000000"/>
                </a:solidFill>
                <a:effectLst/>
                <a:latin typeface="Consolas" panose="020B0609020204030204" pitchFamily="49" charset="0"/>
              </a:rPr>
              <a:t> </a:t>
            </a:r>
            <a:r>
              <a:rPr kumimoji="0" lang="en-US" altLang="en-US" sz="1800" b="0" i="0" u="none" strike="noStrike" cap="none" normalizeH="0" baseline="0" dirty="0" err="1">
                <a:ln>
                  <a:noFill/>
                </a:ln>
                <a:solidFill>
                  <a:srgbClr val="DD4A68"/>
                </a:solidFill>
                <a:effectLst/>
                <a:latin typeface="Consolas" panose="020B0609020204030204" pitchFamily="49" charset="0"/>
              </a:rPr>
              <a:t>animalSound</a:t>
            </a:r>
            <a:r>
              <a:rPr kumimoji="0" lang="en-US" altLang="en-US" sz="1800" b="0" i="0" u="none" strike="noStrike" cap="none" normalizeH="0" baseline="0" dirty="0">
                <a:ln>
                  <a:noFill/>
                </a:ln>
                <a:solidFill>
                  <a:srgbClr val="999999"/>
                </a:solidFill>
                <a:effectLst/>
                <a:latin typeface="Consolas" panose="020B0609020204030204" pitchFamily="49" charset="0"/>
              </a:rPr>
              <a:t>();</a:t>
            </a:r>
            <a:r>
              <a:rPr kumimoji="0" lang="en-US" altLang="en-US" sz="1800" b="0" i="0" u="none" strike="noStrike" cap="none" normalizeH="0" baseline="0" dirty="0">
                <a:ln>
                  <a:noFill/>
                </a:ln>
                <a:solidFill>
                  <a:srgbClr val="000000"/>
                </a:solidFill>
                <a:effectLst/>
                <a:latin typeface="Consolas" panose="020B0609020204030204" pitchFamily="49" charset="0"/>
              </a:rPr>
              <a:t> </a:t>
            </a:r>
            <a:r>
              <a:rPr kumimoji="0" lang="en-US" altLang="en-US" sz="1800" b="0" i="0" u="none" strike="noStrike" cap="none" normalizeH="0" baseline="0" dirty="0">
                <a:ln>
                  <a:noFill/>
                </a:ln>
                <a:solidFill>
                  <a:srgbClr val="708090"/>
                </a:solidFill>
                <a:effectLst/>
                <a:latin typeface="Consolas" panose="020B0609020204030204" pitchFamily="49" charset="0"/>
              </a:rPr>
              <a:t>// interface method (does not have a body)</a:t>
            </a:r>
            <a:r>
              <a:rPr kumimoji="0" lang="en-US" altLang="en-US" sz="18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77AA"/>
                </a:solidFill>
                <a:effectLst/>
                <a:latin typeface="Consolas" panose="020B0609020204030204" pitchFamily="49" charset="0"/>
              </a:rPr>
              <a:t>public</a:t>
            </a:r>
            <a:r>
              <a:rPr kumimoji="0" lang="en-US" altLang="en-US" sz="1800" b="0" i="0" u="none" strike="noStrike" cap="none" normalizeH="0" baseline="0" dirty="0">
                <a:ln>
                  <a:noFill/>
                </a:ln>
                <a:solidFill>
                  <a:srgbClr val="000000"/>
                </a:solidFill>
                <a:effectLst/>
                <a:latin typeface="Consolas" panose="020B0609020204030204" pitchFamily="49" charset="0"/>
              </a:rPr>
              <a:t> </a:t>
            </a:r>
            <a:r>
              <a:rPr kumimoji="0" lang="en-US" altLang="en-US" sz="1800" b="0" i="0" u="none" strike="noStrike" cap="none" normalizeH="0" baseline="0" dirty="0">
                <a:ln>
                  <a:noFill/>
                </a:ln>
                <a:solidFill>
                  <a:srgbClr val="0077AA"/>
                </a:solidFill>
                <a:effectLst/>
                <a:latin typeface="Consolas" panose="020B0609020204030204" pitchFamily="49" charset="0"/>
              </a:rPr>
              <a:t>void</a:t>
            </a:r>
            <a:r>
              <a:rPr kumimoji="0" lang="en-US" altLang="en-US" sz="1800" b="0" i="0" u="none" strike="noStrike" cap="none" normalizeH="0" baseline="0" dirty="0">
                <a:ln>
                  <a:noFill/>
                </a:ln>
                <a:solidFill>
                  <a:srgbClr val="000000"/>
                </a:solidFill>
                <a:effectLst/>
                <a:latin typeface="Consolas" panose="020B0609020204030204" pitchFamily="49" charset="0"/>
              </a:rPr>
              <a:t> </a:t>
            </a:r>
            <a:r>
              <a:rPr kumimoji="0" lang="en-US" altLang="en-US" sz="1800" b="0" i="0" u="none" strike="noStrike" cap="none" normalizeH="0" baseline="0" dirty="0">
                <a:ln>
                  <a:noFill/>
                </a:ln>
                <a:solidFill>
                  <a:srgbClr val="DD4A68"/>
                </a:solidFill>
                <a:effectLst/>
                <a:latin typeface="Consolas" panose="020B0609020204030204" pitchFamily="49" charset="0"/>
              </a:rPr>
              <a:t>sleep</a:t>
            </a:r>
            <a:r>
              <a:rPr kumimoji="0" lang="en-US" altLang="en-US" sz="1800" b="0" i="0" u="none" strike="noStrike" cap="none" normalizeH="0" baseline="0" dirty="0">
                <a:ln>
                  <a:noFill/>
                </a:ln>
                <a:solidFill>
                  <a:srgbClr val="999999"/>
                </a:solidFill>
                <a:effectLst/>
                <a:latin typeface="Consolas" panose="020B0609020204030204" pitchFamily="49" charset="0"/>
              </a:rPr>
              <a:t>();</a:t>
            </a:r>
            <a:r>
              <a:rPr kumimoji="0" lang="en-US" altLang="en-US" sz="1800" b="0" i="0" u="none" strike="noStrike" cap="none" normalizeH="0" baseline="0" dirty="0">
                <a:ln>
                  <a:noFill/>
                </a:ln>
                <a:solidFill>
                  <a:srgbClr val="000000"/>
                </a:solidFill>
                <a:effectLst/>
                <a:latin typeface="Consolas" panose="020B0609020204030204" pitchFamily="49" charset="0"/>
              </a:rPr>
              <a:t> </a:t>
            </a:r>
            <a:r>
              <a:rPr kumimoji="0" lang="en-US" altLang="en-US" sz="1800" b="0" i="0" u="none" strike="noStrike" cap="none" normalizeH="0" baseline="0" dirty="0">
                <a:ln>
                  <a:noFill/>
                </a:ln>
                <a:solidFill>
                  <a:srgbClr val="708090"/>
                </a:solidFill>
                <a:effectLst/>
                <a:latin typeface="Consolas" panose="020B0609020204030204" pitchFamily="49" charset="0"/>
              </a:rPr>
              <a:t>// interface method (does not have a body)</a:t>
            </a:r>
            <a:r>
              <a:rPr kumimoji="0" lang="en-US" altLang="en-US" sz="18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999999"/>
                </a:solidFill>
                <a:effectLst/>
                <a:latin typeface="Consolas" panose="020B0609020204030204" pitchFamily="49" charset="0"/>
              </a:rPr>
              <a:t>}</a:t>
            </a:r>
            <a:r>
              <a:rPr kumimoji="0" lang="en-US" altLang="en-US" sz="18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708090"/>
                </a:solidFill>
                <a:effectLst/>
                <a:latin typeface="Consolas" panose="020B0609020204030204" pitchFamily="49" charset="0"/>
              </a:rPr>
              <a:t>// Pig "implements" the Animal interface</a:t>
            </a:r>
            <a:endParaRPr lang="en-US" altLang="en-US" sz="1800" dirty="0">
              <a:solidFill>
                <a:srgbClr val="000000"/>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77AA"/>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77AA"/>
                </a:solidFill>
                <a:effectLst/>
                <a:latin typeface="Consolas" panose="020B0609020204030204" pitchFamily="49" charset="0"/>
              </a:rPr>
              <a:t>class</a:t>
            </a:r>
            <a:r>
              <a:rPr kumimoji="0" lang="en-US" altLang="en-US" sz="1800" b="0" i="0" u="none" strike="noStrike" cap="none" normalizeH="0" baseline="0" dirty="0">
                <a:ln>
                  <a:noFill/>
                </a:ln>
                <a:solidFill>
                  <a:srgbClr val="000000"/>
                </a:solidFill>
                <a:effectLst/>
                <a:latin typeface="Consolas" panose="020B0609020204030204" pitchFamily="49" charset="0"/>
              </a:rPr>
              <a:t> </a:t>
            </a:r>
            <a:r>
              <a:rPr kumimoji="0" lang="en-US" altLang="en-US" sz="1800" b="0" i="0" u="none" strike="noStrike" cap="none" normalizeH="0" baseline="0" dirty="0">
                <a:ln>
                  <a:noFill/>
                </a:ln>
                <a:solidFill>
                  <a:srgbClr val="DD4A68"/>
                </a:solidFill>
                <a:effectLst/>
                <a:latin typeface="Consolas" panose="020B0609020204030204" pitchFamily="49" charset="0"/>
              </a:rPr>
              <a:t>Pig</a:t>
            </a:r>
            <a:r>
              <a:rPr kumimoji="0" lang="en-US" altLang="en-US" sz="1800" b="0" i="0" u="none" strike="noStrike" cap="none" normalizeH="0" baseline="0" dirty="0">
                <a:ln>
                  <a:noFill/>
                </a:ln>
                <a:solidFill>
                  <a:srgbClr val="000000"/>
                </a:solidFill>
                <a:effectLst/>
                <a:latin typeface="Consolas" panose="020B0609020204030204" pitchFamily="49" charset="0"/>
              </a:rPr>
              <a:t> </a:t>
            </a:r>
            <a:r>
              <a:rPr kumimoji="0" lang="en-US" altLang="en-US" sz="1800" b="0" i="0" u="none" strike="noStrike" cap="none" normalizeH="0" baseline="0" dirty="0">
                <a:ln>
                  <a:noFill/>
                </a:ln>
                <a:solidFill>
                  <a:srgbClr val="0077AA"/>
                </a:solidFill>
                <a:effectLst/>
                <a:latin typeface="Consolas" panose="020B0609020204030204" pitchFamily="49" charset="0"/>
              </a:rPr>
              <a:t>implements</a:t>
            </a:r>
            <a:r>
              <a:rPr kumimoji="0" lang="en-US" altLang="en-US" sz="1800" b="0" i="0" u="none" strike="noStrike" cap="none" normalizeH="0" baseline="0" dirty="0">
                <a:ln>
                  <a:noFill/>
                </a:ln>
                <a:solidFill>
                  <a:srgbClr val="000000"/>
                </a:solidFill>
                <a:effectLst/>
                <a:latin typeface="Consolas" panose="020B0609020204030204" pitchFamily="49" charset="0"/>
              </a:rPr>
              <a:t> </a:t>
            </a:r>
            <a:r>
              <a:rPr kumimoji="0" lang="en-US" altLang="en-US" sz="1800" b="0" i="0" u="none" strike="noStrike" cap="none" normalizeH="0" baseline="0" dirty="0">
                <a:ln>
                  <a:noFill/>
                </a:ln>
                <a:solidFill>
                  <a:srgbClr val="DD4A68"/>
                </a:solidFill>
                <a:effectLst/>
                <a:latin typeface="Consolas" panose="020B0609020204030204" pitchFamily="49" charset="0"/>
              </a:rPr>
              <a:t>Animal</a:t>
            </a:r>
            <a:r>
              <a:rPr kumimoji="0" lang="en-US" altLang="en-US" sz="1800" b="0" i="0" u="none" strike="noStrike" cap="none" normalizeH="0" baseline="0" dirty="0">
                <a:ln>
                  <a:noFill/>
                </a:ln>
                <a:solidFill>
                  <a:srgbClr val="000000"/>
                </a:solidFill>
                <a:effectLst/>
                <a:latin typeface="Consolas" panose="020B0609020204030204" pitchFamily="49" charset="0"/>
              </a:rPr>
              <a:t> </a:t>
            </a:r>
            <a:r>
              <a:rPr kumimoji="0" lang="en-US" altLang="en-US" sz="1800" b="0" i="0" u="none" strike="noStrike" cap="none" normalizeH="0" baseline="0" dirty="0">
                <a:ln>
                  <a:noFill/>
                </a:ln>
                <a:solidFill>
                  <a:srgbClr val="999999"/>
                </a:solidFill>
                <a:effectLst/>
                <a:latin typeface="Consolas" panose="020B0609020204030204" pitchFamily="49" charset="0"/>
              </a:rPr>
              <a:t>{</a:t>
            </a:r>
            <a:r>
              <a:rPr kumimoji="0" lang="en-US" altLang="en-US" sz="18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77AA"/>
                </a:solidFill>
                <a:effectLst/>
                <a:latin typeface="Consolas" panose="020B0609020204030204" pitchFamily="49" charset="0"/>
              </a:rPr>
              <a:t>	public</a:t>
            </a:r>
            <a:r>
              <a:rPr kumimoji="0" lang="en-US" altLang="en-US" sz="1800" b="0" i="0" u="none" strike="noStrike" cap="none" normalizeH="0" baseline="0" dirty="0">
                <a:ln>
                  <a:noFill/>
                </a:ln>
                <a:solidFill>
                  <a:srgbClr val="000000"/>
                </a:solidFill>
                <a:effectLst/>
                <a:latin typeface="Consolas" panose="020B0609020204030204" pitchFamily="49" charset="0"/>
              </a:rPr>
              <a:t> </a:t>
            </a:r>
            <a:r>
              <a:rPr kumimoji="0" lang="en-US" altLang="en-US" sz="1800" b="0" i="0" u="none" strike="noStrike" cap="none" normalizeH="0" baseline="0" dirty="0">
                <a:ln>
                  <a:noFill/>
                </a:ln>
                <a:solidFill>
                  <a:srgbClr val="0077AA"/>
                </a:solidFill>
                <a:effectLst/>
                <a:latin typeface="Consolas" panose="020B0609020204030204" pitchFamily="49" charset="0"/>
              </a:rPr>
              <a:t>void</a:t>
            </a:r>
            <a:r>
              <a:rPr kumimoji="0" lang="en-US" altLang="en-US" sz="1800" b="0" i="0" u="none" strike="noStrike" cap="none" normalizeH="0" baseline="0" dirty="0">
                <a:ln>
                  <a:noFill/>
                </a:ln>
                <a:solidFill>
                  <a:srgbClr val="000000"/>
                </a:solidFill>
                <a:effectLst/>
                <a:latin typeface="Consolas" panose="020B0609020204030204" pitchFamily="49" charset="0"/>
              </a:rPr>
              <a:t> </a:t>
            </a:r>
            <a:r>
              <a:rPr kumimoji="0" lang="en-US" altLang="en-US" sz="1800" b="0" i="0" u="none" strike="noStrike" cap="none" normalizeH="0" baseline="0" dirty="0" err="1">
                <a:ln>
                  <a:noFill/>
                </a:ln>
                <a:solidFill>
                  <a:srgbClr val="DD4A68"/>
                </a:solidFill>
                <a:effectLst/>
                <a:latin typeface="Consolas" panose="020B0609020204030204" pitchFamily="49" charset="0"/>
              </a:rPr>
              <a:t>animalSound</a:t>
            </a:r>
            <a:r>
              <a:rPr kumimoji="0" lang="en-US" altLang="en-US" sz="1800" b="0" i="0" u="none" strike="noStrike" cap="none" normalizeH="0" baseline="0" dirty="0">
                <a:ln>
                  <a:noFill/>
                </a:ln>
                <a:solidFill>
                  <a:srgbClr val="999999"/>
                </a:solidFill>
                <a:effectLst/>
                <a:latin typeface="Consolas" panose="020B0609020204030204" pitchFamily="49" charset="0"/>
              </a:rPr>
              <a:t>()</a:t>
            </a:r>
            <a:r>
              <a:rPr kumimoji="0" lang="en-US" altLang="en-US" sz="1800" b="0" i="0" u="none" strike="noStrike" cap="none" normalizeH="0" baseline="0" dirty="0">
                <a:ln>
                  <a:noFill/>
                </a:ln>
                <a:solidFill>
                  <a:srgbClr val="000000"/>
                </a:solidFill>
                <a:effectLst/>
                <a:latin typeface="Consolas" panose="020B0609020204030204" pitchFamily="49" charset="0"/>
              </a:rPr>
              <a:t> </a:t>
            </a:r>
            <a:r>
              <a:rPr kumimoji="0" lang="en-US" altLang="en-US" sz="1800" b="0" i="0" u="none" strike="noStrike" cap="none" normalizeH="0" baseline="0" dirty="0">
                <a:ln>
                  <a:noFill/>
                </a:ln>
                <a:solidFill>
                  <a:srgbClr val="999999"/>
                </a:solidFill>
                <a:effectLst/>
                <a:latin typeface="Consolas" panose="020B0609020204030204" pitchFamily="49" charset="0"/>
              </a:rPr>
              <a:t>{</a:t>
            </a:r>
            <a:r>
              <a:rPr kumimoji="0" lang="en-US" altLang="en-US" sz="18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708090"/>
                </a:solidFill>
                <a:effectLst/>
                <a:latin typeface="Consolas" panose="020B0609020204030204" pitchFamily="49" charset="0"/>
              </a:rPr>
              <a:t>		// The body of </a:t>
            </a:r>
            <a:r>
              <a:rPr kumimoji="0" lang="en-US" altLang="en-US" sz="1800" b="0" i="0" u="none" strike="noStrike" cap="none" normalizeH="0" baseline="0" dirty="0" err="1">
                <a:ln>
                  <a:noFill/>
                </a:ln>
                <a:solidFill>
                  <a:srgbClr val="708090"/>
                </a:solidFill>
                <a:effectLst/>
                <a:latin typeface="Consolas" panose="020B0609020204030204" pitchFamily="49" charset="0"/>
              </a:rPr>
              <a:t>animalSound</a:t>
            </a:r>
            <a:r>
              <a:rPr kumimoji="0" lang="en-US" altLang="en-US" sz="1800" b="0" i="0" u="none" strike="noStrike" cap="none" normalizeH="0" baseline="0" dirty="0">
                <a:ln>
                  <a:noFill/>
                </a:ln>
                <a:solidFill>
                  <a:srgbClr val="708090"/>
                </a:solidFill>
                <a:effectLst/>
                <a:latin typeface="Consolas" panose="020B0609020204030204" pitchFamily="49" charset="0"/>
              </a:rPr>
              <a:t>() is provided here</a:t>
            </a:r>
            <a:r>
              <a:rPr kumimoji="0" lang="en-US" altLang="en-US" sz="18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DD4A68"/>
                </a:solidFill>
                <a:effectLst/>
                <a:latin typeface="Consolas" panose="020B0609020204030204" pitchFamily="49" charset="0"/>
              </a:rPr>
              <a:t>		</a:t>
            </a:r>
            <a:r>
              <a:rPr kumimoji="0" lang="en-US" altLang="en-US" sz="1800" b="0" i="0" u="none" strike="noStrike" cap="none" normalizeH="0" baseline="0" dirty="0" err="1">
                <a:ln>
                  <a:noFill/>
                </a:ln>
                <a:solidFill>
                  <a:srgbClr val="DD4A68"/>
                </a:solidFill>
                <a:effectLst/>
                <a:latin typeface="Consolas" panose="020B0609020204030204" pitchFamily="49" charset="0"/>
              </a:rPr>
              <a:t>System</a:t>
            </a:r>
            <a:r>
              <a:rPr kumimoji="0" lang="en-US" altLang="en-US" sz="1800" b="0" i="0" u="none" strike="noStrike" cap="none" normalizeH="0" baseline="0" dirty="0" err="1">
                <a:ln>
                  <a:noFill/>
                </a:ln>
                <a:solidFill>
                  <a:srgbClr val="999999"/>
                </a:solidFill>
                <a:effectLst/>
                <a:latin typeface="Consolas" panose="020B0609020204030204" pitchFamily="49" charset="0"/>
              </a:rPr>
              <a:t>.</a:t>
            </a:r>
            <a:r>
              <a:rPr kumimoji="0" lang="en-US" altLang="en-US" sz="1800" b="0" i="0" u="none" strike="noStrike" cap="none" normalizeH="0" baseline="0" dirty="0" err="1">
                <a:ln>
                  <a:noFill/>
                </a:ln>
                <a:solidFill>
                  <a:srgbClr val="000000"/>
                </a:solidFill>
                <a:effectLst/>
                <a:latin typeface="Consolas" panose="020B0609020204030204" pitchFamily="49" charset="0"/>
              </a:rPr>
              <a:t>out</a:t>
            </a:r>
            <a:r>
              <a:rPr kumimoji="0" lang="en-US" altLang="en-US" sz="1800" b="0" i="0" u="none" strike="noStrike" cap="none" normalizeH="0" baseline="0" dirty="0" err="1">
                <a:ln>
                  <a:noFill/>
                </a:ln>
                <a:solidFill>
                  <a:srgbClr val="999999"/>
                </a:solidFill>
                <a:effectLst/>
                <a:latin typeface="Consolas" panose="020B0609020204030204" pitchFamily="49" charset="0"/>
              </a:rPr>
              <a:t>.</a:t>
            </a:r>
            <a:r>
              <a:rPr kumimoji="0" lang="en-US" altLang="en-US" sz="1800" b="0" i="0" u="none" strike="noStrike" cap="none" normalizeH="0" baseline="0" dirty="0" err="1">
                <a:ln>
                  <a:noFill/>
                </a:ln>
                <a:solidFill>
                  <a:srgbClr val="DD4A68"/>
                </a:solidFill>
                <a:effectLst/>
                <a:latin typeface="Consolas" panose="020B0609020204030204" pitchFamily="49" charset="0"/>
              </a:rPr>
              <a:t>println</a:t>
            </a:r>
            <a:r>
              <a:rPr kumimoji="0" lang="en-US" altLang="en-US" sz="1800" b="0" i="0" u="none" strike="noStrike" cap="none" normalizeH="0" baseline="0" dirty="0">
                <a:ln>
                  <a:noFill/>
                </a:ln>
                <a:solidFill>
                  <a:srgbClr val="999999"/>
                </a:solidFill>
                <a:effectLst/>
                <a:latin typeface="Consolas" panose="020B0609020204030204" pitchFamily="49" charset="0"/>
              </a:rPr>
              <a:t>(</a:t>
            </a:r>
            <a:r>
              <a:rPr kumimoji="0" lang="en-US" altLang="en-US" sz="1800" b="0" i="0" u="none" strike="noStrike" cap="none" normalizeH="0" baseline="0" dirty="0">
                <a:ln>
                  <a:noFill/>
                </a:ln>
                <a:solidFill>
                  <a:srgbClr val="669900"/>
                </a:solidFill>
                <a:effectLst/>
                <a:latin typeface="Consolas" panose="020B0609020204030204" pitchFamily="49" charset="0"/>
              </a:rPr>
              <a:t>"The pig says: wee wee"</a:t>
            </a:r>
            <a:r>
              <a:rPr kumimoji="0" lang="en-US" altLang="en-US" sz="1800" b="0" i="0" u="none" strike="noStrike" cap="none" normalizeH="0" baseline="0" dirty="0">
                <a:ln>
                  <a:noFill/>
                </a:ln>
                <a:solidFill>
                  <a:srgbClr val="999999"/>
                </a:solidFill>
                <a:effectLst/>
                <a:latin typeface="Consolas" panose="020B0609020204030204" pitchFamily="49" charset="0"/>
              </a:rPr>
              <a:t>);</a:t>
            </a:r>
            <a:r>
              <a:rPr kumimoji="0" lang="en-US" altLang="en-US" sz="1800" b="0" i="0" u="none" strike="noStrike" cap="none" normalizeH="0" baseline="0" dirty="0">
                <a:ln>
                  <a:noFill/>
                </a:ln>
                <a:solidFill>
                  <a:srgbClr val="000000"/>
                </a:solidFill>
                <a:effectLst/>
                <a:latin typeface="Consolas" panose="020B0609020204030204" pitchFamily="49" charset="0"/>
              </a:rPr>
              <a:t> </a:t>
            </a:r>
            <a:r>
              <a:rPr kumimoji="0" lang="en-US" altLang="en-US" sz="1800" b="0" i="0" u="none" strike="noStrike" cap="none" normalizeH="0" baseline="0" dirty="0">
                <a:ln>
                  <a:noFill/>
                </a:ln>
                <a:solidFill>
                  <a:srgbClr val="999999"/>
                </a:solidFill>
                <a:effectLst/>
                <a:latin typeface="Consolas" panose="020B0609020204030204" pitchFamily="49" charset="0"/>
              </a:rPr>
              <a:t>}</a:t>
            </a:r>
            <a:r>
              <a:rPr kumimoji="0" lang="en-US" altLang="en-US" sz="18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77AA"/>
                </a:solidFill>
                <a:effectLst/>
                <a:latin typeface="Consolas" panose="020B0609020204030204" pitchFamily="49" charset="0"/>
              </a:rPr>
              <a:t>	public</a:t>
            </a:r>
            <a:r>
              <a:rPr kumimoji="0" lang="en-US" altLang="en-US" sz="1800" b="0" i="0" u="none" strike="noStrike" cap="none" normalizeH="0" baseline="0" dirty="0">
                <a:ln>
                  <a:noFill/>
                </a:ln>
                <a:solidFill>
                  <a:srgbClr val="000000"/>
                </a:solidFill>
                <a:effectLst/>
                <a:latin typeface="Consolas" panose="020B0609020204030204" pitchFamily="49" charset="0"/>
              </a:rPr>
              <a:t> </a:t>
            </a:r>
            <a:r>
              <a:rPr kumimoji="0" lang="en-US" altLang="en-US" sz="1800" b="0" i="0" u="none" strike="noStrike" cap="none" normalizeH="0" baseline="0" dirty="0">
                <a:ln>
                  <a:noFill/>
                </a:ln>
                <a:solidFill>
                  <a:srgbClr val="0077AA"/>
                </a:solidFill>
                <a:effectLst/>
                <a:latin typeface="Consolas" panose="020B0609020204030204" pitchFamily="49" charset="0"/>
              </a:rPr>
              <a:t>void</a:t>
            </a:r>
            <a:r>
              <a:rPr kumimoji="0" lang="en-US" altLang="en-US" sz="1800" b="0" i="0" u="none" strike="noStrike" cap="none" normalizeH="0" baseline="0" dirty="0">
                <a:ln>
                  <a:noFill/>
                </a:ln>
                <a:solidFill>
                  <a:srgbClr val="000000"/>
                </a:solidFill>
                <a:effectLst/>
                <a:latin typeface="Consolas" panose="020B0609020204030204" pitchFamily="49" charset="0"/>
              </a:rPr>
              <a:t> </a:t>
            </a:r>
            <a:r>
              <a:rPr kumimoji="0" lang="en-US" altLang="en-US" sz="1800" b="0" i="0" u="none" strike="noStrike" cap="none" normalizeH="0" baseline="0" dirty="0">
                <a:ln>
                  <a:noFill/>
                </a:ln>
                <a:solidFill>
                  <a:srgbClr val="DD4A68"/>
                </a:solidFill>
                <a:effectLst/>
                <a:latin typeface="Consolas" panose="020B0609020204030204" pitchFamily="49" charset="0"/>
              </a:rPr>
              <a:t>sleep</a:t>
            </a:r>
            <a:r>
              <a:rPr kumimoji="0" lang="en-US" altLang="en-US" sz="1800" b="0" i="0" u="none" strike="noStrike" cap="none" normalizeH="0" baseline="0" dirty="0">
                <a:ln>
                  <a:noFill/>
                </a:ln>
                <a:solidFill>
                  <a:srgbClr val="999999"/>
                </a:solidFill>
                <a:effectLst/>
                <a:latin typeface="Consolas" panose="020B0609020204030204" pitchFamily="49" charset="0"/>
              </a:rPr>
              <a:t>()</a:t>
            </a:r>
            <a:r>
              <a:rPr kumimoji="0" lang="en-US" altLang="en-US" sz="1800" b="0" i="0" u="none" strike="noStrike" cap="none" normalizeH="0" baseline="0" dirty="0">
                <a:ln>
                  <a:noFill/>
                </a:ln>
                <a:solidFill>
                  <a:srgbClr val="000000"/>
                </a:solidFill>
                <a:effectLst/>
                <a:latin typeface="Consolas" panose="020B0609020204030204" pitchFamily="49" charset="0"/>
              </a:rPr>
              <a:t> </a:t>
            </a:r>
            <a:r>
              <a:rPr kumimoji="0" lang="en-US" altLang="en-US" sz="1800" b="0" i="0" u="none" strike="noStrike" cap="none" normalizeH="0" baseline="0" dirty="0">
                <a:ln>
                  <a:noFill/>
                </a:ln>
                <a:solidFill>
                  <a:srgbClr val="999999"/>
                </a:solidFill>
                <a:effectLst/>
                <a:latin typeface="Consolas" panose="020B0609020204030204" pitchFamily="49" charset="0"/>
              </a:rPr>
              <a:t>{</a:t>
            </a:r>
            <a:r>
              <a:rPr kumimoji="0" lang="en-US" altLang="en-US" sz="18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708090"/>
                </a:solidFill>
                <a:effectLst/>
                <a:latin typeface="Consolas" panose="020B0609020204030204" pitchFamily="49" charset="0"/>
              </a:rPr>
              <a:t>		// The body of sleep() is provided here</a:t>
            </a:r>
            <a:r>
              <a:rPr kumimoji="0" lang="en-US" altLang="en-US" sz="18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DD4A68"/>
                </a:solidFill>
                <a:effectLst/>
                <a:latin typeface="Consolas" panose="020B0609020204030204" pitchFamily="49" charset="0"/>
              </a:rPr>
              <a:t>		</a:t>
            </a:r>
            <a:r>
              <a:rPr kumimoji="0" lang="en-US" altLang="en-US" sz="1800" b="0" i="0" u="none" strike="noStrike" cap="none" normalizeH="0" baseline="0" dirty="0" err="1">
                <a:ln>
                  <a:noFill/>
                </a:ln>
                <a:solidFill>
                  <a:srgbClr val="DD4A68"/>
                </a:solidFill>
                <a:effectLst/>
                <a:latin typeface="Consolas" panose="020B0609020204030204" pitchFamily="49" charset="0"/>
              </a:rPr>
              <a:t>System</a:t>
            </a:r>
            <a:r>
              <a:rPr kumimoji="0" lang="en-US" altLang="en-US" sz="1800" b="0" i="0" u="none" strike="noStrike" cap="none" normalizeH="0" baseline="0" dirty="0" err="1">
                <a:ln>
                  <a:noFill/>
                </a:ln>
                <a:solidFill>
                  <a:srgbClr val="999999"/>
                </a:solidFill>
                <a:effectLst/>
                <a:latin typeface="Consolas" panose="020B0609020204030204" pitchFamily="49" charset="0"/>
              </a:rPr>
              <a:t>.</a:t>
            </a:r>
            <a:r>
              <a:rPr kumimoji="0" lang="en-US" altLang="en-US" sz="1800" b="0" i="0" u="none" strike="noStrike" cap="none" normalizeH="0" baseline="0" dirty="0" err="1">
                <a:ln>
                  <a:noFill/>
                </a:ln>
                <a:solidFill>
                  <a:srgbClr val="000000"/>
                </a:solidFill>
                <a:effectLst/>
                <a:latin typeface="Consolas" panose="020B0609020204030204" pitchFamily="49" charset="0"/>
              </a:rPr>
              <a:t>out</a:t>
            </a:r>
            <a:r>
              <a:rPr kumimoji="0" lang="en-US" altLang="en-US" sz="1800" b="0" i="0" u="none" strike="noStrike" cap="none" normalizeH="0" baseline="0" dirty="0" err="1">
                <a:ln>
                  <a:noFill/>
                </a:ln>
                <a:solidFill>
                  <a:srgbClr val="999999"/>
                </a:solidFill>
                <a:effectLst/>
                <a:latin typeface="Consolas" panose="020B0609020204030204" pitchFamily="49" charset="0"/>
              </a:rPr>
              <a:t>.</a:t>
            </a:r>
            <a:r>
              <a:rPr kumimoji="0" lang="en-US" altLang="en-US" sz="1800" b="0" i="0" u="none" strike="noStrike" cap="none" normalizeH="0" baseline="0" dirty="0" err="1">
                <a:ln>
                  <a:noFill/>
                </a:ln>
                <a:solidFill>
                  <a:srgbClr val="DD4A68"/>
                </a:solidFill>
                <a:effectLst/>
                <a:latin typeface="Consolas" panose="020B0609020204030204" pitchFamily="49" charset="0"/>
              </a:rPr>
              <a:t>println</a:t>
            </a:r>
            <a:r>
              <a:rPr kumimoji="0" lang="en-US" altLang="en-US" sz="1800" b="0" i="0" u="none" strike="noStrike" cap="none" normalizeH="0" baseline="0" dirty="0">
                <a:ln>
                  <a:noFill/>
                </a:ln>
                <a:solidFill>
                  <a:srgbClr val="999999"/>
                </a:solidFill>
                <a:effectLst/>
                <a:latin typeface="Consolas" panose="020B0609020204030204" pitchFamily="49" charset="0"/>
              </a:rPr>
              <a:t>(</a:t>
            </a:r>
            <a:r>
              <a:rPr kumimoji="0" lang="en-US" altLang="en-US" sz="1800" b="0" i="0" u="none" strike="noStrike" cap="none" normalizeH="0" baseline="0" dirty="0">
                <a:ln>
                  <a:noFill/>
                </a:ln>
                <a:solidFill>
                  <a:srgbClr val="669900"/>
                </a:solidFill>
                <a:effectLst/>
                <a:latin typeface="Consolas" panose="020B0609020204030204" pitchFamily="49" charset="0"/>
              </a:rPr>
              <a:t>"</a:t>
            </a:r>
            <a:r>
              <a:rPr kumimoji="0" lang="en-US" altLang="en-US" sz="1800" b="0" i="0" u="none" strike="noStrike" cap="none" normalizeH="0" baseline="0" dirty="0" err="1">
                <a:ln>
                  <a:noFill/>
                </a:ln>
                <a:solidFill>
                  <a:srgbClr val="669900"/>
                </a:solidFill>
                <a:effectLst/>
                <a:latin typeface="Consolas" panose="020B0609020204030204" pitchFamily="49" charset="0"/>
              </a:rPr>
              <a:t>Zzz</a:t>
            </a:r>
            <a:r>
              <a:rPr kumimoji="0" lang="en-US" altLang="en-US" sz="1800" b="0" i="0" u="none" strike="noStrike" cap="none" normalizeH="0" baseline="0" dirty="0">
                <a:ln>
                  <a:noFill/>
                </a:ln>
                <a:solidFill>
                  <a:srgbClr val="669900"/>
                </a:solidFill>
                <a:effectLst/>
                <a:latin typeface="Consolas" panose="020B0609020204030204" pitchFamily="49" charset="0"/>
              </a:rPr>
              <a:t>"</a:t>
            </a:r>
            <a:r>
              <a:rPr kumimoji="0" lang="en-US" altLang="en-US" sz="1800" b="0" i="0" u="none" strike="noStrike" cap="none" normalizeH="0" baseline="0" dirty="0">
                <a:ln>
                  <a:noFill/>
                </a:ln>
                <a:solidFill>
                  <a:srgbClr val="999999"/>
                </a:solidFill>
                <a:effectLst/>
                <a:latin typeface="Consolas" panose="020B0609020204030204" pitchFamily="49" charset="0"/>
              </a:rPr>
              <a:t>);</a:t>
            </a:r>
            <a:r>
              <a:rPr kumimoji="0" lang="en-US" altLang="en-US" sz="1800" b="0" i="0" u="none" strike="noStrike" cap="none" normalizeH="0" baseline="0" dirty="0">
                <a:ln>
                  <a:noFill/>
                </a:ln>
                <a:solidFill>
                  <a:srgbClr val="000000"/>
                </a:solidFill>
                <a:effectLst/>
                <a:latin typeface="Consolas" panose="020B0609020204030204" pitchFamily="49" charset="0"/>
              </a:rPr>
              <a:t> </a:t>
            </a:r>
            <a:r>
              <a:rPr kumimoji="0" lang="en-US" altLang="en-US" sz="1800" b="0" i="0" u="none" strike="noStrike" cap="none" normalizeH="0" baseline="0" dirty="0">
                <a:ln>
                  <a:noFill/>
                </a:ln>
                <a:solidFill>
                  <a:srgbClr val="999999"/>
                </a:solidFill>
                <a:effectLst/>
                <a:latin typeface="Consolas" panose="020B0609020204030204" pitchFamily="49" charset="0"/>
              </a:rPr>
              <a:t>}</a:t>
            </a:r>
            <a:r>
              <a:rPr kumimoji="0" lang="en-US" altLang="en-US" sz="1800" b="0" i="0" u="none" strike="noStrike" cap="none" normalizeH="0" baseline="0" dirty="0">
                <a:ln>
                  <a:noFill/>
                </a:ln>
                <a:solidFill>
                  <a:srgbClr val="000000"/>
                </a:solidFill>
                <a:effectLst/>
                <a:latin typeface="Consolas" panose="020B0609020204030204" pitchFamily="49" charset="0"/>
              </a:rPr>
              <a:t> </a:t>
            </a:r>
            <a:r>
              <a:rPr kumimoji="0" lang="en-US" altLang="en-US" sz="1800" b="0" i="0" u="none" strike="noStrike" cap="none" normalizeH="0" baseline="0" dirty="0">
                <a:ln>
                  <a:noFill/>
                </a:ln>
                <a:solidFill>
                  <a:srgbClr val="999999"/>
                </a:solidFill>
                <a:effectLst/>
                <a:latin typeface="Consolas" panose="020B0609020204030204" pitchFamily="49" charset="0"/>
              </a:rPr>
              <a:t>}</a:t>
            </a:r>
            <a:r>
              <a:rPr kumimoji="0" lang="en-US" altLang="en-US" sz="18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solidFill>
                <a:srgbClr val="000000"/>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77AA"/>
                </a:solidFill>
                <a:effectLst/>
                <a:latin typeface="Consolas" panose="020B0609020204030204" pitchFamily="49" charset="0"/>
              </a:rPr>
              <a:t>class</a:t>
            </a:r>
            <a:r>
              <a:rPr kumimoji="0" lang="en-US" altLang="en-US" sz="1800" b="0" i="0" u="none" strike="noStrike" cap="none" normalizeH="0" baseline="0" dirty="0">
                <a:ln>
                  <a:noFill/>
                </a:ln>
                <a:solidFill>
                  <a:srgbClr val="000000"/>
                </a:solidFill>
                <a:effectLst/>
                <a:latin typeface="Consolas" panose="020B0609020204030204" pitchFamily="49" charset="0"/>
              </a:rPr>
              <a:t> </a:t>
            </a:r>
            <a:r>
              <a:rPr kumimoji="0" lang="en-US" altLang="en-US" sz="1800" b="0" i="0" u="none" strike="noStrike" cap="none" normalizeH="0" baseline="0" dirty="0">
                <a:ln>
                  <a:noFill/>
                </a:ln>
                <a:solidFill>
                  <a:srgbClr val="DD4A68"/>
                </a:solidFill>
                <a:effectLst/>
                <a:latin typeface="Consolas" panose="020B0609020204030204" pitchFamily="49" charset="0"/>
              </a:rPr>
              <a:t>Main</a:t>
            </a:r>
            <a:r>
              <a:rPr kumimoji="0" lang="en-US" altLang="en-US" sz="1800" b="0" i="0" u="none" strike="noStrike" cap="none" normalizeH="0" baseline="0" dirty="0">
                <a:ln>
                  <a:noFill/>
                </a:ln>
                <a:solidFill>
                  <a:srgbClr val="000000"/>
                </a:solidFill>
                <a:effectLst/>
                <a:latin typeface="Consolas" panose="020B0609020204030204" pitchFamily="49" charset="0"/>
              </a:rPr>
              <a:t> </a:t>
            </a:r>
            <a:r>
              <a:rPr kumimoji="0" lang="en-US" altLang="en-US" sz="1800" b="0" i="0" u="none" strike="noStrike" cap="none" normalizeH="0" baseline="0" dirty="0">
                <a:ln>
                  <a:noFill/>
                </a:ln>
                <a:solidFill>
                  <a:srgbClr val="999999"/>
                </a:solidFill>
                <a:effectLst/>
                <a:latin typeface="Consolas" panose="020B0609020204030204" pitchFamily="49" charset="0"/>
              </a:rPr>
              <a:t>{</a:t>
            </a:r>
            <a:r>
              <a:rPr kumimoji="0" lang="en-US" altLang="en-US" sz="18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77AA"/>
                </a:solidFill>
                <a:effectLst/>
                <a:latin typeface="Consolas" panose="020B0609020204030204" pitchFamily="49" charset="0"/>
              </a:rPr>
              <a:t>	public</a:t>
            </a:r>
            <a:r>
              <a:rPr kumimoji="0" lang="en-US" altLang="en-US" sz="1800" b="0" i="0" u="none" strike="noStrike" cap="none" normalizeH="0" baseline="0" dirty="0">
                <a:ln>
                  <a:noFill/>
                </a:ln>
                <a:solidFill>
                  <a:srgbClr val="000000"/>
                </a:solidFill>
                <a:effectLst/>
                <a:latin typeface="Consolas" panose="020B0609020204030204" pitchFamily="49" charset="0"/>
              </a:rPr>
              <a:t> </a:t>
            </a:r>
            <a:r>
              <a:rPr kumimoji="0" lang="en-US" altLang="en-US" sz="1800" b="0" i="0" u="none" strike="noStrike" cap="none" normalizeH="0" baseline="0" dirty="0">
                <a:ln>
                  <a:noFill/>
                </a:ln>
                <a:solidFill>
                  <a:srgbClr val="0077AA"/>
                </a:solidFill>
                <a:effectLst/>
                <a:latin typeface="Consolas" panose="020B0609020204030204" pitchFamily="49" charset="0"/>
              </a:rPr>
              <a:t>static</a:t>
            </a:r>
            <a:r>
              <a:rPr kumimoji="0" lang="en-US" altLang="en-US" sz="1800" b="0" i="0" u="none" strike="noStrike" cap="none" normalizeH="0" baseline="0" dirty="0">
                <a:ln>
                  <a:noFill/>
                </a:ln>
                <a:solidFill>
                  <a:srgbClr val="000000"/>
                </a:solidFill>
                <a:effectLst/>
                <a:latin typeface="Consolas" panose="020B0609020204030204" pitchFamily="49" charset="0"/>
              </a:rPr>
              <a:t> </a:t>
            </a:r>
            <a:r>
              <a:rPr kumimoji="0" lang="en-US" altLang="en-US" sz="1800" b="0" i="0" u="none" strike="noStrike" cap="none" normalizeH="0" baseline="0" dirty="0">
                <a:ln>
                  <a:noFill/>
                </a:ln>
                <a:solidFill>
                  <a:srgbClr val="0077AA"/>
                </a:solidFill>
                <a:effectLst/>
                <a:latin typeface="Consolas" panose="020B0609020204030204" pitchFamily="49" charset="0"/>
              </a:rPr>
              <a:t>void</a:t>
            </a:r>
            <a:r>
              <a:rPr kumimoji="0" lang="en-US" altLang="en-US" sz="1800" b="0" i="0" u="none" strike="noStrike" cap="none" normalizeH="0" baseline="0" dirty="0">
                <a:ln>
                  <a:noFill/>
                </a:ln>
                <a:solidFill>
                  <a:srgbClr val="000000"/>
                </a:solidFill>
                <a:effectLst/>
                <a:latin typeface="Consolas" panose="020B0609020204030204" pitchFamily="49" charset="0"/>
              </a:rPr>
              <a:t> </a:t>
            </a:r>
            <a:r>
              <a:rPr kumimoji="0" lang="en-US" altLang="en-US" sz="1800" b="0" i="0" u="none" strike="noStrike" cap="none" normalizeH="0" baseline="0" dirty="0">
                <a:ln>
                  <a:noFill/>
                </a:ln>
                <a:solidFill>
                  <a:srgbClr val="DD4A68"/>
                </a:solidFill>
                <a:effectLst/>
                <a:latin typeface="Consolas" panose="020B0609020204030204" pitchFamily="49" charset="0"/>
              </a:rPr>
              <a:t>main</a:t>
            </a:r>
            <a:r>
              <a:rPr kumimoji="0" lang="en-US" altLang="en-US" sz="1800" b="0" i="0" u="none" strike="noStrike" cap="none" normalizeH="0" baseline="0" dirty="0">
                <a:ln>
                  <a:noFill/>
                </a:ln>
                <a:solidFill>
                  <a:srgbClr val="999999"/>
                </a:solidFill>
                <a:effectLst/>
                <a:latin typeface="Consolas" panose="020B0609020204030204" pitchFamily="49" charset="0"/>
              </a:rPr>
              <a:t>(</a:t>
            </a:r>
            <a:r>
              <a:rPr kumimoji="0" lang="en-US" altLang="en-US" sz="1800" b="0" i="0" u="none" strike="noStrike" cap="none" normalizeH="0" baseline="0" dirty="0">
                <a:ln>
                  <a:noFill/>
                </a:ln>
                <a:solidFill>
                  <a:srgbClr val="DD4A68"/>
                </a:solidFill>
                <a:effectLst/>
                <a:latin typeface="Consolas" panose="020B0609020204030204" pitchFamily="49" charset="0"/>
              </a:rPr>
              <a:t>String</a:t>
            </a:r>
            <a:r>
              <a:rPr kumimoji="0" lang="en-US" altLang="en-US" sz="1800" b="0" i="0" u="none" strike="noStrike" cap="none" normalizeH="0" baseline="0" dirty="0">
                <a:ln>
                  <a:noFill/>
                </a:ln>
                <a:solidFill>
                  <a:srgbClr val="999999"/>
                </a:solidFill>
                <a:effectLst/>
                <a:latin typeface="Consolas" panose="020B0609020204030204" pitchFamily="49" charset="0"/>
              </a:rPr>
              <a:t>[]</a:t>
            </a:r>
            <a:r>
              <a:rPr kumimoji="0" lang="en-US" altLang="en-US" sz="1800" b="0" i="0" u="none" strike="noStrike" cap="none" normalizeH="0" baseline="0" dirty="0">
                <a:ln>
                  <a:noFill/>
                </a:ln>
                <a:solidFill>
                  <a:srgbClr val="000000"/>
                </a:solidFill>
                <a:effectLst/>
                <a:latin typeface="Consolas" panose="020B0609020204030204" pitchFamily="49" charset="0"/>
              </a:rPr>
              <a:t> </a:t>
            </a:r>
            <a:r>
              <a:rPr kumimoji="0" lang="en-US" altLang="en-US" sz="1800" b="0" i="0" u="none" strike="noStrike" cap="none" normalizeH="0" baseline="0" dirty="0" err="1">
                <a:ln>
                  <a:noFill/>
                </a:ln>
                <a:solidFill>
                  <a:srgbClr val="000000"/>
                </a:solidFill>
                <a:effectLst/>
                <a:latin typeface="Consolas" panose="020B0609020204030204" pitchFamily="49" charset="0"/>
              </a:rPr>
              <a:t>args</a:t>
            </a:r>
            <a:r>
              <a:rPr kumimoji="0" lang="en-US" altLang="en-US" sz="1800" b="0" i="0" u="none" strike="noStrike" cap="none" normalizeH="0" baseline="0" dirty="0">
                <a:ln>
                  <a:noFill/>
                </a:ln>
                <a:solidFill>
                  <a:srgbClr val="999999"/>
                </a:solidFill>
                <a:effectLst/>
                <a:latin typeface="Consolas" panose="020B0609020204030204" pitchFamily="49" charset="0"/>
              </a:rPr>
              <a:t>)</a:t>
            </a:r>
            <a:r>
              <a:rPr kumimoji="0" lang="en-US" altLang="en-US" sz="1800" b="0" i="0" u="none" strike="noStrike" cap="none" normalizeH="0" baseline="0" dirty="0">
                <a:ln>
                  <a:noFill/>
                </a:ln>
                <a:solidFill>
                  <a:srgbClr val="000000"/>
                </a:solidFill>
                <a:effectLst/>
                <a:latin typeface="Consolas" panose="020B0609020204030204" pitchFamily="49" charset="0"/>
              </a:rPr>
              <a:t> </a:t>
            </a:r>
            <a:r>
              <a:rPr kumimoji="0" lang="en-US" altLang="en-US" sz="1800" b="0" i="0" u="none" strike="noStrike" cap="none" normalizeH="0" baseline="0" dirty="0">
                <a:ln>
                  <a:noFill/>
                </a:ln>
                <a:solidFill>
                  <a:srgbClr val="999999"/>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Consolas" panose="020B0609020204030204" pitchFamily="49" charset="0"/>
              </a:rPr>
              <a:t> 		</a:t>
            </a:r>
            <a:r>
              <a:rPr kumimoji="0" lang="en-US" altLang="en-US" sz="1800" b="0" i="0" u="none" strike="noStrike" cap="none" normalizeH="0" baseline="0" dirty="0">
                <a:ln>
                  <a:noFill/>
                </a:ln>
                <a:solidFill>
                  <a:srgbClr val="DD4A68"/>
                </a:solidFill>
                <a:effectLst/>
                <a:latin typeface="Consolas" panose="020B0609020204030204" pitchFamily="49" charset="0"/>
              </a:rPr>
              <a:t>Pig</a:t>
            </a:r>
            <a:r>
              <a:rPr kumimoji="0" lang="en-US" altLang="en-US" sz="1800" b="0" i="0" u="none" strike="noStrike" cap="none" normalizeH="0" baseline="0" dirty="0">
                <a:ln>
                  <a:noFill/>
                </a:ln>
                <a:solidFill>
                  <a:srgbClr val="000000"/>
                </a:solidFill>
                <a:effectLst/>
                <a:latin typeface="Consolas" panose="020B0609020204030204" pitchFamily="49" charset="0"/>
              </a:rPr>
              <a:t> </a:t>
            </a:r>
            <a:r>
              <a:rPr kumimoji="0" lang="en-US" altLang="en-US" sz="1800" b="0" i="0" u="none" strike="noStrike" cap="none" normalizeH="0" baseline="0" dirty="0" err="1">
                <a:ln>
                  <a:noFill/>
                </a:ln>
                <a:solidFill>
                  <a:srgbClr val="000000"/>
                </a:solidFill>
                <a:effectLst/>
                <a:latin typeface="Consolas" panose="020B0609020204030204" pitchFamily="49" charset="0"/>
              </a:rPr>
              <a:t>myPig</a:t>
            </a:r>
            <a:r>
              <a:rPr kumimoji="0" lang="en-US" altLang="en-US" sz="1800" b="0" i="0" u="none" strike="noStrike" cap="none" normalizeH="0" baseline="0" dirty="0">
                <a:ln>
                  <a:noFill/>
                </a:ln>
                <a:solidFill>
                  <a:srgbClr val="000000"/>
                </a:solidFill>
                <a:effectLst/>
                <a:latin typeface="Consolas" panose="020B0609020204030204" pitchFamily="49" charset="0"/>
              </a:rPr>
              <a:t> </a:t>
            </a:r>
            <a:r>
              <a:rPr kumimoji="0" lang="en-US" altLang="en-US" sz="1800" b="0" i="0" u="none" strike="noStrike" cap="none" normalizeH="0" baseline="0" dirty="0">
                <a:ln>
                  <a:noFill/>
                </a:ln>
                <a:solidFill>
                  <a:srgbClr val="9A6E3A"/>
                </a:solidFill>
                <a:effectLst/>
                <a:latin typeface="Consolas" panose="020B0609020204030204" pitchFamily="49" charset="0"/>
              </a:rPr>
              <a:t>=</a:t>
            </a:r>
            <a:r>
              <a:rPr kumimoji="0" lang="en-US" altLang="en-US" sz="1800" b="0" i="0" u="none" strike="noStrike" cap="none" normalizeH="0" baseline="0" dirty="0">
                <a:ln>
                  <a:noFill/>
                </a:ln>
                <a:solidFill>
                  <a:srgbClr val="000000"/>
                </a:solidFill>
                <a:effectLst/>
                <a:latin typeface="Consolas" panose="020B0609020204030204" pitchFamily="49" charset="0"/>
              </a:rPr>
              <a:t> </a:t>
            </a:r>
            <a:r>
              <a:rPr kumimoji="0" lang="en-US" altLang="en-US" sz="1800" b="0" i="0" u="none" strike="noStrike" cap="none" normalizeH="0" baseline="0" dirty="0">
                <a:ln>
                  <a:noFill/>
                </a:ln>
                <a:solidFill>
                  <a:srgbClr val="0077AA"/>
                </a:solidFill>
                <a:effectLst/>
                <a:latin typeface="Consolas" panose="020B0609020204030204" pitchFamily="49" charset="0"/>
              </a:rPr>
              <a:t>new</a:t>
            </a:r>
            <a:r>
              <a:rPr kumimoji="0" lang="en-US" altLang="en-US" sz="1800" b="0" i="0" u="none" strike="noStrike" cap="none" normalizeH="0" baseline="0" dirty="0">
                <a:ln>
                  <a:noFill/>
                </a:ln>
                <a:solidFill>
                  <a:srgbClr val="000000"/>
                </a:solidFill>
                <a:effectLst/>
                <a:latin typeface="Consolas" panose="020B0609020204030204" pitchFamily="49" charset="0"/>
              </a:rPr>
              <a:t> </a:t>
            </a:r>
            <a:r>
              <a:rPr kumimoji="0" lang="en-US" altLang="en-US" sz="1800" b="0" i="0" u="none" strike="noStrike" cap="none" normalizeH="0" baseline="0" dirty="0">
                <a:ln>
                  <a:noFill/>
                </a:ln>
                <a:solidFill>
                  <a:srgbClr val="DD4A68"/>
                </a:solidFill>
                <a:effectLst/>
                <a:latin typeface="Consolas" panose="020B0609020204030204" pitchFamily="49" charset="0"/>
              </a:rPr>
              <a:t>Pig</a:t>
            </a:r>
            <a:r>
              <a:rPr kumimoji="0" lang="en-US" altLang="en-US" sz="1800" b="0" i="0" u="none" strike="noStrike" cap="none" normalizeH="0" baseline="0" dirty="0">
                <a:ln>
                  <a:noFill/>
                </a:ln>
                <a:solidFill>
                  <a:srgbClr val="999999"/>
                </a:solidFill>
                <a:effectLst/>
                <a:latin typeface="Consolas" panose="020B0609020204030204" pitchFamily="49" charset="0"/>
              </a:rPr>
              <a:t>();</a:t>
            </a:r>
            <a:r>
              <a:rPr kumimoji="0" lang="en-US" altLang="en-US" sz="1800" b="0" i="0" u="none" strike="noStrike" cap="none" normalizeH="0" baseline="0" dirty="0">
                <a:ln>
                  <a:noFill/>
                </a:ln>
                <a:solidFill>
                  <a:srgbClr val="000000"/>
                </a:solidFill>
                <a:effectLst/>
                <a:latin typeface="Consolas" panose="020B0609020204030204" pitchFamily="49" charset="0"/>
              </a:rPr>
              <a:t> </a:t>
            </a:r>
            <a:r>
              <a:rPr kumimoji="0" lang="en-US" altLang="en-US" sz="1800" b="0" i="0" u="none" strike="noStrike" cap="none" normalizeH="0" baseline="0" dirty="0">
                <a:ln>
                  <a:noFill/>
                </a:ln>
                <a:solidFill>
                  <a:srgbClr val="708090"/>
                </a:solidFill>
                <a:effectLst/>
                <a:latin typeface="Consolas" panose="020B0609020204030204" pitchFamily="49" charset="0"/>
              </a:rPr>
              <a:t>// Create a Pig object</a:t>
            </a:r>
            <a:r>
              <a:rPr kumimoji="0" lang="en-US" altLang="en-US" sz="18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Consolas" panose="020B0609020204030204" pitchFamily="49" charset="0"/>
              </a:rPr>
              <a:t>		</a:t>
            </a:r>
            <a:r>
              <a:rPr kumimoji="0" lang="en-US" altLang="en-US" sz="1800" b="0" i="0" u="none" strike="noStrike" cap="none" normalizeH="0" baseline="0" dirty="0" err="1">
                <a:ln>
                  <a:noFill/>
                </a:ln>
                <a:solidFill>
                  <a:srgbClr val="000000"/>
                </a:solidFill>
                <a:effectLst/>
                <a:latin typeface="Consolas" panose="020B0609020204030204" pitchFamily="49" charset="0"/>
              </a:rPr>
              <a:t>myPig</a:t>
            </a:r>
            <a:r>
              <a:rPr kumimoji="0" lang="en-US" altLang="en-US" sz="1800" b="0" i="0" u="none" strike="noStrike" cap="none" normalizeH="0" baseline="0" dirty="0" err="1">
                <a:ln>
                  <a:noFill/>
                </a:ln>
                <a:solidFill>
                  <a:srgbClr val="999999"/>
                </a:solidFill>
                <a:effectLst/>
                <a:latin typeface="Consolas" panose="020B0609020204030204" pitchFamily="49" charset="0"/>
              </a:rPr>
              <a:t>.</a:t>
            </a:r>
            <a:r>
              <a:rPr kumimoji="0" lang="en-US" altLang="en-US" sz="1800" b="0" i="0" u="none" strike="noStrike" cap="none" normalizeH="0" baseline="0" dirty="0" err="1">
                <a:ln>
                  <a:noFill/>
                </a:ln>
                <a:solidFill>
                  <a:srgbClr val="DD4A68"/>
                </a:solidFill>
                <a:effectLst/>
                <a:latin typeface="Consolas" panose="020B0609020204030204" pitchFamily="49" charset="0"/>
              </a:rPr>
              <a:t>animalSound</a:t>
            </a:r>
            <a:r>
              <a:rPr kumimoji="0" lang="en-US" altLang="en-US" sz="1800" b="0" i="0" u="none" strike="noStrike" cap="none" normalizeH="0" baseline="0" dirty="0">
                <a:ln>
                  <a:noFill/>
                </a:ln>
                <a:solidFill>
                  <a:srgbClr val="999999"/>
                </a:solidFill>
                <a:effectLst/>
                <a:latin typeface="Consolas" panose="020B0609020204030204" pitchFamily="49" charset="0"/>
              </a:rPr>
              <a:t>();</a:t>
            </a:r>
            <a:r>
              <a:rPr kumimoji="0" lang="en-US" altLang="en-US" sz="18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Consolas" panose="020B0609020204030204" pitchFamily="49" charset="0"/>
              </a:rPr>
              <a:t>		</a:t>
            </a:r>
            <a:r>
              <a:rPr kumimoji="0" lang="en-US" altLang="en-US" sz="1800" b="0" i="0" u="none" strike="noStrike" cap="none" normalizeH="0" baseline="0" dirty="0" err="1">
                <a:ln>
                  <a:noFill/>
                </a:ln>
                <a:solidFill>
                  <a:srgbClr val="000000"/>
                </a:solidFill>
                <a:effectLst/>
                <a:latin typeface="Consolas" panose="020B0609020204030204" pitchFamily="49" charset="0"/>
              </a:rPr>
              <a:t>myPig</a:t>
            </a:r>
            <a:r>
              <a:rPr kumimoji="0" lang="en-US" altLang="en-US" sz="1800" b="0" i="0" u="none" strike="noStrike" cap="none" normalizeH="0" baseline="0" dirty="0" err="1">
                <a:ln>
                  <a:noFill/>
                </a:ln>
                <a:solidFill>
                  <a:srgbClr val="999999"/>
                </a:solidFill>
                <a:effectLst/>
                <a:latin typeface="Consolas" panose="020B0609020204030204" pitchFamily="49" charset="0"/>
              </a:rPr>
              <a:t>.</a:t>
            </a:r>
            <a:r>
              <a:rPr kumimoji="0" lang="en-US" altLang="en-US" sz="1800" b="0" i="0" u="none" strike="noStrike" cap="none" normalizeH="0" baseline="0" dirty="0" err="1">
                <a:ln>
                  <a:noFill/>
                </a:ln>
                <a:solidFill>
                  <a:srgbClr val="DD4A68"/>
                </a:solidFill>
                <a:effectLst/>
                <a:latin typeface="Consolas" panose="020B0609020204030204" pitchFamily="49" charset="0"/>
              </a:rPr>
              <a:t>sleep</a:t>
            </a:r>
            <a:r>
              <a:rPr kumimoji="0" lang="en-US" altLang="en-US" sz="1800" b="0" i="0" u="none" strike="noStrike" cap="none" normalizeH="0" baseline="0" dirty="0">
                <a:ln>
                  <a:noFill/>
                </a:ln>
                <a:solidFill>
                  <a:srgbClr val="999999"/>
                </a:solidFill>
                <a:effectLst/>
                <a:latin typeface="Consolas" panose="020B0609020204030204" pitchFamily="49" charset="0"/>
              </a:rPr>
              <a:t>();</a:t>
            </a:r>
            <a:r>
              <a:rPr kumimoji="0" lang="en-US" altLang="en-US" sz="18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999999"/>
                </a:solidFill>
                <a:effectLst/>
                <a:latin typeface="Consolas" panose="020B0609020204030204" pitchFamily="49" charset="0"/>
              </a:rPr>
              <a:t>}</a:t>
            </a:r>
            <a:r>
              <a:rPr kumimoji="0" lang="en-US" altLang="en-US" sz="1800" b="0" i="0" u="none" strike="noStrike" cap="none" normalizeH="0" baseline="0" dirty="0">
                <a:ln>
                  <a:noFill/>
                </a:ln>
                <a:solidFill>
                  <a:srgbClr val="000000"/>
                </a:solidFill>
                <a:effectLst/>
                <a:latin typeface="Consolas" panose="020B0609020204030204" pitchFamily="49" charset="0"/>
              </a:rPr>
              <a:t> </a:t>
            </a:r>
            <a:r>
              <a:rPr kumimoji="0" lang="en-US" altLang="en-US" sz="1800" b="0" i="0" u="none" strike="noStrike" cap="none" normalizeH="0" baseline="0" dirty="0">
                <a:ln>
                  <a:noFill/>
                </a:ln>
                <a:solidFill>
                  <a:srgbClr val="999999"/>
                </a:solidFill>
                <a:effectLst/>
                <a:latin typeface="Consolas" panose="020B0609020204030204" pitchFamily="49" charset="0"/>
              </a:rPr>
              <a:t>}</a:t>
            </a:r>
            <a:r>
              <a:rPr kumimoji="0" lang="en-US" altLang="en-US" sz="1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7537418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7E33D9-6781-4829-B43F-1335B43A5FAB}"/>
              </a:ext>
            </a:extLst>
          </p:cNvPr>
          <p:cNvSpPr>
            <a:spLocks noGrp="1"/>
          </p:cNvSpPr>
          <p:nvPr>
            <p:ph idx="1"/>
          </p:nvPr>
        </p:nvSpPr>
        <p:spPr/>
        <p:txBody>
          <a:bodyPr/>
          <a:lstStyle/>
          <a:p>
            <a:pPr marL="852482" indent="-742950" eaLnBrk="1" hangingPunct="1">
              <a:spcBef>
                <a:spcPts val="1800"/>
              </a:spcBef>
              <a:buFont typeface="+mj-lt"/>
              <a:buAutoNum type="arabicPeriod"/>
              <a:defRPr/>
            </a:pPr>
            <a:r>
              <a:rPr lang="en-US" sz="2800" dirty="0">
                <a:highlight>
                  <a:srgbClr val="00FF00"/>
                </a:highlight>
              </a:rPr>
              <a:t>Create additional method in the interface as </a:t>
            </a:r>
            <a:r>
              <a:rPr lang="en-US" sz="2800" b="1" dirty="0" err="1">
                <a:highlight>
                  <a:srgbClr val="00FF00"/>
                </a:highlight>
              </a:rPr>
              <a:t>animalWalk</a:t>
            </a:r>
            <a:r>
              <a:rPr lang="en-US" sz="2800" b="1" dirty="0">
                <a:highlight>
                  <a:srgbClr val="00FF00"/>
                </a:highlight>
              </a:rPr>
              <a:t>()</a:t>
            </a:r>
            <a:endParaRPr lang="en-US" sz="2800" dirty="0">
              <a:highlight>
                <a:srgbClr val="00FF00"/>
              </a:highlight>
            </a:endParaRPr>
          </a:p>
          <a:p>
            <a:pPr marL="852482" indent="-742950" eaLnBrk="1" hangingPunct="1">
              <a:spcBef>
                <a:spcPts val="1800"/>
              </a:spcBef>
              <a:buFont typeface="+mj-lt"/>
              <a:buAutoNum type="arabicPeriod"/>
              <a:defRPr/>
            </a:pPr>
            <a:r>
              <a:rPr lang="en-US" sz="2800" dirty="0">
                <a:highlight>
                  <a:srgbClr val="00FF00"/>
                </a:highlight>
              </a:rPr>
              <a:t>Create extra two classes for two different additional animals and customize their own </a:t>
            </a:r>
            <a:r>
              <a:rPr lang="en-US" sz="2800" b="1" i="1" dirty="0" err="1">
                <a:highlight>
                  <a:srgbClr val="00FF00"/>
                </a:highlight>
              </a:rPr>
              <a:t>animalSound</a:t>
            </a:r>
            <a:r>
              <a:rPr lang="en-US" sz="2800" b="1" i="1" dirty="0">
                <a:highlight>
                  <a:srgbClr val="00FF00"/>
                </a:highlight>
              </a:rPr>
              <a:t>()</a:t>
            </a:r>
            <a:r>
              <a:rPr lang="en-US" sz="2800" b="1" dirty="0">
                <a:highlight>
                  <a:srgbClr val="00FF00"/>
                </a:highlight>
              </a:rPr>
              <a:t> </a:t>
            </a:r>
            <a:r>
              <a:rPr lang="en-US" sz="2800" dirty="0">
                <a:highlight>
                  <a:srgbClr val="00FF00"/>
                </a:highlight>
              </a:rPr>
              <a:t>and </a:t>
            </a:r>
            <a:r>
              <a:rPr lang="en-US" sz="2800" b="1" i="1" dirty="0">
                <a:highlight>
                  <a:srgbClr val="00FF00"/>
                </a:highlight>
              </a:rPr>
              <a:t>Sleep()</a:t>
            </a:r>
            <a:r>
              <a:rPr lang="en-US" sz="2800" dirty="0">
                <a:highlight>
                  <a:srgbClr val="00FF00"/>
                </a:highlight>
              </a:rPr>
              <a:t> methods e.g.</a:t>
            </a:r>
            <a:endParaRPr lang="en-US" sz="2400" b="1" dirty="0">
              <a:highlight>
                <a:srgbClr val="00FF00"/>
              </a:highlight>
            </a:endParaRPr>
          </a:p>
          <a:p>
            <a:pPr marL="1108069" lvl="1" indent="-742950" eaLnBrk="1" hangingPunct="1">
              <a:spcBef>
                <a:spcPts val="1800"/>
              </a:spcBef>
              <a:buFont typeface="+mj-lt"/>
              <a:buAutoNum type="alphaLcParenR"/>
              <a:defRPr/>
            </a:pPr>
            <a:r>
              <a:rPr lang="en-US" sz="2400" dirty="0">
                <a:highlight>
                  <a:srgbClr val="00FF00"/>
                </a:highlight>
              </a:rPr>
              <a:t>Cow </a:t>
            </a:r>
          </a:p>
          <a:p>
            <a:pPr marL="1108069" lvl="1" indent="-742950" eaLnBrk="1" hangingPunct="1">
              <a:spcBef>
                <a:spcPts val="1800"/>
              </a:spcBef>
              <a:buFont typeface="+mj-lt"/>
              <a:buAutoNum type="alphaLcParenR"/>
              <a:defRPr/>
            </a:pPr>
            <a:r>
              <a:rPr lang="en-US" sz="2400" dirty="0">
                <a:highlight>
                  <a:srgbClr val="00FF00"/>
                </a:highlight>
              </a:rPr>
              <a:t>Duck </a:t>
            </a:r>
          </a:p>
          <a:p>
            <a:pPr marL="852482" indent="-742950" eaLnBrk="1" hangingPunct="1">
              <a:spcBef>
                <a:spcPts val="1800"/>
              </a:spcBef>
              <a:buFont typeface="+mj-lt"/>
              <a:buAutoNum type="arabicPeriod"/>
              <a:defRPr/>
            </a:pPr>
            <a:r>
              <a:rPr lang="en-US" sz="2800" dirty="0">
                <a:highlight>
                  <a:srgbClr val="00FF00"/>
                </a:highlight>
              </a:rPr>
              <a:t>Create their objects in two different ways as shown in the example above e.g.</a:t>
            </a:r>
          </a:p>
          <a:p>
            <a:pPr marL="109532" indent="0" eaLnBrk="1" hangingPunct="1">
              <a:spcBef>
                <a:spcPts val="1800"/>
              </a:spcBef>
              <a:buNone/>
              <a:defRPr/>
            </a:pPr>
            <a:r>
              <a:rPr lang="en-US" sz="2800"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	</a:t>
            </a:r>
            <a:r>
              <a:rPr lang="en-US" sz="2400" dirty="0" err="1">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myCow</a:t>
            </a:r>
            <a:r>
              <a:rPr lang="en-US" sz="2400"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 = </a:t>
            </a:r>
            <a:r>
              <a:rPr lang="en-US" sz="2400"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new </a:t>
            </a:r>
            <a:r>
              <a:rPr lang="en-US" sz="2400"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Cow()</a:t>
            </a:r>
            <a:r>
              <a:rPr lang="en-US" sz="2400"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  </a:t>
            </a:r>
            <a:r>
              <a:rPr lang="en-US" sz="2400" dirty="0">
                <a:solidFill>
                  <a:srgbClr val="808080"/>
                </a:solidFill>
                <a:latin typeface="Courier New" panose="02070309020205020404" pitchFamily="49" charset="0"/>
                <a:ea typeface="Times New Roman" panose="02020603050405020304" pitchFamily="18" charset="0"/>
                <a:cs typeface="Times New Roman" panose="02020603050405020304" pitchFamily="18" charset="0"/>
              </a:rPr>
              <a:t>// Create a Cow object</a:t>
            </a:r>
            <a:br>
              <a:rPr lang="en-US" sz="2400" dirty="0">
                <a:solidFill>
                  <a:srgbClr val="808080"/>
                </a:solidFill>
                <a:latin typeface="Courier New" panose="02070309020205020404" pitchFamily="49" charset="0"/>
                <a:ea typeface="Times New Roman" panose="02020603050405020304" pitchFamily="18" charset="0"/>
                <a:cs typeface="Times New Roman" panose="02020603050405020304" pitchFamily="18" charset="0"/>
              </a:rPr>
            </a:br>
            <a:r>
              <a:rPr lang="en-US" sz="2400" dirty="0">
                <a:solidFill>
                  <a:srgbClr val="808080"/>
                </a:solidFill>
                <a:latin typeface="Courier New" panose="02070309020205020404" pitchFamily="49" charset="0"/>
                <a:ea typeface="Times New Roman" panose="02020603050405020304" pitchFamily="18" charset="0"/>
                <a:cs typeface="Times New Roman" panose="02020603050405020304" pitchFamily="18" charset="0"/>
              </a:rPr>
              <a:t>	</a:t>
            </a:r>
            <a:r>
              <a:rPr lang="en-US" sz="2400"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Animal </a:t>
            </a:r>
            <a:r>
              <a:rPr lang="en-US" sz="2400" dirty="0" err="1">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myCow</a:t>
            </a:r>
            <a:r>
              <a:rPr lang="en-US" sz="2400"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 = </a:t>
            </a:r>
            <a:r>
              <a:rPr lang="en-US" sz="2400"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new </a:t>
            </a:r>
            <a:r>
              <a:rPr lang="en-US" sz="2400"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Cow()</a:t>
            </a:r>
            <a:r>
              <a:rPr lang="en-US" sz="2400"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  </a:t>
            </a:r>
            <a:r>
              <a:rPr lang="en-US" sz="2400" dirty="0">
                <a:solidFill>
                  <a:srgbClr val="808080"/>
                </a:solidFill>
                <a:latin typeface="Courier New" panose="02070309020205020404" pitchFamily="49" charset="0"/>
                <a:ea typeface="Times New Roman" panose="02020603050405020304" pitchFamily="18" charset="0"/>
                <a:cs typeface="Times New Roman" panose="02020603050405020304" pitchFamily="18" charset="0"/>
              </a:rPr>
              <a:t>// Create ALSO a Cow object</a:t>
            </a:r>
            <a:endParaRPr lang="en-US" sz="2400" dirty="0"/>
          </a:p>
          <a:p>
            <a:pPr marL="852482" indent="-742950" eaLnBrk="1" hangingPunct="1">
              <a:spcBef>
                <a:spcPts val="1800"/>
              </a:spcBef>
              <a:buFont typeface="+mj-lt"/>
              <a:buAutoNum type="arabicPeriod"/>
              <a:defRPr/>
            </a:pPr>
            <a:endParaRPr lang="en-US" sz="2800" dirty="0">
              <a:highlight>
                <a:srgbClr val="00FF00"/>
              </a:highlight>
            </a:endParaRPr>
          </a:p>
          <a:p>
            <a:pPr marL="109532" indent="0" eaLnBrk="1" hangingPunct="1">
              <a:spcBef>
                <a:spcPts val="800"/>
              </a:spcBef>
              <a:buNone/>
              <a:defRPr/>
            </a:pPr>
            <a:r>
              <a:rPr lang="en-US" sz="2800"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3600" dirty="0">
              <a:highlight>
                <a:srgbClr val="00FF00"/>
              </a:highlight>
            </a:endParaRPr>
          </a:p>
          <a:p>
            <a:pPr marL="852482" indent="-742950" eaLnBrk="1" hangingPunct="1">
              <a:spcBef>
                <a:spcPts val="800"/>
              </a:spcBef>
              <a:buFont typeface="+mj-lt"/>
              <a:buAutoNum type="arabicPeriod"/>
              <a:defRPr/>
            </a:pPr>
            <a:endParaRPr lang="en-US" sz="3600" dirty="0">
              <a:highlight>
                <a:srgbClr val="00FF00"/>
              </a:highlight>
            </a:endParaRPr>
          </a:p>
          <a:p>
            <a:pPr marL="852482" indent="-742950" eaLnBrk="1" hangingPunct="1">
              <a:spcBef>
                <a:spcPts val="800"/>
              </a:spcBef>
              <a:buFont typeface="+mj-lt"/>
              <a:buAutoNum type="arabicPeriod"/>
              <a:defRPr/>
            </a:pPr>
            <a:endParaRPr lang="en-US" sz="3200" u="sng" dirty="0">
              <a:highlight>
                <a:srgbClr val="00FF00"/>
              </a:highlight>
            </a:endParaRPr>
          </a:p>
          <a:p>
            <a:pPr marL="365110" indent="-255578" eaLnBrk="1" hangingPunct="1">
              <a:spcBef>
                <a:spcPts val="800"/>
              </a:spcBef>
              <a:defRPr/>
            </a:pPr>
            <a:endParaRPr lang="en-US" sz="3600" u="sng" dirty="0">
              <a:highlight>
                <a:srgbClr val="00FF00"/>
              </a:highlight>
            </a:endParaRPr>
          </a:p>
          <a:p>
            <a:pPr marL="365110" indent="-255578" eaLnBrk="1" hangingPunct="1">
              <a:defRPr/>
            </a:pPr>
            <a:endParaRPr lang="en-US" dirty="0"/>
          </a:p>
        </p:txBody>
      </p:sp>
      <p:sp>
        <p:nvSpPr>
          <p:cNvPr id="3" name="Title 2">
            <a:extLst>
              <a:ext uri="{FF2B5EF4-FFF2-40B4-BE49-F238E27FC236}">
                <a16:creationId xmlns:a16="http://schemas.microsoft.com/office/drawing/2014/main" id="{0410AE0A-1DA0-48E5-95DB-ACAB55C99987}"/>
              </a:ext>
            </a:extLst>
          </p:cNvPr>
          <p:cNvSpPr>
            <a:spLocks noGrp="1"/>
          </p:cNvSpPr>
          <p:nvPr>
            <p:ph type="title"/>
          </p:nvPr>
        </p:nvSpPr>
        <p:spPr/>
        <p:txBody>
          <a:bodyPr/>
          <a:lstStyle/>
          <a:p>
            <a:pPr eaLnBrk="1" hangingPunct="1">
              <a:defRPr/>
            </a:pPr>
            <a:r>
              <a:rPr lang="en-US" dirty="0">
                <a:highlight>
                  <a:srgbClr val="FFFF00"/>
                </a:highlight>
              </a:rPr>
              <a:t>CLASS ACTIVITIES</a:t>
            </a:r>
          </a:p>
        </p:txBody>
      </p:sp>
    </p:spTree>
    <p:extLst>
      <p:ext uri="{BB962C8B-B14F-4D97-AF65-F5344CB8AC3E}">
        <p14:creationId xmlns:p14="http://schemas.microsoft.com/office/powerpoint/2010/main" val="207146169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7C28-C684-457B-9CA0-3E9E16CBD792}"/>
              </a:ext>
            </a:extLst>
          </p:cNvPr>
          <p:cNvSpPr>
            <a:spLocks noGrp="1"/>
          </p:cNvSpPr>
          <p:nvPr>
            <p:ph type="title"/>
          </p:nvPr>
        </p:nvSpPr>
        <p:spPr>
          <a:xfrm>
            <a:off x="609600" y="0"/>
            <a:ext cx="10972800" cy="495924"/>
          </a:xfrm>
        </p:spPr>
        <p:txBody>
          <a:bodyPr>
            <a:noAutofit/>
          </a:bodyPr>
          <a:lstStyle/>
          <a:p>
            <a:pPr algn="ctr" fontAlgn="auto">
              <a:spcAft>
                <a:spcPts val="0"/>
              </a:spcAft>
              <a:defRPr/>
            </a:pPr>
            <a:r>
              <a:rPr lang="en-US" sz="4400" dirty="0">
                <a:solidFill>
                  <a:srgbClr val="33B38C"/>
                </a:solidFill>
                <a:latin typeface="Calibri" panose="020F0502020204030204" pitchFamily="34" charset="0"/>
              </a:rPr>
              <a:t>Notes on Interfaces: -</a:t>
            </a:r>
            <a:endParaRPr lang="en-US" sz="4400" dirty="0">
              <a:solidFill>
                <a:srgbClr val="33B38C"/>
              </a:solidFill>
              <a:highlight>
                <a:srgbClr val="FFFF00"/>
              </a:highlight>
              <a:latin typeface="Calibri" panose="020F0502020204030204" pitchFamily="34" charset="0"/>
            </a:endParaRPr>
          </a:p>
        </p:txBody>
      </p:sp>
      <p:sp>
        <p:nvSpPr>
          <p:cNvPr id="5" name="Rectangle 2">
            <a:extLst>
              <a:ext uri="{FF2B5EF4-FFF2-40B4-BE49-F238E27FC236}">
                <a16:creationId xmlns:a16="http://schemas.microsoft.com/office/drawing/2014/main" id="{43B49FF5-78AD-48AA-AE96-D6C52678ABBF}"/>
              </a:ext>
            </a:extLst>
          </p:cNvPr>
          <p:cNvSpPr>
            <a:spLocks noGrp="1" noChangeArrowheads="1"/>
          </p:cNvSpPr>
          <p:nvPr>
            <p:ph type="body" idx="1"/>
          </p:nvPr>
        </p:nvSpPr>
        <p:spPr bwMode="auto">
          <a:xfrm>
            <a:off x="337334" y="385518"/>
            <a:ext cx="11517331" cy="65915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Aft>
                <a:spcPct val="0"/>
              </a:spcAft>
              <a:buClrTx/>
              <a:buSzTx/>
              <a:buFontTx/>
              <a:buChar char="•"/>
              <a:tabLst/>
            </a:pPr>
            <a:r>
              <a:rPr kumimoji="0" lang="en-US" altLang="en-US" b="0" i="0" u="none" strike="noStrike" cap="none" normalizeH="0" baseline="0" dirty="0">
                <a:ln>
                  <a:noFill/>
                </a:ln>
                <a:solidFill>
                  <a:srgbClr val="000000"/>
                </a:solidFill>
                <a:effectLst/>
                <a:latin typeface="Verdana" panose="020B0604030504040204" pitchFamily="34" charset="0"/>
              </a:rPr>
              <a:t>Like </a:t>
            </a:r>
            <a:r>
              <a:rPr kumimoji="0" lang="en-US" altLang="en-US" b="1" i="0" u="none" strike="noStrike" cap="none" normalizeH="0" baseline="0" dirty="0">
                <a:ln>
                  <a:noFill/>
                </a:ln>
                <a:solidFill>
                  <a:srgbClr val="000000"/>
                </a:solidFill>
                <a:effectLst/>
                <a:latin typeface="Verdana" panose="020B0604030504040204" pitchFamily="34" charset="0"/>
              </a:rPr>
              <a:t>abstract classes</a:t>
            </a:r>
            <a:r>
              <a:rPr kumimoji="0" lang="en-US" altLang="en-US" b="0" i="0" u="none" strike="noStrike" cap="none" normalizeH="0" baseline="0" dirty="0">
                <a:ln>
                  <a:noFill/>
                </a:ln>
                <a:solidFill>
                  <a:srgbClr val="000000"/>
                </a:solidFill>
                <a:effectLst/>
                <a:latin typeface="Verdana" panose="020B0604030504040204" pitchFamily="34" charset="0"/>
              </a:rPr>
              <a:t>, interfaces </a:t>
            </a:r>
            <a:r>
              <a:rPr kumimoji="0" lang="en-US" altLang="en-US" b="1" i="0" u="none" strike="noStrike" cap="none" normalizeH="0" baseline="0" dirty="0">
                <a:ln>
                  <a:noFill/>
                </a:ln>
                <a:solidFill>
                  <a:srgbClr val="000000"/>
                </a:solidFill>
                <a:effectLst/>
                <a:latin typeface="Verdana" panose="020B0604030504040204" pitchFamily="34" charset="0"/>
              </a:rPr>
              <a:t>cannot</a:t>
            </a:r>
            <a:r>
              <a:rPr kumimoji="0" lang="en-US" altLang="en-US" b="0" i="0" u="none" strike="noStrike" cap="none" normalizeH="0" baseline="0" dirty="0">
                <a:ln>
                  <a:noFill/>
                </a:ln>
                <a:solidFill>
                  <a:srgbClr val="000000"/>
                </a:solidFill>
                <a:effectLst/>
                <a:latin typeface="Verdana" panose="020B0604030504040204" pitchFamily="34" charset="0"/>
              </a:rPr>
              <a:t> be used to create objects </a:t>
            </a:r>
          </a:p>
          <a:p>
            <a:pPr marL="0" marR="0" lvl="0" indent="0" algn="l" defTabSz="914400" rtl="0" eaLnBrk="0" fontAlgn="base" latinLnBrk="0" hangingPunct="0">
              <a:lnSpc>
                <a:spcPct val="100000"/>
              </a:lnSpc>
              <a:spcAft>
                <a:spcPct val="0"/>
              </a:spcAft>
              <a:buClrTx/>
              <a:buSzTx/>
              <a:buFontTx/>
              <a:buChar char="•"/>
              <a:tabLst/>
            </a:pPr>
            <a:r>
              <a:rPr lang="en-US" altLang="en-US" dirty="0">
                <a:solidFill>
                  <a:srgbClr val="000000"/>
                </a:solidFill>
                <a:latin typeface="Verdana" panose="020B0604030504040204" pitchFamily="34" charset="0"/>
              </a:rPr>
              <a:t>I</a:t>
            </a:r>
            <a:r>
              <a:rPr kumimoji="0" lang="en-US" altLang="en-US" b="0" i="0" u="none" strike="noStrike" cap="none" normalizeH="0" baseline="0" dirty="0">
                <a:ln>
                  <a:noFill/>
                </a:ln>
                <a:solidFill>
                  <a:srgbClr val="000000"/>
                </a:solidFill>
                <a:effectLst/>
                <a:latin typeface="Verdana" panose="020B0604030504040204" pitchFamily="34" charset="0"/>
              </a:rPr>
              <a:t>n the example above, it is not possible to create an "Animal" object in the </a:t>
            </a:r>
            <a:r>
              <a:rPr kumimoji="0" lang="en-US" altLang="en-US" b="1" i="0" u="none" strike="noStrike" cap="none" normalizeH="0" baseline="0" dirty="0">
                <a:ln>
                  <a:noFill/>
                </a:ln>
                <a:solidFill>
                  <a:srgbClr val="000000"/>
                </a:solidFill>
                <a:effectLst/>
                <a:latin typeface="Verdana" panose="020B0604030504040204" pitchFamily="34" charset="0"/>
              </a:rPr>
              <a:t>Main Class</a:t>
            </a:r>
          </a:p>
          <a:p>
            <a:pPr marL="0" marR="0" lvl="0" indent="0" algn="l" defTabSz="914400" rtl="0" eaLnBrk="0" fontAlgn="base" latinLnBrk="0" hangingPunct="0">
              <a:lnSpc>
                <a:spcPct val="100000"/>
              </a:lnSpc>
              <a:spcAft>
                <a:spcPct val="0"/>
              </a:spcAft>
              <a:buClrTx/>
              <a:buSzTx/>
              <a:buFontTx/>
              <a:buChar char="•"/>
              <a:tabLst/>
            </a:pPr>
            <a:r>
              <a:rPr kumimoji="0" lang="en-US" altLang="en-US" b="0" i="0" u="none" strike="noStrike" cap="none" normalizeH="0" baseline="0" dirty="0">
                <a:ln>
                  <a:noFill/>
                </a:ln>
                <a:solidFill>
                  <a:srgbClr val="000000"/>
                </a:solidFill>
                <a:effectLst/>
                <a:latin typeface="Verdana" panose="020B0604030504040204" pitchFamily="34" charset="0"/>
              </a:rPr>
              <a:t>Interface methods do not have a body - the body is provided by the "</a:t>
            </a:r>
            <a:r>
              <a:rPr kumimoji="0" lang="en-US" altLang="en-US" b="1" i="0" u="none" strike="noStrike" cap="none" normalizeH="0" baseline="0" dirty="0">
                <a:ln>
                  <a:noFill/>
                </a:ln>
                <a:solidFill>
                  <a:srgbClr val="000000"/>
                </a:solidFill>
                <a:effectLst/>
                <a:latin typeface="Verdana" panose="020B0604030504040204" pitchFamily="34" charset="0"/>
              </a:rPr>
              <a:t>implement</a:t>
            </a:r>
            <a:r>
              <a:rPr kumimoji="0" lang="en-US" altLang="en-US" b="0" i="0" u="none" strike="noStrike" cap="none" normalizeH="0" baseline="0" dirty="0">
                <a:ln>
                  <a:noFill/>
                </a:ln>
                <a:solidFill>
                  <a:srgbClr val="000000"/>
                </a:solidFill>
                <a:effectLst/>
                <a:latin typeface="Verdana" panose="020B0604030504040204" pitchFamily="34" charset="0"/>
              </a:rPr>
              <a:t>" class</a:t>
            </a:r>
          </a:p>
          <a:p>
            <a:pPr marL="0" marR="0" lvl="0" indent="0" algn="l" defTabSz="914400" rtl="0" eaLnBrk="0" fontAlgn="base" latinLnBrk="0" hangingPunct="0">
              <a:lnSpc>
                <a:spcPct val="100000"/>
              </a:lnSpc>
              <a:spcAft>
                <a:spcPct val="0"/>
              </a:spcAft>
              <a:buClrTx/>
              <a:buSzTx/>
              <a:buFontTx/>
              <a:buChar char="•"/>
              <a:tabLst/>
            </a:pPr>
            <a:r>
              <a:rPr kumimoji="0" lang="en-US" altLang="en-US" b="0" i="0" u="none" strike="noStrike" cap="none" normalizeH="0" baseline="0" dirty="0">
                <a:ln>
                  <a:noFill/>
                </a:ln>
                <a:solidFill>
                  <a:srgbClr val="000000"/>
                </a:solidFill>
                <a:effectLst/>
                <a:latin typeface="Verdana" panose="020B0604030504040204" pitchFamily="34" charset="0"/>
              </a:rPr>
              <a:t>On implementation of an interface, you must </a:t>
            </a:r>
            <a:r>
              <a:rPr kumimoji="0" lang="en-US" altLang="en-US" b="1" i="0" u="none" strike="noStrike" cap="none" normalizeH="0" baseline="0" dirty="0">
                <a:ln>
                  <a:noFill/>
                </a:ln>
                <a:solidFill>
                  <a:srgbClr val="000000"/>
                </a:solidFill>
                <a:effectLst/>
                <a:latin typeface="Verdana" panose="020B0604030504040204" pitchFamily="34" charset="0"/>
              </a:rPr>
              <a:t>override</a:t>
            </a:r>
            <a:r>
              <a:rPr kumimoji="0" lang="en-US" altLang="en-US" b="0" i="0" u="none" strike="noStrike" cap="none" normalizeH="0" baseline="0" dirty="0">
                <a:ln>
                  <a:noFill/>
                </a:ln>
                <a:solidFill>
                  <a:srgbClr val="000000"/>
                </a:solidFill>
                <a:effectLst/>
                <a:latin typeface="Verdana" panose="020B0604030504040204" pitchFamily="34" charset="0"/>
              </a:rPr>
              <a:t> all of its methods</a:t>
            </a:r>
          </a:p>
          <a:p>
            <a:pPr marL="0" marR="0" lvl="0" indent="0" algn="l" defTabSz="914400" rtl="0" eaLnBrk="0" fontAlgn="base" latinLnBrk="0" hangingPunct="0">
              <a:lnSpc>
                <a:spcPct val="100000"/>
              </a:lnSpc>
              <a:spcAft>
                <a:spcPct val="0"/>
              </a:spcAft>
              <a:buClrTx/>
              <a:buSzTx/>
              <a:buFontTx/>
              <a:buChar char="•"/>
              <a:tabLst/>
            </a:pPr>
            <a:r>
              <a:rPr kumimoji="0" lang="en-US" altLang="en-US" b="0" i="0" u="none" strike="noStrike" cap="none" normalizeH="0" baseline="0" dirty="0">
                <a:ln>
                  <a:noFill/>
                </a:ln>
                <a:solidFill>
                  <a:srgbClr val="000000"/>
                </a:solidFill>
                <a:effectLst/>
                <a:latin typeface="Verdana" panose="020B0604030504040204" pitchFamily="34" charset="0"/>
              </a:rPr>
              <a:t>Interface methods are by default </a:t>
            </a:r>
            <a:r>
              <a:rPr kumimoji="0" lang="en-US" altLang="en-US" b="0" i="0" u="none" strike="noStrike" cap="none" normalizeH="0" baseline="0" dirty="0">
                <a:ln>
                  <a:noFill/>
                </a:ln>
                <a:solidFill>
                  <a:srgbClr val="DC143C"/>
                </a:solidFill>
                <a:effectLst/>
                <a:latin typeface="Consolas" panose="020B0609020204030204" pitchFamily="49" charset="0"/>
              </a:rPr>
              <a:t>abstract</a:t>
            </a:r>
            <a:r>
              <a:rPr kumimoji="0" lang="en-US" altLang="en-US" b="0" i="0" u="none" strike="noStrike" cap="none" normalizeH="0" baseline="0" dirty="0">
                <a:ln>
                  <a:noFill/>
                </a:ln>
                <a:solidFill>
                  <a:srgbClr val="000000"/>
                </a:solidFill>
                <a:effectLst/>
                <a:latin typeface="Verdana" panose="020B0604030504040204" pitchFamily="34" charset="0"/>
              </a:rPr>
              <a:t> and </a:t>
            </a:r>
            <a:r>
              <a:rPr kumimoji="0" lang="en-US" altLang="en-US" b="0" i="0" u="none" strike="noStrike" cap="none" normalizeH="0" baseline="0" dirty="0">
                <a:ln>
                  <a:noFill/>
                </a:ln>
                <a:solidFill>
                  <a:srgbClr val="DC143C"/>
                </a:solidFill>
                <a:effectLst/>
                <a:latin typeface="Consolas" panose="020B0609020204030204" pitchFamily="49" charset="0"/>
              </a:rPr>
              <a:t>public</a:t>
            </a:r>
            <a:endParaRPr kumimoji="0" lang="en-US" altLang="en-US" b="0" i="0" u="none" strike="noStrike" cap="none" normalizeH="0" baseline="0" dirty="0">
              <a:ln>
                <a:noFill/>
              </a:ln>
              <a:solidFill>
                <a:srgbClr val="000000"/>
              </a:solidFill>
              <a:effectLst/>
              <a:latin typeface="Verdana" panose="020B0604030504040204" pitchFamily="34" charset="0"/>
            </a:endParaRPr>
          </a:p>
          <a:p>
            <a:pPr marL="0" marR="0" lvl="0" indent="0" algn="l" defTabSz="914400" rtl="0" eaLnBrk="0" fontAlgn="base" latinLnBrk="0" hangingPunct="0">
              <a:lnSpc>
                <a:spcPct val="100000"/>
              </a:lnSpc>
              <a:spcAft>
                <a:spcPct val="0"/>
              </a:spcAft>
              <a:buClrTx/>
              <a:buSzTx/>
              <a:buFontTx/>
              <a:buChar char="•"/>
              <a:tabLst/>
            </a:pPr>
            <a:r>
              <a:rPr kumimoji="0" lang="en-US" altLang="en-US" b="0" i="0" u="none" strike="noStrike" cap="none" normalizeH="0" baseline="0" dirty="0">
                <a:ln>
                  <a:noFill/>
                </a:ln>
                <a:solidFill>
                  <a:srgbClr val="000000"/>
                </a:solidFill>
                <a:effectLst/>
                <a:latin typeface="Verdana" panose="020B0604030504040204" pitchFamily="34" charset="0"/>
              </a:rPr>
              <a:t>Interface attributes are by default </a:t>
            </a:r>
            <a:r>
              <a:rPr kumimoji="0" lang="en-US" altLang="en-US" b="0" i="0" u="none" strike="noStrike" cap="none" normalizeH="0" baseline="0" dirty="0">
                <a:ln>
                  <a:noFill/>
                </a:ln>
                <a:solidFill>
                  <a:srgbClr val="DC143C"/>
                </a:solidFill>
                <a:effectLst/>
                <a:latin typeface="Consolas" panose="020B0609020204030204" pitchFamily="49" charset="0"/>
              </a:rPr>
              <a:t>public</a:t>
            </a:r>
            <a:r>
              <a:rPr kumimoji="0" lang="en-US" altLang="en-US" b="0" i="0" u="none" strike="noStrike" cap="none" normalizeH="0" baseline="0" dirty="0">
                <a:ln>
                  <a:noFill/>
                </a:ln>
                <a:solidFill>
                  <a:srgbClr val="000000"/>
                </a:solidFill>
                <a:effectLst/>
                <a:latin typeface="Verdana" panose="020B0604030504040204" pitchFamily="34" charset="0"/>
              </a:rPr>
              <a:t>, </a:t>
            </a:r>
            <a:r>
              <a:rPr kumimoji="0" lang="en-US" altLang="en-US" b="0" i="0" u="none" strike="noStrike" cap="none" normalizeH="0" baseline="0" dirty="0">
                <a:ln>
                  <a:noFill/>
                </a:ln>
                <a:solidFill>
                  <a:srgbClr val="DC143C"/>
                </a:solidFill>
                <a:effectLst/>
                <a:latin typeface="Consolas" panose="020B0609020204030204" pitchFamily="49" charset="0"/>
              </a:rPr>
              <a:t>static</a:t>
            </a:r>
            <a:r>
              <a:rPr kumimoji="0" lang="en-US" altLang="en-US" b="0" i="0" u="none" strike="noStrike" cap="none" normalizeH="0" baseline="0" dirty="0">
                <a:ln>
                  <a:noFill/>
                </a:ln>
                <a:solidFill>
                  <a:srgbClr val="000000"/>
                </a:solidFill>
                <a:effectLst/>
                <a:latin typeface="Verdana" panose="020B0604030504040204" pitchFamily="34" charset="0"/>
              </a:rPr>
              <a:t> and </a:t>
            </a:r>
            <a:r>
              <a:rPr kumimoji="0" lang="en-US" altLang="en-US" b="0" i="0" u="none" strike="noStrike" cap="none" normalizeH="0" baseline="0" dirty="0">
                <a:ln>
                  <a:noFill/>
                </a:ln>
                <a:solidFill>
                  <a:srgbClr val="DC143C"/>
                </a:solidFill>
                <a:effectLst/>
                <a:latin typeface="Consolas" panose="020B0609020204030204" pitchFamily="49" charset="0"/>
              </a:rPr>
              <a:t>final</a:t>
            </a:r>
            <a:endParaRPr kumimoji="0" lang="en-US" altLang="en-US" b="0" i="0" u="none" strike="noStrike" cap="none" normalizeH="0" baseline="0" dirty="0">
              <a:ln>
                <a:noFill/>
              </a:ln>
              <a:solidFill>
                <a:srgbClr val="000000"/>
              </a:solidFill>
              <a:effectLst/>
              <a:latin typeface="Verdana" panose="020B0604030504040204" pitchFamily="34" charset="0"/>
            </a:endParaRPr>
          </a:p>
          <a:p>
            <a:pPr marL="0" marR="0" lvl="0" indent="0" algn="l" defTabSz="914400" rtl="0" eaLnBrk="0" fontAlgn="base" latinLnBrk="0" hangingPunct="0">
              <a:lnSpc>
                <a:spcPct val="100000"/>
              </a:lnSpc>
              <a:spcAft>
                <a:spcPct val="0"/>
              </a:spcAft>
              <a:buClrTx/>
              <a:buSzTx/>
              <a:buFontTx/>
              <a:buChar char="•"/>
              <a:tabLst/>
            </a:pPr>
            <a:r>
              <a:rPr kumimoji="0" lang="en-US" altLang="en-US" b="0" i="0" u="none" strike="noStrike" cap="none" normalizeH="0" baseline="0" dirty="0">
                <a:ln>
                  <a:noFill/>
                </a:ln>
                <a:solidFill>
                  <a:srgbClr val="000000"/>
                </a:solidFill>
                <a:effectLst/>
                <a:latin typeface="Verdana" panose="020B0604030504040204" pitchFamily="34" charset="0"/>
              </a:rPr>
              <a:t>An interface cannot contain a constructor (as it cannot be used to create objects)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63491243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7C28-C684-457B-9CA0-3E9E16CBD792}"/>
              </a:ext>
            </a:extLst>
          </p:cNvPr>
          <p:cNvSpPr>
            <a:spLocks noGrp="1"/>
          </p:cNvSpPr>
          <p:nvPr>
            <p:ph type="title"/>
          </p:nvPr>
        </p:nvSpPr>
        <p:spPr>
          <a:xfrm>
            <a:off x="609597" y="410966"/>
            <a:ext cx="11441987" cy="495924"/>
          </a:xfrm>
        </p:spPr>
        <p:txBody>
          <a:bodyPr>
            <a:noAutofit/>
          </a:bodyPr>
          <a:lstStyle/>
          <a:p>
            <a:pPr algn="ctr" fontAlgn="auto">
              <a:spcAft>
                <a:spcPts val="0"/>
              </a:spcAft>
              <a:defRPr/>
            </a:pPr>
            <a:r>
              <a:rPr lang="en-US" sz="4400" dirty="0">
                <a:solidFill>
                  <a:srgbClr val="33B38C"/>
                </a:solidFill>
                <a:latin typeface="Calibri" panose="020F0502020204030204" pitchFamily="34" charset="0"/>
              </a:rPr>
              <a:t>Why And When To Use Interfaces?: -</a:t>
            </a:r>
            <a:endParaRPr lang="en-US" sz="4400" dirty="0">
              <a:solidFill>
                <a:srgbClr val="33B38C"/>
              </a:solidFill>
              <a:highlight>
                <a:srgbClr val="FFFF00"/>
              </a:highlight>
              <a:latin typeface="Calibri" panose="020F0502020204030204" pitchFamily="34" charset="0"/>
            </a:endParaRPr>
          </a:p>
        </p:txBody>
      </p:sp>
      <p:sp>
        <p:nvSpPr>
          <p:cNvPr id="5" name="Rectangle 2">
            <a:extLst>
              <a:ext uri="{FF2B5EF4-FFF2-40B4-BE49-F238E27FC236}">
                <a16:creationId xmlns:a16="http://schemas.microsoft.com/office/drawing/2014/main" id="{43B49FF5-78AD-48AA-AE96-D6C52678ABBF}"/>
              </a:ext>
            </a:extLst>
          </p:cNvPr>
          <p:cNvSpPr>
            <a:spLocks noGrp="1" noChangeArrowheads="1"/>
          </p:cNvSpPr>
          <p:nvPr>
            <p:ph type="body" idx="1"/>
          </p:nvPr>
        </p:nvSpPr>
        <p:spPr bwMode="auto">
          <a:xfrm>
            <a:off x="845904" y="1171992"/>
            <a:ext cx="10969375" cy="4514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457200" indent="-457200">
              <a:spcAft>
                <a:spcPts val="600"/>
              </a:spcAft>
              <a:buClrTx/>
              <a:buSzTx/>
            </a:pPr>
            <a:r>
              <a:rPr kumimoji="0" lang="en-US" altLang="en-US" sz="3000" b="0" i="0" u="none" strike="noStrike" cap="none" normalizeH="0" baseline="0" dirty="0">
                <a:ln>
                  <a:noFill/>
                </a:ln>
                <a:solidFill>
                  <a:srgbClr val="000000"/>
                </a:solidFill>
                <a:effectLst/>
                <a:latin typeface="Verdana" panose="020B0604030504040204" pitchFamily="34" charset="0"/>
              </a:rPr>
              <a:t>To achieve security - hide certain details and only show the important details of an object (interface).</a:t>
            </a:r>
            <a:endParaRPr lang="en-US" altLang="en-US" sz="3000" dirty="0"/>
          </a:p>
          <a:p>
            <a:pPr marL="457200" indent="-457200">
              <a:spcAft>
                <a:spcPts val="600"/>
              </a:spcAft>
              <a:buClrTx/>
              <a:buSzTx/>
            </a:pPr>
            <a:r>
              <a:rPr kumimoji="0" lang="en-US" altLang="en-US" sz="3000" b="0" i="0" u="none" strike="noStrike" cap="none" normalizeH="0" baseline="0" dirty="0">
                <a:ln>
                  <a:noFill/>
                </a:ln>
                <a:solidFill>
                  <a:srgbClr val="000000"/>
                </a:solidFill>
                <a:effectLst/>
                <a:latin typeface="Verdana" panose="020B0604030504040204" pitchFamily="34" charset="0"/>
              </a:rPr>
              <a:t>Java does not support "multiple inheritance" (a class can only inherit from one superclass).</a:t>
            </a:r>
          </a:p>
          <a:p>
            <a:pPr marL="457200" indent="-457200">
              <a:spcAft>
                <a:spcPts val="600"/>
              </a:spcAft>
              <a:buClrTx/>
              <a:buSzTx/>
            </a:pPr>
            <a:r>
              <a:rPr kumimoji="0" lang="en-US" altLang="en-US" sz="3000" b="0" i="0" u="none" strike="noStrike" cap="none" normalizeH="0" baseline="0" dirty="0">
                <a:ln>
                  <a:noFill/>
                </a:ln>
                <a:solidFill>
                  <a:srgbClr val="000000"/>
                </a:solidFill>
                <a:effectLst/>
                <a:latin typeface="Verdana" panose="020B0604030504040204" pitchFamily="34" charset="0"/>
              </a:rPr>
              <a:t>However, it can be achieved with interfaces, because the class can </a:t>
            </a:r>
            <a:r>
              <a:rPr kumimoji="0" lang="en-US" altLang="en-US" sz="3000" b="1" i="0" u="none" strike="noStrike" cap="none" normalizeH="0" baseline="0" dirty="0">
                <a:ln>
                  <a:noFill/>
                </a:ln>
                <a:solidFill>
                  <a:srgbClr val="000000"/>
                </a:solidFill>
                <a:effectLst/>
                <a:latin typeface="Verdana" panose="020B0604030504040204" pitchFamily="34" charset="0"/>
              </a:rPr>
              <a:t>implement</a:t>
            </a:r>
            <a:r>
              <a:rPr kumimoji="0" lang="en-US" altLang="en-US" sz="3000" b="0" i="0" u="none" strike="noStrike" cap="none" normalizeH="0" baseline="0" dirty="0">
                <a:ln>
                  <a:noFill/>
                </a:ln>
                <a:solidFill>
                  <a:srgbClr val="000000"/>
                </a:solidFill>
                <a:effectLst/>
                <a:latin typeface="Verdana" panose="020B0604030504040204" pitchFamily="34" charset="0"/>
              </a:rPr>
              <a:t> multiple interfaces. </a:t>
            </a:r>
          </a:p>
          <a:p>
            <a:pPr marL="457200" indent="-457200">
              <a:spcAft>
                <a:spcPts val="600"/>
              </a:spcAft>
              <a:buClrTx/>
              <a:buSzTx/>
            </a:pPr>
            <a:r>
              <a:rPr kumimoji="0" lang="en-US" altLang="en-US" sz="3000" b="1" i="0" u="none" strike="noStrike" cap="none" normalizeH="0" baseline="0" dirty="0">
                <a:ln>
                  <a:noFill/>
                </a:ln>
                <a:solidFill>
                  <a:srgbClr val="000000"/>
                </a:solidFill>
                <a:effectLst/>
                <a:latin typeface="Verdana" panose="020B0604030504040204" pitchFamily="34" charset="0"/>
              </a:rPr>
              <a:t>Note:</a:t>
            </a:r>
            <a:r>
              <a:rPr kumimoji="0" lang="en-US" altLang="en-US" sz="3000" b="0" i="0" u="none" strike="noStrike" cap="none" normalizeH="0" baseline="0" dirty="0">
                <a:ln>
                  <a:noFill/>
                </a:ln>
                <a:solidFill>
                  <a:srgbClr val="000000"/>
                </a:solidFill>
                <a:effectLst/>
                <a:latin typeface="Verdana" panose="020B0604030504040204" pitchFamily="34" charset="0"/>
              </a:rPr>
              <a:t> To implement multiple interfaces, separate them with a comma (see example in the next slides).</a:t>
            </a:r>
            <a:endParaRPr kumimoji="0" lang="en-US" altLang="en-US" sz="3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06816590"/>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7C28-C684-457B-9CA0-3E9E16CBD792}"/>
              </a:ext>
            </a:extLst>
          </p:cNvPr>
          <p:cNvSpPr>
            <a:spLocks noGrp="1"/>
          </p:cNvSpPr>
          <p:nvPr>
            <p:ph type="title"/>
          </p:nvPr>
        </p:nvSpPr>
        <p:spPr>
          <a:xfrm>
            <a:off x="375006" y="0"/>
            <a:ext cx="11441987" cy="495924"/>
          </a:xfrm>
        </p:spPr>
        <p:txBody>
          <a:bodyPr>
            <a:noAutofit/>
          </a:bodyPr>
          <a:lstStyle/>
          <a:p>
            <a:pPr algn="ctr" fontAlgn="auto">
              <a:spcAft>
                <a:spcPts val="0"/>
              </a:spcAft>
              <a:defRPr/>
            </a:pPr>
            <a:r>
              <a:rPr lang="en-US" sz="4000" dirty="0">
                <a:solidFill>
                  <a:srgbClr val="33B38C"/>
                </a:solidFill>
                <a:latin typeface="Calibri" panose="020F0502020204030204" pitchFamily="34" charset="0"/>
              </a:rPr>
              <a:t>Multiple Interfaces?: -</a:t>
            </a:r>
            <a:endParaRPr lang="en-US" sz="4000" dirty="0">
              <a:solidFill>
                <a:srgbClr val="33B38C"/>
              </a:solidFill>
              <a:highlight>
                <a:srgbClr val="FFFF00"/>
              </a:highlight>
              <a:latin typeface="Calibri" panose="020F0502020204030204" pitchFamily="34" charset="0"/>
            </a:endParaRPr>
          </a:p>
        </p:txBody>
      </p:sp>
      <p:sp>
        <p:nvSpPr>
          <p:cNvPr id="4" name="Rectangle 3">
            <a:extLst>
              <a:ext uri="{FF2B5EF4-FFF2-40B4-BE49-F238E27FC236}">
                <a16:creationId xmlns:a16="http://schemas.microsoft.com/office/drawing/2014/main" id="{F9342ED9-C9A0-473E-A13F-EFB9E9336415}"/>
              </a:ext>
            </a:extLst>
          </p:cNvPr>
          <p:cNvSpPr/>
          <p:nvPr/>
        </p:nvSpPr>
        <p:spPr>
          <a:xfrm>
            <a:off x="351034" y="419558"/>
            <a:ext cx="12395772" cy="369332"/>
          </a:xfrm>
          <a:prstGeom prst="rect">
            <a:avLst/>
          </a:prstGeom>
        </p:spPr>
        <p:txBody>
          <a:bodyPr wrap="square">
            <a:spAutoFit/>
          </a:bodyPr>
          <a:lstStyle/>
          <a:p>
            <a:r>
              <a:rPr lang="en-US" dirty="0">
                <a:solidFill>
                  <a:srgbClr val="000000"/>
                </a:solidFill>
                <a:latin typeface="Verdana" panose="020B0604030504040204" pitchFamily="34" charset="0"/>
              </a:rPr>
              <a:t>To implement multiple interfaces, separate them with a comma:</a:t>
            </a:r>
            <a:endParaRPr lang="en-US" dirty="0"/>
          </a:p>
        </p:txBody>
      </p:sp>
      <p:sp>
        <p:nvSpPr>
          <p:cNvPr id="3" name="Rectangle 2">
            <a:extLst>
              <a:ext uri="{FF2B5EF4-FFF2-40B4-BE49-F238E27FC236}">
                <a16:creationId xmlns:a16="http://schemas.microsoft.com/office/drawing/2014/main" id="{714BD0C3-699A-4F07-9AB4-8CA852D184FE}"/>
              </a:ext>
            </a:extLst>
          </p:cNvPr>
          <p:cNvSpPr>
            <a:spLocks noChangeArrowheads="1"/>
          </p:cNvSpPr>
          <p:nvPr/>
        </p:nvSpPr>
        <p:spPr bwMode="auto">
          <a:xfrm>
            <a:off x="659779" y="788890"/>
            <a:ext cx="10872439" cy="5860478"/>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58700" rIns="0" bIns="1587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77AA"/>
                </a:solidFill>
                <a:effectLst/>
                <a:latin typeface="Consolas" panose="020B0609020204030204" pitchFamily="49" charset="0"/>
              </a:rPr>
              <a:t>interface</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err="1">
                <a:ln>
                  <a:noFill/>
                </a:ln>
                <a:solidFill>
                  <a:srgbClr val="DD4A68"/>
                </a:solidFill>
                <a:effectLst/>
                <a:latin typeface="Consolas" panose="020B0609020204030204" pitchFamily="49" charset="0"/>
              </a:rPr>
              <a:t>FirstInterface</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77AA"/>
                </a:solidFill>
                <a:effectLst/>
                <a:latin typeface="Consolas" panose="020B0609020204030204" pitchFamily="49" charset="0"/>
              </a:rPr>
              <a:t>public</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0077AA"/>
                </a:solidFill>
                <a:effectLst/>
                <a:latin typeface="Consolas" panose="020B0609020204030204" pitchFamily="49" charset="0"/>
              </a:rPr>
              <a:t>void</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err="1">
                <a:ln>
                  <a:noFill/>
                </a:ln>
                <a:solidFill>
                  <a:srgbClr val="DD4A68"/>
                </a:solidFill>
                <a:effectLst/>
                <a:latin typeface="Consolas" panose="020B0609020204030204" pitchFamily="49" charset="0"/>
              </a:rPr>
              <a:t>myMethod</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708090"/>
                </a:solidFill>
                <a:effectLst/>
                <a:latin typeface="Consolas" panose="020B0609020204030204" pitchFamily="49" charset="0"/>
              </a:rPr>
              <a:t>// interface method</a:t>
            </a:r>
            <a:r>
              <a:rPr kumimoji="0" lang="en-US" altLang="en-US"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77AA"/>
                </a:solidFill>
                <a:effectLst/>
                <a:latin typeface="Consolas" panose="020B0609020204030204" pitchFamily="49" charset="0"/>
              </a:rPr>
              <a:t>interface</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err="1">
                <a:ln>
                  <a:noFill/>
                </a:ln>
                <a:solidFill>
                  <a:srgbClr val="DD4A68"/>
                </a:solidFill>
                <a:effectLst/>
                <a:latin typeface="Consolas" panose="020B0609020204030204" pitchFamily="49" charset="0"/>
              </a:rPr>
              <a:t>SecondInterface</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77AA"/>
                </a:solidFill>
                <a:effectLst/>
                <a:latin typeface="Consolas" panose="020B0609020204030204" pitchFamily="49" charset="0"/>
              </a:rPr>
              <a:t>public</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0077AA"/>
                </a:solidFill>
                <a:effectLst/>
                <a:latin typeface="Consolas" panose="020B0609020204030204" pitchFamily="49" charset="0"/>
              </a:rPr>
              <a:t>void</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err="1">
                <a:ln>
                  <a:noFill/>
                </a:ln>
                <a:solidFill>
                  <a:srgbClr val="DD4A68"/>
                </a:solidFill>
                <a:effectLst/>
                <a:latin typeface="Consolas" panose="020B0609020204030204" pitchFamily="49" charset="0"/>
              </a:rPr>
              <a:t>myOtherMethod</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708090"/>
                </a:solidFill>
                <a:effectLst/>
                <a:latin typeface="Consolas" panose="020B0609020204030204" pitchFamily="49" charset="0"/>
              </a:rPr>
              <a:t>// interface method</a:t>
            </a:r>
            <a:r>
              <a:rPr kumimoji="0" lang="en-US" altLang="en-US"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708090"/>
                </a:solidFill>
                <a:effectLst/>
                <a:latin typeface="Consolas" panose="020B0609020204030204" pitchFamily="49" charset="0"/>
              </a:rPr>
              <a:t>// </a:t>
            </a:r>
            <a:r>
              <a:rPr kumimoji="0" lang="en-US" altLang="en-US" b="0" i="0" u="none" strike="noStrike" cap="none" normalizeH="0" baseline="0" dirty="0" err="1">
                <a:ln>
                  <a:noFill/>
                </a:ln>
                <a:solidFill>
                  <a:srgbClr val="708090"/>
                </a:solidFill>
                <a:effectLst/>
                <a:latin typeface="Consolas" panose="020B0609020204030204" pitchFamily="49" charset="0"/>
              </a:rPr>
              <a:t>DemoClass</a:t>
            </a:r>
            <a:r>
              <a:rPr kumimoji="0" lang="en-US" altLang="en-US" b="0" i="0" u="none" strike="noStrike" cap="none" normalizeH="0" baseline="0" dirty="0">
                <a:ln>
                  <a:noFill/>
                </a:ln>
                <a:solidFill>
                  <a:srgbClr val="708090"/>
                </a:solidFill>
                <a:effectLst/>
                <a:latin typeface="Consolas" panose="020B0609020204030204" pitchFamily="49" charset="0"/>
              </a:rPr>
              <a:t> "implements" </a:t>
            </a:r>
            <a:r>
              <a:rPr kumimoji="0" lang="en-US" altLang="en-US" b="0" i="0" u="none" strike="noStrike" cap="none" normalizeH="0" baseline="0" dirty="0" err="1">
                <a:ln>
                  <a:noFill/>
                </a:ln>
                <a:solidFill>
                  <a:srgbClr val="708090"/>
                </a:solidFill>
                <a:effectLst/>
                <a:latin typeface="Consolas" panose="020B0609020204030204" pitchFamily="49" charset="0"/>
              </a:rPr>
              <a:t>FirstInterface</a:t>
            </a:r>
            <a:r>
              <a:rPr kumimoji="0" lang="en-US" altLang="en-US" b="0" i="0" u="none" strike="noStrike" cap="none" normalizeH="0" baseline="0" dirty="0">
                <a:ln>
                  <a:noFill/>
                </a:ln>
                <a:solidFill>
                  <a:srgbClr val="708090"/>
                </a:solidFill>
                <a:effectLst/>
                <a:latin typeface="Consolas" panose="020B0609020204030204" pitchFamily="49" charset="0"/>
              </a:rPr>
              <a:t> and </a:t>
            </a:r>
            <a:r>
              <a:rPr kumimoji="0" lang="en-US" altLang="en-US" b="0" i="0" u="none" strike="noStrike" cap="none" normalizeH="0" baseline="0" dirty="0" err="1">
                <a:ln>
                  <a:noFill/>
                </a:ln>
                <a:solidFill>
                  <a:srgbClr val="708090"/>
                </a:solidFill>
                <a:effectLst/>
                <a:latin typeface="Consolas" panose="020B0609020204030204" pitchFamily="49" charset="0"/>
              </a:rPr>
              <a:t>SecondInterface</a:t>
            </a:r>
            <a:r>
              <a:rPr kumimoji="0" lang="en-US" altLang="en-US"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rgbClr val="000000"/>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77AA"/>
                </a:solidFill>
                <a:effectLst/>
                <a:latin typeface="Consolas" panose="020B0609020204030204" pitchFamily="49" charset="0"/>
              </a:rPr>
              <a:t>class</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err="1">
                <a:ln>
                  <a:noFill/>
                </a:ln>
                <a:solidFill>
                  <a:srgbClr val="DD4A68"/>
                </a:solidFill>
                <a:effectLst/>
                <a:latin typeface="Consolas" panose="020B0609020204030204" pitchFamily="49" charset="0"/>
              </a:rPr>
              <a:t>DemoClass</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0077AA"/>
                </a:solidFill>
                <a:effectLst/>
                <a:latin typeface="Consolas" panose="020B0609020204030204" pitchFamily="49" charset="0"/>
              </a:rPr>
              <a:t>implements</a:t>
            </a:r>
            <a:r>
              <a:rPr kumimoji="0" lang="en-US" altLang="en-US" b="1" i="0" u="none" strike="noStrike" cap="none" normalizeH="0" baseline="0" dirty="0">
                <a:ln>
                  <a:noFill/>
                </a:ln>
                <a:solidFill>
                  <a:srgbClr val="000000"/>
                </a:solidFill>
                <a:effectLst/>
                <a:latin typeface="Consolas" panose="020B0609020204030204" pitchFamily="49" charset="0"/>
              </a:rPr>
              <a:t> </a:t>
            </a:r>
            <a:r>
              <a:rPr kumimoji="0" lang="en-US" altLang="en-US" b="1" i="0" u="none" strike="noStrike" cap="none" normalizeH="0" baseline="0" dirty="0" err="1">
                <a:ln>
                  <a:noFill/>
                </a:ln>
                <a:solidFill>
                  <a:srgbClr val="DD4A68"/>
                </a:solidFill>
                <a:effectLst/>
                <a:latin typeface="Consolas" panose="020B0609020204030204" pitchFamily="49" charset="0"/>
              </a:rPr>
              <a:t>FirstInterface</a:t>
            </a:r>
            <a:r>
              <a:rPr kumimoji="0" lang="en-US" altLang="en-US" b="1" i="0" u="none" strike="noStrike" cap="none" normalizeH="0" baseline="0" dirty="0">
                <a:ln>
                  <a:noFill/>
                </a:ln>
                <a:solidFill>
                  <a:srgbClr val="999999"/>
                </a:solidFill>
                <a:effectLst/>
                <a:latin typeface="Consolas" panose="020B0609020204030204" pitchFamily="49" charset="0"/>
              </a:rPr>
              <a:t>,</a:t>
            </a:r>
            <a:r>
              <a:rPr kumimoji="0" lang="en-US" altLang="en-US" b="1" i="0" u="none" strike="noStrike" cap="none" normalizeH="0" baseline="0" dirty="0">
                <a:ln>
                  <a:noFill/>
                </a:ln>
                <a:solidFill>
                  <a:srgbClr val="000000"/>
                </a:solidFill>
                <a:effectLst/>
                <a:latin typeface="Consolas" panose="020B0609020204030204" pitchFamily="49" charset="0"/>
              </a:rPr>
              <a:t> </a:t>
            </a:r>
            <a:r>
              <a:rPr kumimoji="0" lang="en-US" altLang="en-US" b="1" i="0" u="none" strike="noStrike" cap="none" normalizeH="0" baseline="0" dirty="0" err="1">
                <a:ln>
                  <a:noFill/>
                </a:ln>
                <a:solidFill>
                  <a:srgbClr val="DD4A68"/>
                </a:solidFill>
                <a:effectLst/>
                <a:latin typeface="Consolas" panose="020B0609020204030204" pitchFamily="49" charset="0"/>
              </a:rPr>
              <a:t>SecondInterface</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77AA"/>
                </a:solidFill>
                <a:effectLst/>
                <a:latin typeface="Consolas" panose="020B0609020204030204" pitchFamily="49" charset="0"/>
              </a:rPr>
              <a:t>public</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0077AA"/>
                </a:solidFill>
                <a:effectLst/>
                <a:latin typeface="Consolas" panose="020B0609020204030204" pitchFamily="49" charset="0"/>
              </a:rPr>
              <a:t>void</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err="1">
                <a:ln>
                  <a:noFill/>
                </a:ln>
                <a:solidFill>
                  <a:srgbClr val="DD4A68"/>
                </a:solidFill>
                <a:effectLst/>
                <a:latin typeface="Consolas" panose="020B0609020204030204" pitchFamily="49" charset="0"/>
              </a:rPr>
              <a:t>myMethod</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rgbClr val="DD4A68"/>
                </a:solidFill>
                <a:effectLst/>
                <a:latin typeface="Consolas" panose="020B0609020204030204" pitchFamily="49" charset="0"/>
              </a:rPr>
              <a:t>System</a:t>
            </a:r>
            <a:r>
              <a:rPr kumimoji="0" lang="en-US" altLang="en-US" b="0" i="0" u="none" strike="noStrike" cap="none" normalizeH="0" baseline="0" dirty="0" err="1">
                <a:ln>
                  <a:noFill/>
                </a:ln>
                <a:solidFill>
                  <a:srgbClr val="999999"/>
                </a:solidFill>
                <a:effectLst/>
                <a:latin typeface="Consolas" panose="020B0609020204030204" pitchFamily="49" charset="0"/>
              </a:rPr>
              <a:t>.</a:t>
            </a:r>
            <a:r>
              <a:rPr kumimoji="0" lang="en-US" altLang="en-US" b="0" i="0" u="none" strike="noStrike" cap="none" normalizeH="0" baseline="0" dirty="0" err="1">
                <a:ln>
                  <a:noFill/>
                </a:ln>
                <a:solidFill>
                  <a:srgbClr val="000000"/>
                </a:solidFill>
                <a:effectLst/>
                <a:latin typeface="Consolas" panose="020B0609020204030204" pitchFamily="49" charset="0"/>
              </a:rPr>
              <a:t>out</a:t>
            </a:r>
            <a:r>
              <a:rPr kumimoji="0" lang="en-US" altLang="en-US" b="0" i="0" u="none" strike="noStrike" cap="none" normalizeH="0" baseline="0" dirty="0" err="1">
                <a:ln>
                  <a:noFill/>
                </a:ln>
                <a:solidFill>
                  <a:srgbClr val="999999"/>
                </a:solidFill>
                <a:effectLst/>
                <a:latin typeface="Consolas" panose="020B0609020204030204" pitchFamily="49" charset="0"/>
              </a:rPr>
              <a:t>.</a:t>
            </a:r>
            <a:r>
              <a:rPr kumimoji="0" lang="en-US" altLang="en-US" b="0" i="0" u="none" strike="noStrike" cap="none" normalizeH="0" baseline="0" dirty="0" err="1">
                <a:ln>
                  <a:noFill/>
                </a:ln>
                <a:solidFill>
                  <a:srgbClr val="DD4A68"/>
                </a:solidFill>
                <a:effectLst/>
                <a:latin typeface="Consolas" panose="020B0609020204030204" pitchFamily="49" charset="0"/>
              </a:rPr>
              <a:t>println</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669900"/>
                </a:solidFill>
                <a:effectLst/>
                <a:latin typeface="Consolas" panose="020B0609020204030204" pitchFamily="49" charset="0"/>
              </a:rPr>
              <a:t>"Some text.."</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77AA"/>
                </a:solidFill>
                <a:effectLst/>
                <a:latin typeface="Consolas" panose="020B0609020204030204" pitchFamily="49" charset="0"/>
              </a:rPr>
              <a:t>public</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0077AA"/>
                </a:solidFill>
                <a:effectLst/>
                <a:latin typeface="Consolas" panose="020B0609020204030204" pitchFamily="49" charset="0"/>
              </a:rPr>
              <a:t>void</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err="1">
                <a:ln>
                  <a:noFill/>
                </a:ln>
                <a:solidFill>
                  <a:srgbClr val="DD4A68"/>
                </a:solidFill>
                <a:effectLst/>
                <a:latin typeface="Consolas" panose="020B0609020204030204" pitchFamily="49" charset="0"/>
              </a:rPr>
              <a:t>myOtherMethod</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rgbClr val="DD4A68"/>
                </a:solidFill>
                <a:effectLst/>
                <a:latin typeface="Consolas" panose="020B0609020204030204" pitchFamily="49" charset="0"/>
              </a:rPr>
              <a:t>System</a:t>
            </a:r>
            <a:r>
              <a:rPr kumimoji="0" lang="en-US" altLang="en-US" b="0" i="0" u="none" strike="noStrike" cap="none" normalizeH="0" baseline="0" dirty="0" err="1">
                <a:ln>
                  <a:noFill/>
                </a:ln>
                <a:solidFill>
                  <a:srgbClr val="999999"/>
                </a:solidFill>
                <a:effectLst/>
                <a:latin typeface="Consolas" panose="020B0609020204030204" pitchFamily="49" charset="0"/>
              </a:rPr>
              <a:t>.</a:t>
            </a:r>
            <a:r>
              <a:rPr kumimoji="0" lang="en-US" altLang="en-US" b="0" i="0" u="none" strike="noStrike" cap="none" normalizeH="0" baseline="0" dirty="0" err="1">
                <a:ln>
                  <a:noFill/>
                </a:ln>
                <a:solidFill>
                  <a:srgbClr val="000000"/>
                </a:solidFill>
                <a:effectLst/>
                <a:latin typeface="Consolas" panose="020B0609020204030204" pitchFamily="49" charset="0"/>
              </a:rPr>
              <a:t>out</a:t>
            </a:r>
            <a:r>
              <a:rPr kumimoji="0" lang="en-US" altLang="en-US" b="0" i="0" u="none" strike="noStrike" cap="none" normalizeH="0" baseline="0" dirty="0" err="1">
                <a:ln>
                  <a:noFill/>
                </a:ln>
                <a:solidFill>
                  <a:srgbClr val="999999"/>
                </a:solidFill>
                <a:effectLst/>
                <a:latin typeface="Consolas" panose="020B0609020204030204" pitchFamily="49" charset="0"/>
              </a:rPr>
              <a:t>.</a:t>
            </a:r>
            <a:r>
              <a:rPr kumimoji="0" lang="en-US" altLang="en-US" b="0" i="0" u="none" strike="noStrike" cap="none" normalizeH="0" baseline="0" dirty="0" err="1">
                <a:ln>
                  <a:noFill/>
                </a:ln>
                <a:solidFill>
                  <a:srgbClr val="DD4A68"/>
                </a:solidFill>
                <a:effectLst/>
                <a:latin typeface="Consolas" panose="020B0609020204030204" pitchFamily="49" charset="0"/>
              </a:rPr>
              <a:t>println</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669900"/>
                </a:solidFill>
                <a:effectLst/>
                <a:latin typeface="Consolas" panose="020B0609020204030204" pitchFamily="49" charset="0"/>
              </a:rPr>
              <a:t>"Some other text..."</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77AA"/>
                </a:solidFill>
                <a:effectLst/>
                <a:latin typeface="Consolas" panose="020B0609020204030204" pitchFamily="49" charset="0"/>
              </a:rPr>
              <a:t>class</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err="1">
                <a:ln>
                  <a:noFill/>
                </a:ln>
                <a:solidFill>
                  <a:srgbClr val="DD4A68"/>
                </a:solidFill>
                <a:effectLst/>
                <a:latin typeface="Consolas" panose="020B0609020204030204" pitchFamily="49" charset="0"/>
              </a:rPr>
              <a:t>MyMainClass</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77AA"/>
                </a:solidFill>
                <a:effectLst/>
                <a:latin typeface="Consolas" panose="020B0609020204030204" pitchFamily="49" charset="0"/>
              </a:rPr>
              <a:t>public</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0077AA"/>
                </a:solidFill>
                <a:effectLst/>
                <a:latin typeface="Consolas" panose="020B0609020204030204" pitchFamily="49" charset="0"/>
              </a:rPr>
              <a:t>static</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0077AA"/>
                </a:solidFill>
                <a:effectLst/>
                <a:latin typeface="Consolas" panose="020B0609020204030204" pitchFamily="49" charset="0"/>
              </a:rPr>
              <a:t>void</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DD4A68"/>
                </a:solidFill>
                <a:effectLst/>
                <a:latin typeface="Consolas" panose="020B0609020204030204" pitchFamily="49" charset="0"/>
              </a:rPr>
              <a:t>main</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DD4A68"/>
                </a:solidFill>
                <a:effectLst/>
                <a:latin typeface="Consolas" panose="020B0609020204030204" pitchFamily="49" charset="0"/>
              </a:rPr>
              <a:t>String</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err="1">
                <a:ln>
                  <a:noFill/>
                </a:ln>
                <a:solidFill>
                  <a:srgbClr val="000000"/>
                </a:solidFill>
                <a:effectLst/>
                <a:latin typeface="Consolas" panose="020B0609020204030204" pitchFamily="49" charset="0"/>
              </a:rPr>
              <a:t>args</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rgbClr val="DD4A68"/>
                </a:solidFill>
                <a:effectLst/>
                <a:latin typeface="Consolas" panose="020B0609020204030204" pitchFamily="49" charset="0"/>
              </a:rPr>
              <a:t>DemoClass</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err="1">
                <a:ln>
                  <a:noFill/>
                </a:ln>
                <a:solidFill>
                  <a:srgbClr val="000000"/>
                </a:solidFill>
                <a:effectLst/>
                <a:latin typeface="Consolas" panose="020B0609020204030204" pitchFamily="49" charset="0"/>
              </a:rPr>
              <a:t>myObj</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9A6E3A"/>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0077AA"/>
                </a:solidFill>
                <a:effectLst/>
                <a:latin typeface="Consolas" panose="020B0609020204030204" pitchFamily="49" charset="0"/>
              </a:rPr>
              <a:t>new</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err="1">
                <a:ln>
                  <a:noFill/>
                </a:ln>
                <a:solidFill>
                  <a:srgbClr val="DD4A68"/>
                </a:solidFill>
                <a:effectLst/>
                <a:latin typeface="Consolas" panose="020B0609020204030204" pitchFamily="49" charset="0"/>
              </a:rPr>
              <a:t>DemoClass</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rgbClr val="000000"/>
                </a:solidFill>
                <a:effectLst/>
                <a:latin typeface="Consolas" panose="020B0609020204030204" pitchFamily="49" charset="0"/>
              </a:rPr>
              <a:t>myObj</a:t>
            </a:r>
            <a:r>
              <a:rPr kumimoji="0" lang="en-US" altLang="en-US" b="0" i="0" u="none" strike="noStrike" cap="none" normalizeH="0" baseline="0" dirty="0" err="1">
                <a:ln>
                  <a:noFill/>
                </a:ln>
                <a:solidFill>
                  <a:srgbClr val="999999"/>
                </a:solidFill>
                <a:effectLst/>
                <a:latin typeface="Consolas" panose="020B0609020204030204" pitchFamily="49" charset="0"/>
              </a:rPr>
              <a:t>.</a:t>
            </a:r>
            <a:r>
              <a:rPr kumimoji="0" lang="en-US" altLang="en-US" b="0" i="0" u="none" strike="noStrike" cap="none" normalizeH="0" baseline="0" dirty="0" err="1">
                <a:ln>
                  <a:noFill/>
                </a:ln>
                <a:solidFill>
                  <a:srgbClr val="DD4A68"/>
                </a:solidFill>
                <a:effectLst/>
                <a:latin typeface="Consolas" panose="020B0609020204030204" pitchFamily="49" charset="0"/>
              </a:rPr>
              <a:t>myMethod</a:t>
            </a:r>
            <a:r>
              <a:rPr kumimoji="0" lang="en-US" altLang="en-US" b="0" i="0" u="none" strike="noStrike" cap="none" normalizeH="0" baseline="0" dirty="0">
                <a:ln>
                  <a:noFill/>
                </a:ln>
                <a:solidFill>
                  <a:srgbClr val="999999"/>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err="1">
                <a:ln>
                  <a:noFill/>
                </a:ln>
                <a:solidFill>
                  <a:srgbClr val="000000"/>
                </a:solidFill>
                <a:effectLst/>
                <a:latin typeface="Consolas" panose="020B0609020204030204" pitchFamily="49" charset="0"/>
              </a:rPr>
              <a:t>myObj</a:t>
            </a:r>
            <a:r>
              <a:rPr kumimoji="0" lang="en-US" altLang="en-US" b="0" i="0" u="none" strike="noStrike" cap="none" normalizeH="0" baseline="0" dirty="0" err="1">
                <a:ln>
                  <a:noFill/>
                </a:ln>
                <a:solidFill>
                  <a:srgbClr val="999999"/>
                </a:solidFill>
                <a:effectLst/>
                <a:latin typeface="Consolas" panose="020B0609020204030204" pitchFamily="49" charset="0"/>
              </a:rPr>
              <a:t>.</a:t>
            </a:r>
            <a:r>
              <a:rPr kumimoji="0" lang="en-US" altLang="en-US" b="0" i="0" u="none" strike="noStrike" cap="none" normalizeH="0" baseline="0" dirty="0" err="1">
                <a:ln>
                  <a:noFill/>
                </a:ln>
                <a:solidFill>
                  <a:srgbClr val="DD4A68"/>
                </a:solidFill>
                <a:effectLst/>
                <a:latin typeface="Consolas" panose="020B0609020204030204" pitchFamily="49" charset="0"/>
              </a:rPr>
              <a:t>myOtherMethod</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rPr>
              <a:t> </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chemeClr val="tx1"/>
                </a:solidFill>
                <a:effectLst/>
              </a:rPr>
              <a:t>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1650916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7E33D9-6781-4829-B43F-1335B43A5FAB}"/>
              </a:ext>
            </a:extLst>
          </p:cNvPr>
          <p:cNvSpPr>
            <a:spLocks noGrp="1"/>
          </p:cNvSpPr>
          <p:nvPr>
            <p:ph idx="1"/>
          </p:nvPr>
        </p:nvSpPr>
        <p:spPr/>
        <p:txBody>
          <a:bodyPr/>
          <a:lstStyle/>
          <a:p>
            <a:pPr marL="852482" indent="-742950" eaLnBrk="1" hangingPunct="1">
              <a:spcBef>
                <a:spcPts val="1800"/>
              </a:spcBef>
              <a:buFont typeface="+mj-lt"/>
              <a:buAutoNum type="arabicPeriod"/>
              <a:defRPr/>
            </a:pPr>
            <a:r>
              <a:rPr lang="en-US" sz="2800" dirty="0">
                <a:highlight>
                  <a:srgbClr val="00FF00"/>
                </a:highlight>
              </a:rPr>
              <a:t>Create one additional interface in the </a:t>
            </a:r>
            <a:r>
              <a:rPr lang="en-US" dirty="0">
                <a:highlight>
                  <a:srgbClr val="00FF00"/>
                </a:highlight>
              </a:rPr>
              <a:t>program with its own method</a:t>
            </a:r>
            <a:r>
              <a:rPr lang="en-US" sz="2800" dirty="0">
                <a:highlight>
                  <a:srgbClr val="00FF00"/>
                </a:highlight>
              </a:rPr>
              <a:t> and at least one additional concrete class. </a:t>
            </a:r>
          </a:p>
          <a:p>
            <a:pPr marL="852482" indent="-742950" eaLnBrk="1" hangingPunct="1">
              <a:spcBef>
                <a:spcPts val="1800"/>
              </a:spcBef>
              <a:buFont typeface="+mj-lt"/>
              <a:buAutoNum type="arabicPeriod"/>
              <a:defRPr/>
            </a:pPr>
            <a:r>
              <a:rPr lang="en-US" dirty="0">
                <a:highlight>
                  <a:srgbClr val="00FF00"/>
                </a:highlight>
              </a:rPr>
              <a:t>Let the </a:t>
            </a:r>
            <a:r>
              <a:rPr kumimoji="0" lang="en-US" altLang="en-US" b="0" i="0" u="none" strike="noStrike" cap="none" normalizeH="0" baseline="0" dirty="0" err="1">
                <a:ln>
                  <a:noFill/>
                </a:ln>
                <a:solidFill>
                  <a:srgbClr val="DD4A68"/>
                </a:solidFill>
                <a:effectLst/>
                <a:latin typeface="Consolas" panose="020B0609020204030204" pitchFamily="49" charset="0"/>
              </a:rPr>
              <a:t>DemoClass</a:t>
            </a:r>
            <a:r>
              <a:rPr kumimoji="0" lang="en-US" altLang="en-US" b="0" i="0" u="none" strike="noStrike" cap="none" normalizeH="0" baseline="0" dirty="0">
                <a:ln>
                  <a:noFill/>
                </a:ln>
                <a:solidFill>
                  <a:srgbClr val="DD4A68"/>
                </a:solidFill>
                <a:effectLst/>
                <a:latin typeface="Consolas" panose="020B0609020204030204" pitchFamily="49" charset="0"/>
              </a:rPr>
              <a:t> and </a:t>
            </a:r>
            <a:r>
              <a:rPr lang="en-US" dirty="0">
                <a:highlight>
                  <a:srgbClr val="00FF00"/>
                </a:highlight>
              </a:rPr>
              <a:t>the new class you created implement ALL the interfaces (including the new one) </a:t>
            </a:r>
            <a:endParaRPr lang="en-US" sz="2800" dirty="0">
              <a:highlight>
                <a:srgbClr val="00FF00"/>
              </a:highlight>
            </a:endParaRPr>
          </a:p>
          <a:p>
            <a:pPr marL="852482" indent="-742950" eaLnBrk="1" hangingPunct="1">
              <a:spcBef>
                <a:spcPts val="1800"/>
              </a:spcBef>
              <a:buFont typeface="+mj-lt"/>
              <a:buAutoNum type="arabicPeriod"/>
              <a:defRPr/>
            </a:pPr>
            <a:r>
              <a:rPr lang="en-US" sz="2800" dirty="0">
                <a:highlight>
                  <a:srgbClr val="00FF00"/>
                </a:highlight>
              </a:rPr>
              <a:t>Create their objects as shown in the example above e.g.</a:t>
            </a:r>
          </a:p>
          <a:p>
            <a:pPr marL="365120" lvl="1" indent="0">
              <a:spcBef>
                <a:spcPts val="1800"/>
              </a:spcBef>
              <a:buNone/>
              <a:defRPr/>
            </a:pPr>
            <a:endParaRPr lang="en-US" dirty="0">
              <a:highlight>
                <a:srgbClr val="00FF00"/>
              </a:highlight>
            </a:endParaRPr>
          </a:p>
          <a:p>
            <a:pPr marL="365120" lvl="1" indent="0">
              <a:spcBef>
                <a:spcPts val="1800"/>
              </a:spcBef>
              <a:buNone/>
              <a:defRPr/>
            </a:pPr>
            <a:r>
              <a:rPr lang="en-US" sz="2400"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	</a:t>
            </a:r>
            <a:r>
              <a:rPr lang="en-US" sz="2400" dirty="0" err="1">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myCow</a:t>
            </a:r>
            <a:r>
              <a:rPr lang="en-US" sz="2400"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 = </a:t>
            </a:r>
            <a:r>
              <a:rPr lang="en-US" sz="2400"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new </a:t>
            </a:r>
            <a:r>
              <a:rPr lang="en-US" sz="2400"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Cow()</a:t>
            </a:r>
            <a:r>
              <a:rPr lang="en-US" sz="2400"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  </a:t>
            </a:r>
            <a:r>
              <a:rPr lang="en-US" sz="2400" dirty="0">
                <a:solidFill>
                  <a:srgbClr val="808080"/>
                </a:solidFill>
                <a:latin typeface="Courier New" panose="02070309020205020404" pitchFamily="49" charset="0"/>
                <a:ea typeface="Times New Roman" panose="02020603050405020304" pitchFamily="18" charset="0"/>
                <a:cs typeface="Times New Roman" panose="02020603050405020304" pitchFamily="18" charset="0"/>
              </a:rPr>
              <a:t>// Create a Cow object</a:t>
            </a:r>
            <a:br>
              <a:rPr lang="en-US" sz="2400" dirty="0">
                <a:solidFill>
                  <a:srgbClr val="808080"/>
                </a:solidFill>
                <a:latin typeface="Courier New" panose="02070309020205020404" pitchFamily="49" charset="0"/>
                <a:ea typeface="Times New Roman" panose="02020603050405020304" pitchFamily="18" charset="0"/>
                <a:cs typeface="Times New Roman" panose="02020603050405020304" pitchFamily="18" charset="0"/>
              </a:rPr>
            </a:br>
            <a:r>
              <a:rPr lang="en-US" sz="2400" dirty="0">
                <a:solidFill>
                  <a:srgbClr val="808080"/>
                </a:solidFill>
                <a:latin typeface="Courier New" panose="02070309020205020404" pitchFamily="49" charset="0"/>
                <a:ea typeface="Times New Roman" panose="02020603050405020304" pitchFamily="18" charset="0"/>
                <a:cs typeface="Times New Roman" panose="02020603050405020304" pitchFamily="18" charset="0"/>
              </a:rPr>
              <a:t>	</a:t>
            </a:r>
            <a:r>
              <a:rPr lang="en-US" sz="2400"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Animal </a:t>
            </a:r>
            <a:r>
              <a:rPr lang="en-US" sz="2400" dirty="0" err="1">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myCow</a:t>
            </a:r>
            <a:r>
              <a:rPr lang="en-US" sz="2400"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 = </a:t>
            </a:r>
            <a:r>
              <a:rPr lang="en-US" sz="2400"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new </a:t>
            </a:r>
            <a:r>
              <a:rPr lang="en-US" sz="2400"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Cow()</a:t>
            </a:r>
            <a:r>
              <a:rPr lang="en-US" sz="2400" dirty="0">
                <a:solidFill>
                  <a:srgbClr val="CC7832"/>
                </a:solidFill>
                <a:latin typeface="Courier New" panose="02070309020205020404" pitchFamily="49" charset="0"/>
                <a:ea typeface="Times New Roman" panose="02020603050405020304" pitchFamily="18" charset="0"/>
                <a:cs typeface="Times New Roman" panose="02020603050405020304" pitchFamily="18" charset="0"/>
              </a:rPr>
              <a:t>;  </a:t>
            </a:r>
            <a:r>
              <a:rPr lang="en-US" sz="2400" dirty="0">
                <a:solidFill>
                  <a:srgbClr val="808080"/>
                </a:solidFill>
                <a:latin typeface="Courier New" panose="02070309020205020404" pitchFamily="49" charset="0"/>
                <a:ea typeface="Times New Roman" panose="02020603050405020304" pitchFamily="18" charset="0"/>
                <a:cs typeface="Times New Roman" panose="02020603050405020304" pitchFamily="18" charset="0"/>
              </a:rPr>
              <a:t>// Create ALSO a Cow object</a:t>
            </a:r>
            <a:endParaRPr lang="en-US" sz="2400" dirty="0"/>
          </a:p>
          <a:p>
            <a:pPr marL="365120" lvl="1" indent="0">
              <a:spcBef>
                <a:spcPts val="1800"/>
              </a:spcBef>
              <a:buNone/>
              <a:defRPr/>
            </a:pPr>
            <a:endParaRPr lang="en-US" dirty="0">
              <a:highlight>
                <a:srgbClr val="00FF00"/>
              </a:highlight>
            </a:endParaRPr>
          </a:p>
          <a:p>
            <a:pPr marL="109532" indent="0" eaLnBrk="1" hangingPunct="1">
              <a:spcBef>
                <a:spcPts val="800"/>
              </a:spcBef>
              <a:buNone/>
              <a:defRPr/>
            </a:pPr>
            <a:r>
              <a:rPr lang="en-US" sz="2800"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3600" dirty="0">
              <a:highlight>
                <a:srgbClr val="00FF00"/>
              </a:highlight>
            </a:endParaRPr>
          </a:p>
          <a:p>
            <a:pPr marL="852482" indent="-742950" eaLnBrk="1" hangingPunct="1">
              <a:spcBef>
                <a:spcPts val="800"/>
              </a:spcBef>
              <a:buFont typeface="+mj-lt"/>
              <a:buAutoNum type="arabicPeriod"/>
              <a:defRPr/>
            </a:pPr>
            <a:endParaRPr lang="en-US" sz="3600" dirty="0">
              <a:highlight>
                <a:srgbClr val="00FF00"/>
              </a:highlight>
            </a:endParaRPr>
          </a:p>
          <a:p>
            <a:pPr marL="852482" indent="-742950" eaLnBrk="1" hangingPunct="1">
              <a:spcBef>
                <a:spcPts val="800"/>
              </a:spcBef>
              <a:buFont typeface="+mj-lt"/>
              <a:buAutoNum type="arabicPeriod"/>
              <a:defRPr/>
            </a:pPr>
            <a:endParaRPr lang="en-US" sz="3200" u="sng" dirty="0">
              <a:highlight>
                <a:srgbClr val="00FF00"/>
              </a:highlight>
            </a:endParaRPr>
          </a:p>
          <a:p>
            <a:pPr marL="365110" indent="-255578" eaLnBrk="1" hangingPunct="1">
              <a:spcBef>
                <a:spcPts val="800"/>
              </a:spcBef>
              <a:defRPr/>
            </a:pPr>
            <a:endParaRPr lang="en-US" sz="3600" u="sng" dirty="0">
              <a:highlight>
                <a:srgbClr val="00FF00"/>
              </a:highlight>
            </a:endParaRPr>
          </a:p>
          <a:p>
            <a:pPr marL="365110" indent="-255578" eaLnBrk="1" hangingPunct="1">
              <a:defRPr/>
            </a:pPr>
            <a:endParaRPr lang="en-US" dirty="0"/>
          </a:p>
        </p:txBody>
      </p:sp>
      <p:sp>
        <p:nvSpPr>
          <p:cNvPr id="3" name="Title 2">
            <a:extLst>
              <a:ext uri="{FF2B5EF4-FFF2-40B4-BE49-F238E27FC236}">
                <a16:creationId xmlns:a16="http://schemas.microsoft.com/office/drawing/2014/main" id="{0410AE0A-1DA0-48E5-95DB-ACAB55C99987}"/>
              </a:ext>
            </a:extLst>
          </p:cNvPr>
          <p:cNvSpPr>
            <a:spLocks noGrp="1"/>
          </p:cNvSpPr>
          <p:nvPr>
            <p:ph type="title"/>
          </p:nvPr>
        </p:nvSpPr>
        <p:spPr/>
        <p:txBody>
          <a:bodyPr/>
          <a:lstStyle/>
          <a:p>
            <a:pPr eaLnBrk="1" hangingPunct="1">
              <a:defRPr/>
            </a:pPr>
            <a:r>
              <a:rPr lang="en-US" dirty="0">
                <a:highlight>
                  <a:srgbClr val="FFFF00"/>
                </a:highlight>
              </a:rPr>
              <a:t>CLASS ACTIVITIES</a:t>
            </a:r>
          </a:p>
        </p:txBody>
      </p:sp>
    </p:spTree>
    <p:extLst>
      <p:ext uri="{BB962C8B-B14F-4D97-AF65-F5344CB8AC3E}">
        <p14:creationId xmlns:p14="http://schemas.microsoft.com/office/powerpoint/2010/main" val="50508549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38E06-24BB-47E4-A0BD-F54985CA4648}"/>
              </a:ext>
            </a:extLst>
          </p:cNvPr>
          <p:cNvSpPr>
            <a:spLocks noGrp="1"/>
          </p:cNvSpPr>
          <p:nvPr>
            <p:ph type="title"/>
          </p:nvPr>
        </p:nvSpPr>
        <p:spPr/>
        <p:txBody>
          <a:bodyPr/>
          <a:lstStyle/>
          <a:p>
            <a:pPr fontAlgn="auto">
              <a:spcAft>
                <a:spcPts val="0"/>
              </a:spcAft>
              <a:defRPr/>
            </a:pPr>
            <a:r>
              <a:rPr lang="en-US" dirty="0">
                <a:solidFill>
                  <a:srgbClr val="24B5A1"/>
                </a:solidFill>
                <a:latin typeface="Calibri" panose="020F0502020204030204" pitchFamily="34" charset="0"/>
              </a:rPr>
              <a:t>10.9  </a:t>
            </a:r>
            <a:r>
              <a:rPr lang="en-US" dirty="0">
                <a:solidFill>
                  <a:srgbClr val="3380E6"/>
                </a:solidFill>
                <a:latin typeface="Calibri" panose="020F0502020204030204" pitchFamily="34" charset="0"/>
              </a:rPr>
              <a:t>Creating and Using Interfaces</a:t>
            </a:r>
          </a:p>
        </p:txBody>
      </p:sp>
      <p:sp>
        <p:nvSpPr>
          <p:cNvPr id="91139" name="Text Placeholder 2">
            <a:extLst>
              <a:ext uri="{FF2B5EF4-FFF2-40B4-BE49-F238E27FC236}">
                <a16:creationId xmlns:a16="http://schemas.microsoft.com/office/drawing/2014/main" id="{9B7D75E4-EEB3-493F-A7D1-FC1D6EFE231E}"/>
              </a:ext>
            </a:extLst>
          </p:cNvPr>
          <p:cNvSpPr>
            <a:spLocks noGrp="1"/>
          </p:cNvSpPr>
          <p:nvPr>
            <p:ph type="body" idx="1"/>
          </p:nvPr>
        </p:nvSpPr>
        <p:spPr/>
        <p:txBody>
          <a:bodyPr/>
          <a:lstStyle/>
          <a:p>
            <a:pPr eaLnBrk="1" hangingPunct="1">
              <a:lnSpc>
                <a:spcPct val="90000"/>
              </a:lnSpc>
            </a:pPr>
            <a:r>
              <a:rPr lang="en-US" altLang="en-US" sz="2500" dirty="0">
                <a:solidFill>
                  <a:srgbClr val="000000"/>
                </a:solidFill>
              </a:rPr>
              <a:t>Our next example reexamines the payroll system of Section 10.5. </a:t>
            </a:r>
          </a:p>
          <a:p>
            <a:pPr eaLnBrk="1" hangingPunct="1">
              <a:lnSpc>
                <a:spcPct val="90000"/>
              </a:lnSpc>
            </a:pPr>
            <a:r>
              <a:rPr lang="en-US" altLang="en-US" sz="2500" dirty="0">
                <a:solidFill>
                  <a:srgbClr val="000000"/>
                </a:solidFill>
              </a:rPr>
              <a:t>Suppose that the company involved wishes to perform several accounting operations in a single accounts payable application</a:t>
            </a:r>
          </a:p>
          <a:p>
            <a:pPr lvl="1" eaLnBrk="1" hangingPunct="1">
              <a:lnSpc>
                <a:spcPct val="90000"/>
              </a:lnSpc>
            </a:pPr>
            <a:r>
              <a:rPr lang="en-US" altLang="en-US" sz="2100" dirty="0">
                <a:solidFill>
                  <a:srgbClr val="000000"/>
                </a:solidFill>
              </a:rPr>
              <a:t>Calculating the earnings that must be paid to each employee </a:t>
            </a:r>
          </a:p>
          <a:p>
            <a:pPr lvl="1" eaLnBrk="1" hangingPunct="1">
              <a:lnSpc>
                <a:spcPct val="90000"/>
              </a:lnSpc>
            </a:pPr>
            <a:r>
              <a:rPr lang="en-US" altLang="en-US" sz="2100" dirty="0">
                <a:solidFill>
                  <a:srgbClr val="000000"/>
                </a:solidFill>
              </a:rPr>
              <a:t>Calculate the payment due on each of several invoices (i.e., bills for goods purchased)</a:t>
            </a:r>
          </a:p>
          <a:p>
            <a:pPr eaLnBrk="1" hangingPunct="1">
              <a:lnSpc>
                <a:spcPct val="90000"/>
              </a:lnSpc>
            </a:pPr>
            <a:r>
              <a:rPr lang="en-US" altLang="en-US" sz="2500" dirty="0">
                <a:solidFill>
                  <a:srgbClr val="000000"/>
                </a:solidFill>
              </a:rPr>
              <a:t>Both operations have to do with obtaining some kind of payment amount. </a:t>
            </a:r>
          </a:p>
          <a:p>
            <a:pPr lvl="1" eaLnBrk="1" hangingPunct="1">
              <a:lnSpc>
                <a:spcPct val="90000"/>
              </a:lnSpc>
            </a:pPr>
            <a:r>
              <a:rPr lang="en-US" altLang="en-US" sz="2100" dirty="0">
                <a:solidFill>
                  <a:srgbClr val="000000"/>
                </a:solidFill>
              </a:rPr>
              <a:t>For an employee, the payment refers to the employee’s earnings. </a:t>
            </a:r>
          </a:p>
          <a:p>
            <a:pPr lvl="1" eaLnBrk="1" hangingPunct="1">
              <a:lnSpc>
                <a:spcPct val="90000"/>
              </a:lnSpc>
            </a:pPr>
            <a:r>
              <a:rPr lang="en-US" altLang="en-US" sz="2100" dirty="0">
                <a:solidFill>
                  <a:srgbClr val="000000"/>
                </a:solidFill>
              </a:rPr>
              <a:t>For an invoice, the payment refers to the total cost of the goods listed on the invoice. </a:t>
            </a:r>
          </a:p>
        </p:txBody>
      </p:sp>
      <p:sp>
        <p:nvSpPr>
          <p:cNvPr id="4" name="Footer Placeholder 3">
            <a:extLst>
              <a:ext uri="{FF2B5EF4-FFF2-40B4-BE49-F238E27FC236}">
                <a16:creationId xmlns:a16="http://schemas.microsoft.com/office/drawing/2014/main" id="{D2192A5A-C860-44A5-BEF3-2C25A8431413}"/>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373147152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832F7-A0C0-447F-94F4-035C134BED0C}"/>
              </a:ext>
            </a:extLst>
          </p:cNvPr>
          <p:cNvSpPr>
            <a:spLocks noGrp="1"/>
          </p:cNvSpPr>
          <p:nvPr>
            <p:ph type="title"/>
          </p:nvPr>
        </p:nvSpPr>
        <p:spPr/>
        <p:txBody>
          <a:bodyPr>
            <a:normAutofit/>
          </a:bodyPr>
          <a:lstStyle/>
          <a:p>
            <a:pPr fontAlgn="auto">
              <a:spcAft>
                <a:spcPts val="0"/>
              </a:spcAft>
              <a:defRPr/>
            </a:pPr>
            <a:r>
              <a:rPr lang="en-US" dirty="0">
                <a:solidFill>
                  <a:srgbClr val="24B5A1"/>
                </a:solidFill>
                <a:latin typeface="Calibri" panose="020F0502020204030204" pitchFamily="34" charset="0"/>
              </a:rPr>
              <a:t>10.9  </a:t>
            </a:r>
            <a:r>
              <a:rPr lang="en-US" dirty="0">
                <a:solidFill>
                  <a:srgbClr val="3380E6"/>
                </a:solidFill>
                <a:latin typeface="Calibri" panose="020F0502020204030204" pitchFamily="34" charset="0"/>
              </a:rPr>
              <a:t>Creating and Using Interfaces (Cont.)</a:t>
            </a:r>
          </a:p>
        </p:txBody>
      </p:sp>
      <p:sp>
        <p:nvSpPr>
          <p:cNvPr id="93187" name="Text Placeholder 2">
            <a:extLst>
              <a:ext uri="{FF2B5EF4-FFF2-40B4-BE49-F238E27FC236}">
                <a16:creationId xmlns:a16="http://schemas.microsoft.com/office/drawing/2014/main" id="{5465BC3F-77EB-402C-916A-78FAFAF78794}"/>
              </a:ext>
            </a:extLst>
          </p:cNvPr>
          <p:cNvSpPr>
            <a:spLocks noGrp="1"/>
          </p:cNvSpPr>
          <p:nvPr>
            <p:ph type="body" idx="1"/>
          </p:nvPr>
        </p:nvSpPr>
        <p:spPr/>
        <p:txBody>
          <a:bodyPr/>
          <a:lstStyle/>
          <a:p>
            <a:r>
              <a:rPr lang="en-US" altLang="en-US" dirty="0">
                <a:solidFill>
                  <a:srgbClr val="000000"/>
                </a:solidFill>
              </a:rPr>
              <a:t>Example: The controls on a radio serve as an interface between radio users and a radio’s internal components. </a:t>
            </a:r>
          </a:p>
          <a:p>
            <a:pPr lvl="1"/>
            <a:r>
              <a:rPr lang="en-US" altLang="en-US" dirty="0">
                <a:solidFill>
                  <a:srgbClr val="000000"/>
                </a:solidFill>
              </a:rPr>
              <a:t>Can perform only a limited set of operations (e.g., change the station, adjust the volume, choose between AM and FM)</a:t>
            </a:r>
          </a:p>
          <a:p>
            <a:pPr lvl="1"/>
            <a:r>
              <a:rPr lang="en-US" altLang="en-US" dirty="0">
                <a:solidFill>
                  <a:srgbClr val="000000"/>
                </a:solidFill>
              </a:rPr>
              <a:t>Different radios may implement the controls in different ways (e.g., using push buttons, dials, voice commands). </a:t>
            </a:r>
          </a:p>
          <a:p>
            <a:pPr lvl="1"/>
            <a:r>
              <a:rPr lang="en-US" altLang="en-US" dirty="0">
                <a:solidFill>
                  <a:srgbClr val="000000"/>
                </a:solidFill>
              </a:rPr>
              <a:t>The interface specifies </a:t>
            </a:r>
            <a:r>
              <a:rPr lang="en-US" altLang="en-US" i="1" dirty="0">
                <a:solidFill>
                  <a:srgbClr val="000000"/>
                </a:solidFill>
              </a:rPr>
              <a:t>what </a:t>
            </a:r>
            <a:r>
              <a:rPr lang="en-US" altLang="en-US" dirty="0">
                <a:solidFill>
                  <a:srgbClr val="000000"/>
                </a:solidFill>
              </a:rPr>
              <a:t>operations a radio must permit users to perform but does not specify </a:t>
            </a:r>
            <a:r>
              <a:rPr lang="en-US" altLang="en-US" i="1" dirty="0">
                <a:solidFill>
                  <a:srgbClr val="000000"/>
                </a:solidFill>
              </a:rPr>
              <a:t>how </a:t>
            </a:r>
            <a:r>
              <a:rPr lang="en-US" altLang="en-US" dirty="0">
                <a:solidFill>
                  <a:srgbClr val="000000"/>
                </a:solidFill>
              </a:rPr>
              <a:t>the operations are performed. </a:t>
            </a:r>
          </a:p>
        </p:txBody>
      </p:sp>
      <p:sp>
        <p:nvSpPr>
          <p:cNvPr id="4" name="Footer Placeholder 3">
            <a:extLst>
              <a:ext uri="{FF2B5EF4-FFF2-40B4-BE49-F238E27FC236}">
                <a16:creationId xmlns:a16="http://schemas.microsoft.com/office/drawing/2014/main" id="{9B06FFED-B36C-46D1-AC42-AF9F2FD1F711}"/>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113398637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99658-2509-4FAB-BCB0-6E1316C78C1F}"/>
              </a:ext>
            </a:extLst>
          </p:cNvPr>
          <p:cNvSpPr>
            <a:spLocks noGrp="1"/>
          </p:cNvSpPr>
          <p:nvPr>
            <p:ph type="title"/>
          </p:nvPr>
        </p:nvSpPr>
        <p:spPr/>
        <p:txBody>
          <a:bodyPr>
            <a:normAutofit/>
          </a:bodyPr>
          <a:lstStyle/>
          <a:p>
            <a:pPr fontAlgn="auto">
              <a:spcAft>
                <a:spcPts val="0"/>
              </a:spcAft>
              <a:defRPr/>
            </a:pPr>
            <a:r>
              <a:rPr lang="en-US" dirty="0">
                <a:solidFill>
                  <a:srgbClr val="24B5A1"/>
                </a:solidFill>
                <a:latin typeface="Calibri" panose="020F0502020204030204" pitchFamily="34" charset="0"/>
              </a:rPr>
              <a:t>10.9  </a:t>
            </a:r>
            <a:r>
              <a:rPr lang="en-US" dirty="0">
                <a:solidFill>
                  <a:srgbClr val="3380E6"/>
                </a:solidFill>
                <a:latin typeface="Calibri" panose="020F0502020204030204" pitchFamily="34" charset="0"/>
              </a:rPr>
              <a:t>Creating and Using Interfaces (Cont.)</a:t>
            </a:r>
          </a:p>
        </p:txBody>
      </p:sp>
      <p:sp>
        <p:nvSpPr>
          <p:cNvPr id="92163" name="Text Placeholder 2">
            <a:extLst>
              <a:ext uri="{FF2B5EF4-FFF2-40B4-BE49-F238E27FC236}">
                <a16:creationId xmlns:a16="http://schemas.microsoft.com/office/drawing/2014/main" id="{B750B0F0-6E00-4E14-86E3-82C859134ACC}"/>
              </a:ext>
            </a:extLst>
          </p:cNvPr>
          <p:cNvSpPr>
            <a:spLocks noGrp="1"/>
          </p:cNvSpPr>
          <p:nvPr>
            <p:ph type="body" idx="1"/>
          </p:nvPr>
        </p:nvSpPr>
        <p:spPr/>
        <p:txBody>
          <a:bodyPr/>
          <a:lstStyle/>
          <a:p>
            <a:pPr eaLnBrk="1" hangingPunct="1"/>
            <a:r>
              <a:rPr lang="en-US" altLang="en-US" dirty="0">
                <a:solidFill>
                  <a:srgbClr val="0000FF"/>
                </a:solidFill>
              </a:rPr>
              <a:t>Interfaces</a:t>
            </a:r>
            <a:r>
              <a:rPr lang="en-US" altLang="en-US" dirty="0">
                <a:solidFill>
                  <a:srgbClr val="000000"/>
                </a:solidFill>
              </a:rPr>
              <a:t> offer a capability requiring that unrelated classes implement a set of common methods.</a:t>
            </a:r>
          </a:p>
          <a:p>
            <a:pPr eaLnBrk="1" hangingPunct="1"/>
            <a:r>
              <a:rPr lang="en-US" altLang="en-US" dirty="0">
                <a:solidFill>
                  <a:srgbClr val="000000"/>
                </a:solidFill>
              </a:rPr>
              <a:t>Interfaces define and standardize the ways in which things such as people and systems can interact with one another. </a:t>
            </a:r>
          </a:p>
          <a:p>
            <a:endParaRPr lang="en-US" altLang="en-US" dirty="0">
              <a:solidFill>
                <a:srgbClr val="000000"/>
              </a:solidFill>
            </a:endParaRPr>
          </a:p>
        </p:txBody>
      </p:sp>
    </p:spTree>
    <p:extLst>
      <p:ext uri="{BB962C8B-B14F-4D97-AF65-F5344CB8AC3E}">
        <p14:creationId xmlns:p14="http://schemas.microsoft.com/office/powerpoint/2010/main" val="151524309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832F7-A0C0-447F-94F4-035C134BED0C}"/>
              </a:ext>
            </a:extLst>
          </p:cNvPr>
          <p:cNvSpPr>
            <a:spLocks noGrp="1"/>
          </p:cNvSpPr>
          <p:nvPr>
            <p:ph type="title"/>
          </p:nvPr>
        </p:nvSpPr>
        <p:spPr/>
        <p:txBody>
          <a:bodyPr>
            <a:normAutofit/>
          </a:bodyPr>
          <a:lstStyle/>
          <a:p>
            <a:pPr fontAlgn="auto">
              <a:spcAft>
                <a:spcPts val="0"/>
              </a:spcAft>
              <a:defRPr/>
            </a:pPr>
            <a:r>
              <a:rPr lang="en-US" dirty="0">
                <a:solidFill>
                  <a:srgbClr val="24B5A1"/>
                </a:solidFill>
                <a:latin typeface="Calibri" panose="020F0502020204030204" pitchFamily="34" charset="0"/>
              </a:rPr>
              <a:t>10.9  </a:t>
            </a:r>
            <a:r>
              <a:rPr lang="en-US" dirty="0">
                <a:solidFill>
                  <a:srgbClr val="3380E6"/>
                </a:solidFill>
                <a:latin typeface="Calibri" panose="020F0502020204030204" pitchFamily="34" charset="0"/>
              </a:rPr>
              <a:t>Creating and Using Interfaces (Cont.)</a:t>
            </a:r>
          </a:p>
        </p:txBody>
      </p:sp>
      <p:sp>
        <p:nvSpPr>
          <p:cNvPr id="93187" name="Text Placeholder 2">
            <a:extLst>
              <a:ext uri="{FF2B5EF4-FFF2-40B4-BE49-F238E27FC236}">
                <a16:creationId xmlns:a16="http://schemas.microsoft.com/office/drawing/2014/main" id="{5465BC3F-77EB-402C-916A-78FAFAF78794}"/>
              </a:ext>
            </a:extLst>
          </p:cNvPr>
          <p:cNvSpPr>
            <a:spLocks noGrp="1"/>
          </p:cNvSpPr>
          <p:nvPr>
            <p:ph type="body" idx="1"/>
          </p:nvPr>
        </p:nvSpPr>
        <p:spPr/>
        <p:txBody>
          <a:bodyPr/>
          <a:lstStyle/>
          <a:p>
            <a:r>
              <a:rPr lang="en-US" altLang="en-US" dirty="0">
                <a:solidFill>
                  <a:srgbClr val="000000"/>
                </a:solidFill>
              </a:rPr>
              <a:t>Example: </a:t>
            </a:r>
            <a:r>
              <a:rPr lang="en-US" dirty="0"/>
              <a:t>Similarly, in our car analogy, a “basic-driving-capabilities” interface consisting of a steering wheel, an accelerator pedal and a brake pedal would enable a driver to tell the car</a:t>
            </a:r>
            <a:r>
              <a:rPr lang="en-US" i="1" dirty="0"/>
              <a:t> what </a:t>
            </a:r>
            <a:r>
              <a:rPr lang="en-US" dirty="0"/>
              <a:t>to do</a:t>
            </a:r>
          </a:p>
          <a:p>
            <a:pPr lvl="1"/>
            <a:r>
              <a:rPr lang="en-US" dirty="0"/>
              <a:t>Once you know how to use this interface for turning, accelerating and braking, you can drive many types of cars, even though manufacturers may </a:t>
            </a:r>
            <a:r>
              <a:rPr lang="en-US" i="1" dirty="0"/>
              <a:t>implement</a:t>
            </a:r>
            <a:r>
              <a:rPr lang="en-US" dirty="0"/>
              <a:t> these systems </a:t>
            </a:r>
            <a:r>
              <a:rPr lang="en-US" i="1" dirty="0"/>
              <a:t>differently</a:t>
            </a:r>
          </a:p>
          <a:p>
            <a:pPr lvl="1"/>
            <a:r>
              <a:rPr lang="en-US" dirty="0"/>
              <a:t>e.g., there are many types of braking systems—disc brakes, drum brakes, antilock brakes, hydraulic brakes, air brakes and more. </a:t>
            </a:r>
          </a:p>
          <a:p>
            <a:pPr lvl="1"/>
            <a:r>
              <a:rPr lang="en-US" dirty="0"/>
              <a:t>When you press the brake pedal, your car’s actual brake system is irrelevant—all that matters is that the car slows down when you press the brake.</a:t>
            </a:r>
          </a:p>
        </p:txBody>
      </p:sp>
      <p:sp>
        <p:nvSpPr>
          <p:cNvPr id="4" name="Footer Placeholder 3">
            <a:extLst>
              <a:ext uri="{FF2B5EF4-FFF2-40B4-BE49-F238E27FC236}">
                <a16:creationId xmlns:a16="http://schemas.microsoft.com/office/drawing/2014/main" id="{9B06FFED-B36C-46D1-AC42-AF9F2FD1F711}"/>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418451941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E33C1-8BC6-474C-A58B-7C04FCAA36CA}"/>
              </a:ext>
            </a:extLst>
          </p:cNvPr>
          <p:cNvSpPr>
            <a:spLocks noGrp="1"/>
          </p:cNvSpPr>
          <p:nvPr>
            <p:ph type="title"/>
          </p:nvPr>
        </p:nvSpPr>
        <p:spPr>
          <a:xfrm>
            <a:off x="725214" y="0"/>
            <a:ext cx="10972800" cy="1143000"/>
          </a:xfrm>
        </p:spPr>
        <p:txBody>
          <a:bodyPr>
            <a:normAutofit/>
          </a:bodyPr>
          <a:lstStyle/>
          <a:p>
            <a:pPr fontAlgn="auto">
              <a:spcAft>
                <a:spcPts val="0"/>
              </a:spcAft>
              <a:defRPr/>
            </a:pPr>
            <a:r>
              <a:rPr lang="en-US" dirty="0">
                <a:solidFill>
                  <a:srgbClr val="24B5A1"/>
                </a:solidFill>
                <a:latin typeface="Calibri" panose="020F0502020204030204" pitchFamily="34" charset="0"/>
              </a:rPr>
              <a:t>10.9  </a:t>
            </a:r>
            <a:r>
              <a:rPr lang="en-US" dirty="0">
                <a:solidFill>
                  <a:srgbClr val="3380E6"/>
                </a:solidFill>
                <a:latin typeface="Calibri" panose="020F0502020204030204" pitchFamily="34" charset="0"/>
              </a:rPr>
              <a:t>Creating and Using Interfaces (Cont.)</a:t>
            </a:r>
          </a:p>
        </p:txBody>
      </p:sp>
      <p:sp>
        <p:nvSpPr>
          <p:cNvPr id="94211" name="Text Placeholder 2">
            <a:extLst>
              <a:ext uri="{FF2B5EF4-FFF2-40B4-BE49-F238E27FC236}">
                <a16:creationId xmlns:a16="http://schemas.microsoft.com/office/drawing/2014/main" id="{3118803C-848D-4C92-9DD0-132FC5FA5F8C}"/>
              </a:ext>
            </a:extLst>
          </p:cNvPr>
          <p:cNvSpPr>
            <a:spLocks noGrp="1"/>
          </p:cNvSpPr>
          <p:nvPr>
            <p:ph type="body" idx="1"/>
          </p:nvPr>
        </p:nvSpPr>
        <p:spPr>
          <a:xfrm>
            <a:off x="609600" y="1018683"/>
            <a:ext cx="10972800" cy="4525962"/>
          </a:xfrm>
        </p:spPr>
        <p:txBody>
          <a:bodyPr/>
          <a:lstStyle/>
          <a:p>
            <a:r>
              <a:rPr lang="en-US" altLang="en-US" dirty="0">
                <a:solidFill>
                  <a:srgbClr val="000000"/>
                </a:solidFill>
              </a:rPr>
              <a:t>A Java interface describes a set of methods that can be called on an object. </a:t>
            </a:r>
          </a:p>
          <a:p>
            <a:pPr eaLnBrk="1" hangingPunct="1"/>
            <a:r>
              <a:rPr lang="en-US" altLang="en-US" dirty="0">
                <a:solidFill>
                  <a:srgbClr val="000000"/>
                </a:solidFill>
              </a:rPr>
              <a:t>An </a:t>
            </a:r>
            <a:r>
              <a:rPr lang="en-US" altLang="en-US" dirty="0">
                <a:solidFill>
                  <a:srgbClr val="0000FF"/>
                </a:solidFill>
              </a:rPr>
              <a:t>interface declaration</a:t>
            </a:r>
            <a:r>
              <a:rPr lang="en-US" altLang="en-US" dirty="0">
                <a:solidFill>
                  <a:srgbClr val="000000"/>
                </a:solidFill>
              </a:rPr>
              <a:t> begins with the keyword </a:t>
            </a:r>
            <a:r>
              <a:rPr lang="en-US" altLang="en-US" dirty="0">
                <a:solidFill>
                  <a:srgbClr val="0000FF"/>
                </a:solidFill>
                <a:latin typeface="Consolas" panose="020B0609020204030204" pitchFamily="49" charset="0"/>
              </a:rPr>
              <a:t>interface</a:t>
            </a:r>
            <a:r>
              <a:rPr lang="en-US" altLang="en-US" dirty="0">
                <a:solidFill>
                  <a:srgbClr val="000000"/>
                </a:solidFill>
              </a:rPr>
              <a:t> and contains only constants and </a:t>
            </a:r>
            <a:r>
              <a:rPr lang="en-US" altLang="en-US" dirty="0">
                <a:solidFill>
                  <a:srgbClr val="000000"/>
                </a:solidFill>
                <a:latin typeface="Consolas" panose="020B0609020204030204" pitchFamily="49" charset="0"/>
              </a:rPr>
              <a:t>abstract</a:t>
            </a:r>
            <a:r>
              <a:rPr lang="en-US" altLang="en-US" dirty="0">
                <a:solidFill>
                  <a:srgbClr val="000000"/>
                </a:solidFill>
              </a:rPr>
              <a:t> methods. </a:t>
            </a:r>
          </a:p>
          <a:p>
            <a:pPr lvl="1" eaLnBrk="1" hangingPunct="1"/>
            <a:r>
              <a:rPr lang="en-US" altLang="en-US" dirty="0">
                <a:solidFill>
                  <a:srgbClr val="000000"/>
                </a:solidFill>
              </a:rPr>
              <a:t>All interface members </a:t>
            </a:r>
            <a:r>
              <a:rPr lang="en-US" altLang="en-US" i="1" dirty="0">
                <a:solidFill>
                  <a:srgbClr val="000000"/>
                </a:solidFill>
              </a:rPr>
              <a:t>must</a:t>
            </a:r>
            <a:r>
              <a:rPr lang="en-US" altLang="en-US" dirty="0">
                <a:solidFill>
                  <a:srgbClr val="000000"/>
                </a:solidFill>
              </a:rPr>
              <a:t> be </a:t>
            </a:r>
            <a:r>
              <a:rPr lang="en-US" altLang="en-US" dirty="0">
                <a:solidFill>
                  <a:srgbClr val="000000"/>
                </a:solidFill>
                <a:latin typeface="Consolas" panose="020B0609020204030204" pitchFamily="49" charset="0"/>
              </a:rPr>
              <a:t>public</a:t>
            </a:r>
            <a:r>
              <a:rPr lang="en-US" altLang="en-US" dirty="0">
                <a:solidFill>
                  <a:srgbClr val="000000"/>
                </a:solidFill>
              </a:rPr>
              <a:t>.</a:t>
            </a:r>
          </a:p>
          <a:p>
            <a:pPr lvl="1" eaLnBrk="1" hangingPunct="1"/>
            <a:r>
              <a:rPr lang="en-US" altLang="en-US" dirty="0">
                <a:solidFill>
                  <a:srgbClr val="000000"/>
                </a:solidFill>
              </a:rPr>
              <a:t>Interfaces may not specify any implementation details, such as concrete method declarations and instance variables. </a:t>
            </a:r>
          </a:p>
          <a:p>
            <a:pPr lvl="1" eaLnBrk="1" hangingPunct="1"/>
            <a:r>
              <a:rPr lang="en-US" altLang="en-US" dirty="0">
                <a:solidFill>
                  <a:srgbClr val="000000"/>
                </a:solidFill>
              </a:rPr>
              <a:t>All methods declared in an interface are implicitly </a:t>
            </a:r>
            <a:r>
              <a:rPr lang="en-US" altLang="en-US" dirty="0">
                <a:solidFill>
                  <a:srgbClr val="000000"/>
                </a:solidFill>
                <a:latin typeface="Consolas" panose="020B0609020204030204" pitchFamily="49" charset="0"/>
              </a:rPr>
              <a:t>public</a:t>
            </a:r>
            <a:r>
              <a:rPr lang="en-US" altLang="en-US" dirty="0">
                <a:solidFill>
                  <a:srgbClr val="000000"/>
                </a:solidFill>
              </a:rPr>
              <a:t> </a:t>
            </a:r>
            <a:r>
              <a:rPr lang="en-US" altLang="en-US" dirty="0">
                <a:solidFill>
                  <a:srgbClr val="000000"/>
                </a:solidFill>
                <a:latin typeface="Consolas" panose="020B0609020204030204" pitchFamily="49" charset="0"/>
              </a:rPr>
              <a:t>abstract</a:t>
            </a:r>
            <a:r>
              <a:rPr lang="en-US" altLang="en-US" dirty="0">
                <a:solidFill>
                  <a:srgbClr val="000000"/>
                </a:solidFill>
              </a:rPr>
              <a:t> methods.</a:t>
            </a:r>
          </a:p>
          <a:p>
            <a:pPr lvl="1" eaLnBrk="1" hangingPunct="1"/>
            <a:r>
              <a:rPr lang="en-US" altLang="en-US" dirty="0">
                <a:solidFill>
                  <a:srgbClr val="000000"/>
                </a:solidFill>
              </a:rPr>
              <a:t>All fields are implicitly </a:t>
            </a:r>
            <a:r>
              <a:rPr lang="en-US" altLang="en-US" dirty="0">
                <a:solidFill>
                  <a:srgbClr val="000000"/>
                </a:solidFill>
                <a:latin typeface="Consolas" panose="020B0609020204030204" pitchFamily="49" charset="0"/>
              </a:rPr>
              <a:t>public</a:t>
            </a:r>
            <a:r>
              <a:rPr lang="en-US" altLang="en-US" dirty="0">
                <a:solidFill>
                  <a:srgbClr val="000000"/>
                </a:solidFill>
              </a:rPr>
              <a:t>, </a:t>
            </a:r>
            <a:r>
              <a:rPr lang="en-US" altLang="en-US" dirty="0">
                <a:solidFill>
                  <a:srgbClr val="000000"/>
                </a:solidFill>
                <a:latin typeface="Consolas" panose="020B0609020204030204" pitchFamily="49" charset="0"/>
              </a:rPr>
              <a:t>static</a:t>
            </a:r>
            <a:r>
              <a:rPr lang="en-US" altLang="en-US" dirty="0">
                <a:solidFill>
                  <a:srgbClr val="000000"/>
                </a:solidFill>
              </a:rPr>
              <a:t> and </a:t>
            </a:r>
            <a:r>
              <a:rPr lang="en-US" altLang="en-US" dirty="0">
                <a:solidFill>
                  <a:srgbClr val="000000"/>
                </a:solidFill>
                <a:latin typeface="Consolas" panose="020B0609020204030204" pitchFamily="49" charset="0"/>
              </a:rPr>
              <a:t>final</a:t>
            </a:r>
            <a:r>
              <a:rPr lang="en-US" altLang="en-US" dirty="0">
                <a:solidFill>
                  <a:srgbClr val="000000"/>
                </a:solidFill>
              </a:rPr>
              <a:t>. </a:t>
            </a:r>
          </a:p>
        </p:txBody>
      </p:sp>
    </p:spTree>
    <p:extLst>
      <p:ext uri="{BB962C8B-B14F-4D97-AF65-F5344CB8AC3E}">
        <p14:creationId xmlns:p14="http://schemas.microsoft.com/office/powerpoint/2010/main" val="173516626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ED43B-2478-4477-83EF-F502F5E44E15}"/>
              </a:ext>
            </a:extLst>
          </p:cNvPr>
          <p:cNvSpPr>
            <a:spLocks noGrp="1"/>
          </p:cNvSpPr>
          <p:nvPr>
            <p:ph type="title"/>
          </p:nvPr>
        </p:nvSpPr>
        <p:spPr/>
        <p:txBody>
          <a:bodyPr>
            <a:normAutofit/>
          </a:bodyPr>
          <a:lstStyle/>
          <a:p>
            <a:pPr fontAlgn="auto">
              <a:spcAft>
                <a:spcPts val="0"/>
              </a:spcAft>
              <a:defRPr/>
            </a:pPr>
            <a:r>
              <a:rPr lang="en-US" dirty="0">
                <a:solidFill>
                  <a:srgbClr val="24B5A1"/>
                </a:solidFill>
                <a:latin typeface="Calibri" panose="020F0502020204030204" pitchFamily="34" charset="0"/>
              </a:rPr>
              <a:t>10.9  </a:t>
            </a:r>
            <a:r>
              <a:rPr lang="en-US" dirty="0">
                <a:solidFill>
                  <a:srgbClr val="3380E6"/>
                </a:solidFill>
                <a:latin typeface="Calibri" panose="020F0502020204030204" pitchFamily="34" charset="0"/>
              </a:rPr>
              <a:t>Creating and Using Interfaces (Cont.)</a:t>
            </a:r>
          </a:p>
        </p:txBody>
      </p:sp>
      <p:sp>
        <p:nvSpPr>
          <p:cNvPr id="96259" name="Text Placeholder 2">
            <a:extLst>
              <a:ext uri="{FF2B5EF4-FFF2-40B4-BE49-F238E27FC236}">
                <a16:creationId xmlns:a16="http://schemas.microsoft.com/office/drawing/2014/main" id="{E2E46326-E47C-44D1-9175-390E641C7776}"/>
              </a:ext>
            </a:extLst>
          </p:cNvPr>
          <p:cNvSpPr>
            <a:spLocks noGrp="1"/>
          </p:cNvSpPr>
          <p:nvPr>
            <p:ph type="body" idx="1"/>
          </p:nvPr>
        </p:nvSpPr>
        <p:spPr/>
        <p:txBody>
          <a:bodyPr/>
          <a:lstStyle/>
          <a:p>
            <a:pPr eaLnBrk="1" hangingPunct="1">
              <a:lnSpc>
                <a:spcPct val="90000"/>
              </a:lnSpc>
            </a:pPr>
            <a:r>
              <a:rPr lang="en-US" altLang="en-US" sz="2500" dirty="0">
                <a:solidFill>
                  <a:srgbClr val="000000"/>
                </a:solidFill>
              </a:rPr>
              <a:t>To use an interface, a concrete class must specify that it </a:t>
            </a:r>
            <a:r>
              <a:rPr lang="en-US" altLang="en-US" sz="2500" dirty="0">
                <a:solidFill>
                  <a:srgbClr val="0000FF"/>
                </a:solidFill>
                <a:latin typeface="Consolas" panose="020B0609020204030204" pitchFamily="49" charset="0"/>
              </a:rPr>
              <a:t>implements</a:t>
            </a:r>
            <a:r>
              <a:rPr lang="en-US" altLang="en-US" sz="2500" dirty="0">
                <a:solidFill>
                  <a:srgbClr val="000000"/>
                </a:solidFill>
              </a:rPr>
              <a:t> the interface and must declare each method in the interface with specified signature. </a:t>
            </a:r>
          </a:p>
          <a:p>
            <a:pPr lvl="1" eaLnBrk="1" hangingPunct="1">
              <a:lnSpc>
                <a:spcPct val="90000"/>
              </a:lnSpc>
            </a:pPr>
            <a:r>
              <a:rPr lang="en-US" altLang="en-US" sz="2100" dirty="0">
                <a:solidFill>
                  <a:srgbClr val="000000"/>
                </a:solidFill>
              </a:rPr>
              <a:t>Add the </a:t>
            </a:r>
            <a:r>
              <a:rPr lang="en-US" altLang="en-US" sz="2100" dirty="0">
                <a:solidFill>
                  <a:srgbClr val="000000"/>
                </a:solidFill>
                <a:latin typeface="Consolas" panose="020B0609020204030204" pitchFamily="49" charset="0"/>
              </a:rPr>
              <a:t>implements</a:t>
            </a:r>
            <a:r>
              <a:rPr lang="en-US" altLang="en-US" sz="2100" dirty="0">
                <a:solidFill>
                  <a:srgbClr val="000000"/>
                </a:solidFill>
              </a:rPr>
              <a:t> keyword and the name of the interface to the end of your class declaration’s first line. </a:t>
            </a:r>
          </a:p>
          <a:p>
            <a:pPr eaLnBrk="1" hangingPunct="1">
              <a:lnSpc>
                <a:spcPct val="90000"/>
              </a:lnSpc>
            </a:pPr>
            <a:r>
              <a:rPr lang="en-US" altLang="en-US" sz="2500" dirty="0">
                <a:solidFill>
                  <a:srgbClr val="000000"/>
                </a:solidFill>
              </a:rPr>
              <a:t>A class that does not implement all the methods of the interface is an abstract class and must be declared </a:t>
            </a:r>
            <a:r>
              <a:rPr lang="en-US" altLang="en-US" sz="2500" dirty="0">
                <a:solidFill>
                  <a:srgbClr val="000000"/>
                </a:solidFill>
                <a:latin typeface="Consolas" panose="020B0609020204030204" pitchFamily="49" charset="0"/>
              </a:rPr>
              <a:t>abstract</a:t>
            </a:r>
            <a:r>
              <a:rPr lang="en-US" altLang="en-US" sz="2500" dirty="0">
                <a:solidFill>
                  <a:srgbClr val="000000"/>
                </a:solidFill>
              </a:rPr>
              <a:t>. </a:t>
            </a:r>
          </a:p>
          <a:p>
            <a:pPr eaLnBrk="1" hangingPunct="1">
              <a:lnSpc>
                <a:spcPct val="90000"/>
              </a:lnSpc>
            </a:pPr>
            <a:r>
              <a:rPr lang="en-US" altLang="en-US" sz="2500" dirty="0">
                <a:solidFill>
                  <a:srgbClr val="000000"/>
                </a:solidFill>
              </a:rPr>
              <a:t>Implementing an interface is like signing a contract with the compiler that states, “I will declare all the methods specified by the interface or I will declare my class </a:t>
            </a:r>
            <a:r>
              <a:rPr lang="en-US" altLang="en-US" sz="2500" dirty="0">
                <a:solidFill>
                  <a:srgbClr val="000000"/>
                </a:solidFill>
                <a:latin typeface="Consolas" panose="020B0609020204030204" pitchFamily="49" charset="0"/>
              </a:rPr>
              <a:t>abstract</a:t>
            </a:r>
            <a:r>
              <a:rPr lang="en-US" altLang="en-US" sz="2500" dirty="0">
                <a:solidFill>
                  <a:srgbClr val="000000"/>
                </a:solidFill>
              </a:rPr>
              <a:t>.”</a:t>
            </a:r>
          </a:p>
        </p:txBody>
      </p:sp>
      <p:sp>
        <p:nvSpPr>
          <p:cNvPr id="4" name="Footer Placeholder 3">
            <a:extLst>
              <a:ext uri="{FF2B5EF4-FFF2-40B4-BE49-F238E27FC236}">
                <a16:creationId xmlns:a16="http://schemas.microsoft.com/office/drawing/2014/main" id="{0F1DC197-0FA8-41CE-9680-F950E74A6923}"/>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136398274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56">
            <a:extLst>
              <a:ext uri="{FF2B5EF4-FFF2-40B4-BE49-F238E27FC236}">
                <a16:creationId xmlns:a16="http://schemas.microsoft.com/office/drawing/2014/main" id="{1B87F0B0-C440-45D0-8A92-1710E5C78595}"/>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563688"/>
            <a:ext cx="12192000" cy="3729037"/>
          </a:xfrm>
          <a:prstGeom prst="rect">
            <a:avLst/>
          </a:prstGeom>
        </p:spPr>
      </p:pic>
      <p:sp>
        <p:nvSpPr>
          <p:cNvPr id="2" name="Footer Placeholder 1">
            <a:extLst>
              <a:ext uri="{FF2B5EF4-FFF2-40B4-BE49-F238E27FC236}">
                <a16:creationId xmlns:a16="http://schemas.microsoft.com/office/drawing/2014/main" id="{08900D12-0DB3-4717-88E6-AF4492C3D046}"/>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144991487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41F68-0A98-4117-924D-4A07663276A9}"/>
              </a:ext>
            </a:extLst>
          </p:cNvPr>
          <p:cNvSpPr>
            <a:spLocks noGrp="1"/>
          </p:cNvSpPr>
          <p:nvPr>
            <p:ph type="title"/>
          </p:nvPr>
        </p:nvSpPr>
        <p:spPr/>
        <p:txBody>
          <a:bodyPr>
            <a:normAutofit/>
          </a:bodyPr>
          <a:lstStyle/>
          <a:p>
            <a:pPr fontAlgn="auto">
              <a:spcAft>
                <a:spcPts val="0"/>
              </a:spcAft>
              <a:defRPr/>
            </a:pPr>
            <a:r>
              <a:rPr lang="en-US" dirty="0">
                <a:solidFill>
                  <a:srgbClr val="24B5A1"/>
                </a:solidFill>
                <a:latin typeface="Calibri" panose="020F0502020204030204" pitchFamily="34" charset="0"/>
              </a:rPr>
              <a:t>10.9  </a:t>
            </a:r>
            <a:r>
              <a:rPr lang="en-US" dirty="0">
                <a:solidFill>
                  <a:srgbClr val="3380E6"/>
                </a:solidFill>
                <a:latin typeface="Calibri" panose="020F0502020204030204" pitchFamily="34" charset="0"/>
              </a:rPr>
              <a:t>Creating and Using Interfaces (Cont.)</a:t>
            </a:r>
          </a:p>
        </p:txBody>
      </p:sp>
      <p:sp>
        <p:nvSpPr>
          <p:cNvPr id="98307" name="Text Placeholder 2">
            <a:extLst>
              <a:ext uri="{FF2B5EF4-FFF2-40B4-BE49-F238E27FC236}">
                <a16:creationId xmlns:a16="http://schemas.microsoft.com/office/drawing/2014/main" id="{864D2033-06F4-4ABB-82E2-295C2E8E097D}"/>
              </a:ext>
            </a:extLst>
          </p:cNvPr>
          <p:cNvSpPr>
            <a:spLocks noGrp="1"/>
          </p:cNvSpPr>
          <p:nvPr>
            <p:ph type="body" idx="1"/>
          </p:nvPr>
        </p:nvSpPr>
        <p:spPr/>
        <p:txBody>
          <a:bodyPr/>
          <a:lstStyle/>
          <a:p>
            <a:pPr eaLnBrk="1" hangingPunct="1"/>
            <a:r>
              <a:rPr lang="en-US" altLang="en-US" dirty="0">
                <a:solidFill>
                  <a:srgbClr val="000000"/>
                </a:solidFill>
              </a:rPr>
              <a:t>An interface is often used when disparate classes (i.e., unrelated classes) need to share common methods and constants. </a:t>
            </a:r>
          </a:p>
          <a:p>
            <a:pPr lvl="1" eaLnBrk="1" hangingPunct="1"/>
            <a:r>
              <a:rPr lang="en-US" altLang="en-US" dirty="0">
                <a:solidFill>
                  <a:srgbClr val="000000"/>
                </a:solidFill>
              </a:rPr>
              <a:t>Allows objects of unrelated classes to be processed </a:t>
            </a:r>
            <a:r>
              <a:rPr lang="en-US" altLang="en-US" i="1" dirty="0">
                <a:solidFill>
                  <a:srgbClr val="000000"/>
                </a:solidFill>
              </a:rPr>
              <a:t>polymorphically</a:t>
            </a:r>
            <a:r>
              <a:rPr lang="en-US" altLang="en-US" dirty="0">
                <a:solidFill>
                  <a:srgbClr val="000000"/>
                </a:solidFill>
              </a:rPr>
              <a:t> by responding to the </a:t>
            </a:r>
            <a:r>
              <a:rPr lang="en-US" altLang="en-US" i="1" dirty="0">
                <a:solidFill>
                  <a:srgbClr val="000000"/>
                </a:solidFill>
              </a:rPr>
              <a:t>same</a:t>
            </a:r>
            <a:r>
              <a:rPr lang="en-US" altLang="en-US" dirty="0">
                <a:solidFill>
                  <a:srgbClr val="000000"/>
                </a:solidFill>
              </a:rPr>
              <a:t> method calls. </a:t>
            </a:r>
          </a:p>
          <a:p>
            <a:pPr lvl="1" eaLnBrk="1" hangingPunct="1"/>
            <a:r>
              <a:rPr lang="en-US" altLang="en-US" dirty="0">
                <a:solidFill>
                  <a:srgbClr val="000000"/>
                </a:solidFill>
              </a:rPr>
              <a:t>You can create an interface that describes the desired functionality, then implement this interface in any classes that require that functionality. </a:t>
            </a:r>
          </a:p>
        </p:txBody>
      </p:sp>
      <p:sp>
        <p:nvSpPr>
          <p:cNvPr id="4" name="Footer Placeholder 3">
            <a:extLst>
              <a:ext uri="{FF2B5EF4-FFF2-40B4-BE49-F238E27FC236}">
                <a16:creationId xmlns:a16="http://schemas.microsoft.com/office/drawing/2014/main" id="{397B47A9-4619-44F8-BBF2-AEB598F4B5C2}"/>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69558860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066B6-2631-4DC3-91D1-4C6AE0025D6D}"/>
              </a:ext>
            </a:extLst>
          </p:cNvPr>
          <p:cNvSpPr>
            <a:spLocks noGrp="1"/>
          </p:cNvSpPr>
          <p:nvPr>
            <p:ph type="title"/>
          </p:nvPr>
        </p:nvSpPr>
        <p:spPr/>
        <p:txBody>
          <a:bodyPr>
            <a:normAutofit/>
          </a:bodyPr>
          <a:lstStyle/>
          <a:p>
            <a:pPr fontAlgn="auto">
              <a:spcAft>
                <a:spcPts val="0"/>
              </a:spcAft>
              <a:defRPr/>
            </a:pPr>
            <a:r>
              <a:rPr lang="en-US" dirty="0">
                <a:solidFill>
                  <a:srgbClr val="24B5A1"/>
                </a:solidFill>
                <a:latin typeface="Calibri" panose="020F0502020204030204" pitchFamily="34" charset="0"/>
              </a:rPr>
              <a:t>10.9  </a:t>
            </a:r>
            <a:r>
              <a:rPr lang="en-US" dirty="0">
                <a:solidFill>
                  <a:srgbClr val="3380E6"/>
                </a:solidFill>
                <a:latin typeface="Calibri" panose="020F0502020204030204" pitchFamily="34" charset="0"/>
              </a:rPr>
              <a:t>Creating and Using Interfaces (Cont.)</a:t>
            </a:r>
          </a:p>
        </p:txBody>
      </p:sp>
      <p:sp>
        <p:nvSpPr>
          <p:cNvPr id="99331" name="Text Placeholder 2">
            <a:extLst>
              <a:ext uri="{FF2B5EF4-FFF2-40B4-BE49-F238E27FC236}">
                <a16:creationId xmlns:a16="http://schemas.microsoft.com/office/drawing/2014/main" id="{CC04C06D-8338-492A-B4E1-497B6DAA9FFC}"/>
              </a:ext>
            </a:extLst>
          </p:cNvPr>
          <p:cNvSpPr>
            <a:spLocks noGrp="1"/>
          </p:cNvSpPr>
          <p:nvPr>
            <p:ph type="body" idx="1"/>
          </p:nvPr>
        </p:nvSpPr>
        <p:spPr/>
        <p:txBody>
          <a:bodyPr/>
          <a:lstStyle/>
          <a:p>
            <a:pPr eaLnBrk="1" hangingPunct="1"/>
            <a:r>
              <a:rPr lang="en-US" altLang="en-US" dirty="0">
                <a:solidFill>
                  <a:srgbClr val="000000"/>
                </a:solidFill>
              </a:rPr>
              <a:t>An interface should be used in place of an </a:t>
            </a:r>
            <a:r>
              <a:rPr lang="en-US" altLang="en-US" dirty="0">
                <a:solidFill>
                  <a:srgbClr val="000000"/>
                </a:solidFill>
                <a:latin typeface="Consolas" panose="020B0609020204030204" pitchFamily="49" charset="0"/>
              </a:rPr>
              <a:t>abstract</a:t>
            </a:r>
            <a:r>
              <a:rPr lang="en-US" altLang="en-US" dirty="0">
                <a:solidFill>
                  <a:srgbClr val="000000"/>
                </a:solidFill>
              </a:rPr>
              <a:t> class when there is no default implementation to inherit—that is, no fields and no concrete method implementations. </a:t>
            </a:r>
          </a:p>
          <a:p>
            <a:pPr eaLnBrk="1" hangingPunct="1"/>
            <a:r>
              <a:rPr lang="en-US" altLang="en-US" dirty="0">
                <a:solidFill>
                  <a:srgbClr val="000000"/>
                </a:solidFill>
              </a:rPr>
              <a:t>Like </a:t>
            </a:r>
            <a:r>
              <a:rPr lang="en-US" altLang="en-US" dirty="0">
                <a:solidFill>
                  <a:srgbClr val="000000"/>
                </a:solidFill>
                <a:latin typeface="Consolas" panose="020B0609020204030204" pitchFamily="49" charset="0"/>
              </a:rPr>
              <a:t>public</a:t>
            </a:r>
            <a:r>
              <a:rPr lang="en-US" altLang="en-US" dirty="0">
                <a:solidFill>
                  <a:srgbClr val="000000"/>
                </a:solidFill>
              </a:rPr>
              <a:t> </a:t>
            </a:r>
            <a:r>
              <a:rPr lang="en-US" altLang="en-US" dirty="0">
                <a:solidFill>
                  <a:srgbClr val="000000"/>
                </a:solidFill>
                <a:latin typeface="Consolas" panose="020B0609020204030204" pitchFamily="49" charset="0"/>
              </a:rPr>
              <a:t>abstract</a:t>
            </a:r>
            <a:r>
              <a:rPr lang="en-US" altLang="en-US" dirty="0">
                <a:solidFill>
                  <a:srgbClr val="000000"/>
                </a:solidFill>
              </a:rPr>
              <a:t> classes, interfaces are typically </a:t>
            </a:r>
            <a:r>
              <a:rPr lang="en-US" altLang="en-US" dirty="0">
                <a:solidFill>
                  <a:srgbClr val="000000"/>
                </a:solidFill>
                <a:latin typeface="Consolas" panose="020B0609020204030204" pitchFamily="49" charset="0"/>
              </a:rPr>
              <a:t>public</a:t>
            </a:r>
            <a:r>
              <a:rPr lang="en-US" altLang="en-US" dirty="0">
                <a:solidFill>
                  <a:srgbClr val="000000"/>
                </a:solidFill>
              </a:rPr>
              <a:t> types. </a:t>
            </a:r>
          </a:p>
          <a:p>
            <a:pPr eaLnBrk="1" hangingPunct="1"/>
            <a:r>
              <a:rPr lang="en-US" altLang="en-US" dirty="0">
                <a:solidFill>
                  <a:srgbClr val="000000"/>
                </a:solidFill>
              </a:rPr>
              <a:t>A </a:t>
            </a:r>
            <a:r>
              <a:rPr lang="en-US" altLang="en-US" dirty="0">
                <a:solidFill>
                  <a:srgbClr val="000000"/>
                </a:solidFill>
                <a:latin typeface="Consolas" panose="020B0609020204030204" pitchFamily="49" charset="0"/>
              </a:rPr>
              <a:t>public</a:t>
            </a:r>
            <a:r>
              <a:rPr lang="en-US" altLang="en-US" dirty="0">
                <a:solidFill>
                  <a:srgbClr val="000000"/>
                </a:solidFill>
              </a:rPr>
              <a:t> interface must be declared in a file with the same name as the interface and the </a:t>
            </a:r>
            <a:r>
              <a:rPr lang="en-US" altLang="en-US" dirty="0">
                <a:solidFill>
                  <a:srgbClr val="000000"/>
                </a:solidFill>
                <a:latin typeface="Consolas" panose="020B0609020204030204" pitchFamily="49" charset="0"/>
              </a:rPr>
              <a:t>.java</a:t>
            </a:r>
            <a:r>
              <a:rPr lang="en-US" altLang="en-US" dirty="0">
                <a:solidFill>
                  <a:srgbClr val="000000"/>
                </a:solidFill>
              </a:rPr>
              <a:t> filename extension. </a:t>
            </a:r>
          </a:p>
        </p:txBody>
      </p:sp>
      <p:sp>
        <p:nvSpPr>
          <p:cNvPr id="4" name="Footer Placeholder 3">
            <a:extLst>
              <a:ext uri="{FF2B5EF4-FFF2-40B4-BE49-F238E27FC236}">
                <a16:creationId xmlns:a16="http://schemas.microsoft.com/office/drawing/2014/main" id="{CE0043E0-C042-487D-A682-2938A99FC3A7}"/>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3113653517"/>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57">
            <a:extLst>
              <a:ext uri="{FF2B5EF4-FFF2-40B4-BE49-F238E27FC236}">
                <a16:creationId xmlns:a16="http://schemas.microsoft.com/office/drawing/2014/main" id="{C814999E-921F-4E49-96AD-01D73CE44EF4}"/>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517650"/>
            <a:ext cx="12192000" cy="3822700"/>
          </a:xfrm>
          <a:prstGeom prst="rect">
            <a:avLst/>
          </a:prstGeom>
        </p:spPr>
      </p:pic>
      <p:sp>
        <p:nvSpPr>
          <p:cNvPr id="2" name="Footer Placeholder 1">
            <a:extLst>
              <a:ext uri="{FF2B5EF4-FFF2-40B4-BE49-F238E27FC236}">
                <a16:creationId xmlns:a16="http://schemas.microsoft.com/office/drawing/2014/main" id="{F53BB38F-C3A4-4406-9BD2-1DF86211DEB5}"/>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305620711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7DF4C2-0F57-4C62-9021-8F42ED247C66}"/>
              </a:ext>
            </a:extLst>
          </p:cNvPr>
          <p:cNvPicPr>
            <a:picLocks noChangeAspect="1"/>
          </p:cNvPicPr>
          <p:nvPr/>
        </p:nvPicPr>
        <p:blipFill>
          <a:blip r:embed="rId3"/>
          <a:stretch>
            <a:fillRect/>
          </a:stretch>
        </p:blipFill>
        <p:spPr>
          <a:xfrm>
            <a:off x="8562846" y="1661780"/>
            <a:ext cx="4054191" cy="3456630"/>
          </a:xfrm>
          <a:prstGeom prst="rect">
            <a:avLst/>
          </a:prstGeom>
        </p:spPr>
      </p:pic>
      <p:sp>
        <p:nvSpPr>
          <p:cNvPr id="2" name="Title 1">
            <a:extLst>
              <a:ext uri="{FF2B5EF4-FFF2-40B4-BE49-F238E27FC236}">
                <a16:creationId xmlns:a16="http://schemas.microsoft.com/office/drawing/2014/main" id="{93238E06-24BB-47E4-A0BD-F54985CA4648}"/>
              </a:ext>
            </a:extLst>
          </p:cNvPr>
          <p:cNvSpPr>
            <a:spLocks noGrp="1"/>
          </p:cNvSpPr>
          <p:nvPr>
            <p:ph type="title"/>
          </p:nvPr>
        </p:nvSpPr>
        <p:spPr/>
        <p:txBody>
          <a:bodyPr/>
          <a:lstStyle/>
          <a:p>
            <a:pPr fontAlgn="auto">
              <a:spcAft>
                <a:spcPts val="0"/>
              </a:spcAft>
              <a:defRPr/>
            </a:pPr>
            <a:r>
              <a:rPr lang="en-US" dirty="0">
                <a:solidFill>
                  <a:srgbClr val="24B5A1"/>
                </a:solidFill>
                <a:latin typeface="Calibri" panose="020F0502020204030204" pitchFamily="34" charset="0"/>
              </a:rPr>
              <a:t>10.9  </a:t>
            </a:r>
            <a:r>
              <a:rPr lang="en-US" dirty="0">
                <a:solidFill>
                  <a:srgbClr val="3380E6"/>
                </a:solidFill>
                <a:latin typeface="Calibri" panose="020F0502020204030204" pitchFamily="34" charset="0"/>
              </a:rPr>
              <a:t>Creating and Using Interfaces</a:t>
            </a:r>
          </a:p>
        </p:txBody>
      </p:sp>
      <p:sp>
        <p:nvSpPr>
          <p:cNvPr id="91139" name="Text Placeholder 2">
            <a:extLst>
              <a:ext uri="{FF2B5EF4-FFF2-40B4-BE49-F238E27FC236}">
                <a16:creationId xmlns:a16="http://schemas.microsoft.com/office/drawing/2014/main" id="{9B7D75E4-EEB3-493F-A7D1-FC1D6EFE231E}"/>
              </a:ext>
            </a:extLst>
          </p:cNvPr>
          <p:cNvSpPr>
            <a:spLocks noGrp="1"/>
          </p:cNvSpPr>
          <p:nvPr>
            <p:ph type="body" idx="1"/>
          </p:nvPr>
        </p:nvSpPr>
        <p:spPr>
          <a:xfrm>
            <a:off x="96644" y="1302718"/>
            <a:ext cx="8846634" cy="4525962"/>
          </a:xfrm>
        </p:spPr>
        <p:txBody>
          <a:bodyPr/>
          <a:lstStyle/>
          <a:p>
            <a:pPr eaLnBrk="1" hangingPunct="1">
              <a:lnSpc>
                <a:spcPct val="90000"/>
              </a:lnSpc>
            </a:pPr>
            <a:r>
              <a:rPr lang="en-US" altLang="en-US" sz="2500" dirty="0">
                <a:solidFill>
                  <a:srgbClr val="000000"/>
                </a:solidFill>
              </a:rPr>
              <a:t>Our next example reexamines the payroll system of Section 10.5. </a:t>
            </a:r>
          </a:p>
          <a:p>
            <a:pPr eaLnBrk="1" hangingPunct="1">
              <a:lnSpc>
                <a:spcPct val="90000"/>
              </a:lnSpc>
            </a:pPr>
            <a:r>
              <a:rPr lang="en-US" altLang="en-US" sz="2500" dirty="0">
                <a:solidFill>
                  <a:srgbClr val="000000"/>
                </a:solidFill>
              </a:rPr>
              <a:t>Suppose that the company involved wishes to perform several accounting operations in a single accounts payable application</a:t>
            </a:r>
          </a:p>
          <a:p>
            <a:pPr lvl="1" eaLnBrk="1" hangingPunct="1">
              <a:lnSpc>
                <a:spcPct val="90000"/>
              </a:lnSpc>
            </a:pPr>
            <a:r>
              <a:rPr lang="en-US" altLang="en-US" sz="2100" dirty="0">
                <a:solidFill>
                  <a:srgbClr val="000000"/>
                </a:solidFill>
              </a:rPr>
              <a:t>Calculating the earnings that must be paid to each employee </a:t>
            </a:r>
          </a:p>
          <a:p>
            <a:pPr lvl="1" eaLnBrk="1" hangingPunct="1">
              <a:lnSpc>
                <a:spcPct val="90000"/>
              </a:lnSpc>
            </a:pPr>
            <a:r>
              <a:rPr lang="en-US" altLang="en-US" sz="2100" dirty="0">
                <a:solidFill>
                  <a:srgbClr val="000000"/>
                </a:solidFill>
              </a:rPr>
              <a:t>Calculate the payment due on each of several invoices (i.e., bills for goods purchased)</a:t>
            </a:r>
          </a:p>
          <a:p>
            <a:pPr eaLnBrk="1" hangingPunct="1">
              <a:lnSpc>
                <a:spcPct val="90000"/>
              </a:lnSpc>
            </a:pPr>
            <a:r>
              <a:rPr lang="en-US" altLang="en-US" sz="2500" dirty="0">
                <a:solidFill>
                  <a:srgbClr val="000000"/>
                </a:solidFill>
              </a:rPr>
              <a:t>Both operations have to do with obtaining some kind of payment amount. </a:t>
            </a:r>
          </a:p>
          <a:p>
            <a:pPr lvl="1" eaLnBrk="1" hangingPunct="1">
              <a:lnSpc>
                <a:spcPct val="90000"/>
              </a:lnSpc>
            </a:pPr>
            <a:r>
              <a:rPr lang="en-US" altLang="en-US" sz="2100" dirty="0">
                <a:solidFill>
                  <a:srgbClr val="000000"/>
                </a:solidFill>
              </a:rPr>
              <a:t>For an employee, the payment refers to the employee’s earnings. </a:t>
            </a:r>
          </a:p>
          <a:p>
            <a:pPr lvl="1" eaLnBrk="1" hangingPunct="1">
              <a:lnSpc>
                <a:spcPct val="90000"/>
              </a:lnSpc>
            </a:pPr>
            <a:r>
              <a:rPr lang="en-US" altLang="en-US" sz="2100" dirty="0">
                <a:solidFill>
                  <a:srgbClr val="000000"/>
                </a:solidFill>
              </a:rPr>
              <a:t>For an invoice, the payment refers to the total cost of the goods listed on the invoice. </a:t>
            </a:r>
          </a:p>
        </p:txBody>
      </p:sp>
      <p:sp>
        <p:nvSpPr>
          <p:cNvPr id="4" name="Footer Placeholder 3">
            <a:extLst>
              <a:ext uri="{FF2B5EF4-FFF2-40B4-BE49-F238E27FC236}">
                <a16:creationId xmlns:a16="http://schemas.microsoft.com/office/drawing/2014/main" id="{D2192A5A-C860-44A5-BEF3-2C25A8431413}"/>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312227516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jhtp_10_OOPPolymorphism_Page_59">
            <a:extLst>
              <a:ext uri="{FF2B5EF4-FFF2-40B4-BE49-F238E27FC236}">
                <a16:creationId xmlns:a16="http://schemas.microsoft.com/office/drawing/2014/main" id="{2FFD5659-6794-4D39-AC5A-E1D0480AE72D}"/>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8010429" y="1504742"/>
            <a:ext cx="5360781" cy="3468701"/>
          </a:xfrm>
          <a:prstGeom prst="rect">
            <a:avLst/>
          </a:prstGeom>
        </p:spPr>
      </p:pic>
      <p:sp>
        <p:nvSpPr>
          <p:cNvPr id="2" name="Title 1">
            <a:extLst>
              <a:ext uri="{FF2B5EF4-FFF2-40B4-BE49-F238E27FC236}">
                <a16:creationId xmlns:a16="http://schemas.microsoft.com/office/drawing/2014/main" id="{3C61A790-6F9B-4A3F-9AD0-79F87C219C55}"/>
              </a:ext>
            </a:extLst>
          </p:cNvPr>
          <p:cNvSpPr>
            <a:spLocks noGrp="1"/>
          </p:cNvSpPr>
          <p:nvPr>
            <p:ph type="title"/>
          </p:nvPr>
        </p:nvSpPr>
        <p:spPr>
          <a:xfrm>
            <a:off x="248974" y="8527"/>
            <a:ext cx="10972800" cy="827814"/>
          </a:xfrm>
        </p:spPr>
        <p:txBody>
          <a:bodyPr/>
          <a:lstStyle/>
          <a:p>
            <a:pPr fontAlgn="auto">
              <a:spcAft>
                <a:spcPts val="0"/>
              </a:spcAft>
              <a:defRPr/>
            </a:pPr>
            <a:r>
              <a:rPr lang="en-US" dirty="0">
                <a:solidFill>
                  <a:srgbClr val="59D9B3"/>
                </a:solidFill>
                <a:latin typeface="Calibri" panose="020F0502020204030204" pitchFamily="34" charset="0"/>
              </a:rPr>
              <a:t>10.9.1 </a:t>
            </a:r>
            <a:r>
              <a:rPr lang="en-US" dirty="0">
                <a:solidFill>
                  <a:srgbClr val="33B38C"/>
                </a:solidFill>
                <a:latin typeface="Calibri" panose="020F0502020204030204" pitchFamily="34" charset="0"/>
              </a:rPr>
              <a:t>Developing a </a:t>
            </a:r>
            <a:r>
              <a:rPr lang="en-US" dirty="0">
                <a:solidFill>
                  <a:srgbClr val="33B38C"/>
                </a:solidFill>
                <a:latin typeface="Consolas" panose="020B0609020204030204" pitchFamily="49" charset="0"/>
              </a:rPr>
              <a:t>Payable</a:t>
            </a:r>
            <a:r>
              <a:rPr lang="en-US" dirty="0">
                <a:solidFill>
                  <a:srgbClr val="33B38C"/>
                </a:solidFill>
                <a:latin typeface="Calibri" panose="020F0502020204030204" pitchFamily="34" charset="0"/>
              </a:rPr>
              <a:t> Hierarchy</a:t>
            </a:r>
          </a:p>
        </p:txBody>
      </p:sp>
      <p:sp>
        <p:nvSpPr>
          <p:cNvPr id="101379" name="Text Placeholder 2">
            <a:extLst>
              <a:ext uri="{FF2B5EF4-FFF2-40B4-BE49-F238E27FC236}">
                <a16:creationId xmlns:a16="http://schemas.microsoft.com/office/drawing/2014/main" id="{4B044457-E370-4578-A1A7-A6703C2A9746}"/>
              </a:ext>
            </a:extLst>
          </p:cNvPr>
          <p:cNvSpPr>
            <a:spLocks noGrp="1"/>
          </p:cNvSpPr>
          <p:nvPr>
            <p:ph type="body" idx="1"/>
          </p:nvPr>
        </p:nvSpPr>
        <p:spPr>
          <a:xfrm>
            <a:off x="283119" y="836341"/>
            <a:ext cx="8225953" cy="4525962"/>
          </a:xfrm>
        </p:spPr>
        <p:txBody>
          <a:bodyPr/>
          <a:lstStyle/>
          <a:p>
            <a:pPr eaLnBrk="1" hangingPunct="1"/>
            <a:r>
              <a:rPr lang="en-US" altLang="en-US" dirty="0">
                <a:solidFill>
                  <a:srgbClr val="000000"/>
                </a:solidFill>
              </a:rPr>
              <a:t>The example builds an application that can determine payments for employees and invoices alike.</a:t>
            </a:r>
          </a:p>
          <a:p>
            <a:pPr lvl="1" eaLnBrk="1" hangingPunct="1"/>
            <a:r>
              <a:rPr lang="en-US" altLang="en-US" dirty="0">
                <a:solidFill>
                  <a:srgbClr val="000000"/>
                </a:solidFill>
              </a:rPr>
              <a:t>Classes </a:t>
            </a:r>
            <a:r>
              <a:rPr lang="en-US" altLang="en-US" dirty="0">
                <a:solidFill>
                  <a:srgbClr val="000000"/>
                </a:solidFill>
                <a:latin typeface="Consolas" panose="020B0609020204030204" pitchFamily="49" charset="0"/>
              </a:rPr>
              <a:t>Invoice</a:t>
            </a:r>
            <a:r>
              <a:rPr lang="en-US" altLang="en-US" dirty="0">
                <a:solidFill>
                  <a:srgbClr val="000000"/>
                </a:solidFill>
              </a:rPr>
              <a:t> and </a:t>
            </a:r>
            <a:r>
              <a:rPr lang="en-US" altLang="en-US" dirty="0">
                <a:solidFill>
                  <a:srgbClr val="000000"/>
                </a:solidFill>
                <a:latin typeface="Consolas" panose="020B0609020204030204" pitchFamily="49" charset="0"/>
              </a:rPr>
              <a:t>Employee</a:t>
            </a:r>
            <a:r>
              <a:rPr lang="en-US" altLang="en-US" dirty="0">
                <a:solidFill>
                  <a:srgbClr val="000000"/>
                </a:solidFill>
              </a:rPr>
              <a:t> both represent things for which the company must be able to calculate a payment amount. </a:t>
            </a:r>
          </a:p>
          <a:p>
            <a:pPr lvl="1" eaLnBrk="1" hangingPunct="1"/>
            <a:r>
              <a:rPr lang="en-US" altLang="en-US" dirty="0">
                <a:solidFill>
                  <a:srgbClr val="000000"/>
                </a:solidFill>
              </a:rPr>
              <a:t>Both classes implement the </a:t>
            </a:r>
            <a:r>
              <a:rPr lang="en-US" altLang="en-US" dirty="0">
                <a:solidFill>
                  <a:srgbClr val="000000"/>
                </a:solidFill>
                <a:latin typeface="Consolas" panose="020B0609020204030204" pitchFamily="49" charset="0"/>
              </a:rPr>
              <a:t>Payable</a:t>
            </a:r>
            <a:r>
              <a:rPr lang="en-US" altLang="en-US" dirty="0">
                <a:solidFill>
                  <a:srgbClr val="000000"/>
                </a:solidFill>
              </a:rPr>
              <a:t> interface, so a program can invoke method </a:t>
            </a:r>
            <a:r>
              <a:rPr lang="en-US" altLang="en-US" dirty="0" err="1">
                <a:solidFill>
                  <a:srgbClr val="000000"/>
                </a:solidFill>
                <a:latin typeface="Consolas" panose="020B0609020204030204" pitchFamily="49" charset="0"/>
              </a:rPr>
              <a:t>getPaymentAmount</a:t>
            </a:r>
            <a:r>
              <a:rPr lang="en-US" altLang="en-US" dirty="0">
                <a:solidFill>
                  <a:srgbClr val="000000"/>
                </a:solidFill>
              </a:rPr>
              <a:t> on </a:t>
            </a:r>
            <a:r>
              <a:rPr lang="en-US" altLang="en-US" dirty="0">
                <a:solidFill>
                  <a:srgbClr val="000000"/>
                </a:solidFill>
                <a:latin typeface="Consolas" panose="020B0609020204030204" pitchFamily="49" charset="0"/>
              </a:rPr>
              <a:t>Invoice</a:t>
            </a:r>
            <a:r>
              <a:rPr lang="en-US" altLang="en-US" dirty="0">
                <a:solidFill>
                  <a:srgbClr val="000000"/>
                </a:solidFill>
              </a:rPr>
              <a:t> objects and </a:t>
            </a:r>
            <a:r>
              <a:rPr lang="en-US" altLang="en-US" dirty="0">
                <a:solidFill>
                  <a:srgbClr val="000000"/>
                </a:solidFill>
                <a:latin typeface="Consolas" panose="020B0609020204030204" pitchFamily="49" charset="0"/>
              </a:rPr>
              <a:t>Employee</a:t>
            </a:r>
            <a:r>
              <a:rPr lang="en-US" altLang="en-US" dirty="0">
                <a:solidFill>
                  <a:srgbClr val="000000"/>
                </a:solidFill>
              </a:rPr>
              <a:t> objects alike. </a:t>
            </a:r>
          </a:p>
          <a:p>
            <a:pPr lvl="1" eaLnBrk="1" hangingPunct="1"/>
            <a:r>
              <a:rPr lang="en-US" altLang="en-US" dirty="0">
                <a:solidFill>
                  <a:srgbClr val="000000"/>
                </a:solidFill>
              </a:rPr>
              <a:t>Enables the polymorphic processing of </a:t>
            </a:r>
            <a:r>
              <a:rPr lang="en-US" altLang="en-US" dirty="0">
                <a:solidFill>
                  <a:srgbClr val="000000"/>
                </a:solidFill>
                <a:latin typeface="Consolas" panose="020B0609020204030204" pitchFamily="49" charset="0"/>
              </a:rPr>
              <a:t>Invoice</a:t>
            </a:r>
            <a:r>
              <a:rPr lang="en-US" altLang="en-US" dirty="0">
                <a:solidFill>
                  <a:srgbClr val="000000"/>
                </a:solidFill>
              </a:rPr>
              <a:t>s and </a:t>
            </a:r>
            <a:r>
              <a:rPr lang="en-US" altLang="en-US" dirty="0">
                <a:solidFill>
                  <a:srgbClr val="000000"/>
                </a:solidFill>
                <a:latin typeface="Consolas" panose="020B0609020204030204" pitchFamily="49" charset="0"/>
              </a:rPr>
              <a:t>Employee</a:t>
            </a:r>
            <a:r>
              <a:rPr lang="en-US" altLang="en-US" dirty="0">
                <a:solidFill>
                  <a:srgbClr val="000000"/>
                </a:solidFill>
              </a:rPr>
              <a:t>s.</a:t>
            </a:r>
          </a:p>
        </p:txBody>
      </p:sp>
      <p:sp>
        <p:nvSpPr>
          <p:cNvPr id="4" name="Footer Placeholder 3">
            <a:extLst>
              <a:ext uri="{FF2B5EF4-FFF2-40B4-BE49-F238E27FC236}">
                <a16:creationId xmlns:a16="http://schemas.microsoft.com/office/drawing/2014/main" id="{3068C389-1AB7-4F71-BCA1-9D6D006FB43F}"/>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385720377"/>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58">
            <a:extLst>
              <a:ext uri="{FF2B5EF4-FFF2-40B4-BE49-F238E27FC236}">
                <a16:creationId xmlns:a16="http://schemas.microsoft.com/office/drawing/2014/main" id="{0B7D7F97-9423-44C8-8A2C-625A6F3FD91F}"/>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503363"/>
            <a:ext cx="12192000" cy="3851275"/>
          </a:xfrm>
          <a:prstGeom prst="rect">
            <a:avLst/>
          </a:prstGeom>
        </p:spPr>
      </p:pic>
      <p:sp>
        <p:nvSpPr>
          <p:cNvPr id="2" name="Footer Placeholder 1">
            <a:extLst>
              <a:ext uri="{FF2B5EF4-FFF2-40B4-BE49-F238E27FC236}">
                <a16:creationId xmlns:a16="http://schemas.microsoft.com/office/drawing/2014/main" id="{0BC36E2E-61B3-41C6-9359-498084A1752B}"/>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29669676"/>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7668D-B8AA-44C8-81B2-821C71ADC810}"/>
              </a:ext>
            </a:extLst>
          </p:cNvPr>
          <p:cNvSpPr>
            <a:spLocks noGrp="1"/>
          </p:cNvSpPr>
          <p:nvPr>
            <p:ph type="title"/>
          </p:nvPr>
        </p:nvSpPr>
        <p:spPr>
          <a:xfrm>
            <a:off x="0" y="0"/>
            <a:ext cx="10972800" cy="795966"/>
          </a:xfrm>
        </p:spPr>
        <p:txBody>
          <a:bodyPr>
            <a:normAutofit/>
          </a:bodyPr>
          <a:lstStyle/>
          <a:p>
            <a:pPr fontAlgn="auto">
              <a:spcAft>
                <a:spcPts val="0"/>
              </a:spcAft>
              <a:defRPr/>
            </a:pPr>
            <a:r>
              <a:rPr lang="en-US" dirty="0">
                <a:solidFill>
                  <a:srgbClr val="59D9B3"/>
                </a:solidFill>
                <a:latin typeface="Calibri" panose="020F0502020204030204" pitchFamily="34" charset="0"/>
              </a:rPr>
              <a:t>10.9.1 </a:t>
            </a:r>
            <a:r>
              <a:rPr lang="en-US" dirty="0">
                <a:solidFill>
                  <a:srgbClr val="33B38C"/>
                </a:solidFill>
                <a:latin typeface="Calibri" panose="020F0502020204030204" pitchFamily="34" charset="0"/>
              </a:rPr>
              <a:t>Developing a </a:t>
            </a:r>
            <a:r>
              <a:rPr lang="en-US" dirty="0">
                <a:solidFill>
                  <a:srgbClr val="33B38C"/>
                </a:solidFill>
                <a:latin typeface="Consolas" panose="020B0609020204030204" pitchFamily="49" charset="0"/>
              </a:rPr>
              <a:t>Payable</a:t>
            </a:r>
            <a:r>
              <a:rPr lang="en-US" dirty="0">
                <a:solidFill>
                  <a:srgbClr val="33B38C"/>
                </a:solidFill>
                <a:latin typeface="Calibri" panose="020F0502020204030204" pitchFamily="34" charset="0"/>
              </a:rPr>
              <a:t> Hierarchy (Cont.)</a:t>
            </a:r>
          </a:p>
        </p:txBody>
      </p:sp>
      <p:pic>
        <p:nvPicPr>
          <p:cNvPr id="5" name="Picture 4" descr="jhtp_10_OOPPolymorphism_Page_59">
            <a:extLst>
              <a:ext uri="{FF2B5EF4-FFF2-40B4-BE49-F238E27FC236}">
                <a16:creationId xmlns:a16="http://schemas.microsoft.com/office/drawing/2014/main" id="{522BDE98-9359-4B6F-89D9-AA3E09DF8AA1}"/>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7959046" y="1244009"/>
            <a:ext cx="4973689" cy="5071730"/>
          </a:xfrm>
          <a:prstGeom prst="rect">
            <a:avLst/>
          </a:prstGeom>
        </p:spPr>
      </p:pic>
      <p:sp>
        <p:nvSpPr>
          <p:cNvPr id="7" name="Text Placeholder 2">
            <a:extLst>
              <a:ext uri="{FF2B5EF4-FFF2-40B4-BE49-F238E27FC236}">
                <a16:creationId xmlns:a16="http://schemas.microsoft.com/office/drawing/2014/main" id="{8E8EF5F9-39C3-42B0-8C55-E4B4742067B8}"/>
              </a:ext>
            </a:extLst>
          </p:cNvPr>
          <p:cNvSpPr>
            <a:spLocks noGrp="1"/>
          </p:cNvSpPr>
          <p:nvPr>
            <p:ph type="body" idx="1"/>
          </p:nvPr>
        </p:nvSpPr>
        <p:spPr>
          <a:xfrm>
            <a:off x="0" y="795966"/>
            <a:ext cx="7959047" cy="4525962"/>
          </a:xfrm>
        </p:spPr>
        <p:txBody>
          <a:bodyPr/>
          <a:lstStyle/>
          <a:p>
            <a:pPr eaLnBrk="1" hangingPunct="1">
              <a:lnSpc>
                <a:spcPct val="90000"/>
              </a:lnSpc>
            </a:pPr>
            <a:r>
              <a:rPr lang="en-US" altLang="en-US" dirty="0">
                <a:solidFill>
                  <a:srgbClr val="000000"/>
                </a:solidFill>
              </a:rPr>
              <a:t>Fig. 10.10 shows the accounts payable hierarchy. </a:t>
            </a:r>
          </a:p>
          <a:p>
            <a:pPr eaLnBrk="1" hangingPunct="1">
              <a:lnSpc>
                <a:spcPct val="90000"/>
              </a:lnSpc>
            </a:pPr>
            <a:r>
              <a:rPr lang="en-US" altLang="en-US" dirty="0">
                <a:solidFill>
                  <a:srgbClr val="000000"/>
                </a:solidFill>
              </a:rPr>
              <a:t>The UML distinguishes an interface from other classes by placing «interface» above the interface name. </a:t>
            </a:r>
          </a:p>
          <a:p>
            <a:pPr eaLnBrk="1" hangingPunct="1">
              <a:lnSpc>
                <a:spcPct val="90000"/>
              </a:lnSpc>
            </a:pPr>
            <a:r>
              <a:rPr lang="en-US" altLang="en-US" dirty="0">
                <a:solidFill>
                  <a:srgbClr val="000000"/>
                </a:solidFill>
              </a:rPr>
              <a:t>The UML expresses the relationship between a class and an interface through a </a:t>
            </a:r>
            <a:r>
              <a:rPr lang="en-US" altLang="en-US" dirty="0">
                <a:solidFill>
                  <a:srgbClr val="0000FF"/>
                </a:solidFill>
              </a:rPr>
              <a:t>realization</a:t>
            </a:r>
            <a:r>
              <a:rPr lang="en-US" altLang="en-US" dirty="0">
                <a:solidFill>
                  <a:srgbClr val="000000"/>
                </a:solidFill>
              </a:rPr>
              <a:t>. </a:t>
            </a:r>
          </a:p>
          <a:p>
            <a:pPr lvl="1" eaLnBrk="1" hangingPunct="1">
              <a:lnSpc>
                <a:spcPct val="90000"/>
              </a:lnSpc>
            </a:pPr>
            <a:r>
              <a:rPr lang="en-US" altLang="en-US" dirty="0">
                <a:solidFill>
                  <a:srgbClr val="000000"/>
                </a:solidFill>
              </a:rPr>
              <a:t>A class is said to “realize,” or implement, the methods of an interface. </a:t>
            </a:r>
          </a:p>
          <a:p>
            <a:pPr lvl="1" eaLnBrk="1" hangingPunct="1">
              <a:lnSpc>
                <a:spcPct val="90000"/>
              </a:lnSpc>
            </a:pPr>
            <a:r>
              <a:rPr lang="en-US" altLang="en-US" dirty="0">
                <a:solidFill>
                  <a:srgbClr val="000000"/>
                </a:solidFill>
              </a:rPr>
              <a:t>A class diagram models a realization as a dashed arrow with a hollow arrowhead pointing from the implementing class to the interface. </a:t>
            </a:r>
          </a:p>
          <a:p>
            <a:pPr eaLnBrk="1" hangingPunct="1">
              <a:lnSpc>
                <a:spcPct val="90000"/>
              </a:lnSpc>
            </a:pPr>
            <a:r>
              <a:rPr lang="en-US" altLang="en-US" dirty="0">
                <a:solidFill>
                  <a:srgbClr val="000000"/>
                </a:solidFill>
              </a:rPr>
              <a:t>A subclass inherits its superclass’s realization relationships.</a:t>
            </a:r>
          </a:p>
        </p:txBody>
      </p:sp>
    </p:spTree>
    <p:extLst>
      <p:ext uri="{BB962C8B-B14F-4D97-AF65-F5344CB8AC3E}">
        <p14:creationId xmlns:p14="http://schemas.microsoft.com/office/powerpoint/2010/main" val="339419013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59">
            <a:extLst>
              <a:ext uri="{FF2B5EF4-FFF2-40B4-BE49-F238E27FC236}">
                <a16:creationId xmlns:a16="http://schemas.microsoft.com/office/drawing/2014/main" id="{FA89F1DD-D3E9-4E9A-A672-4CC2E05C0173}"/>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487363"/>
            <a:ext cx="12192000" cy="5883275"/>
          </a:xfrm>
          <a:prstGeom prst="rect">
            <a:avLst/>
          </a:prstGeom>
        </p:spPr>
      </p:pic>
      <p:sp>
        <p:nvSpPr>
          <p:cNvPr id="2" name="Footer Placeholder 1">
            <a:extLst>
              <a:ext uri="{FF2B5EF4-FFF2-40B4-BE49-F238E27FC236}">
                <a16:creationId xmlns:a16="http://schemas.microsoft.com/office/drawing/2014/main" id="{C94CC162-CE4F-4E7D-8A57-B77249A66E22}"/>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802985700"/>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jhtp_10_OOPPolymorphism_Page_60">
            <a:extLst>
              <a:ext uri="{FF2B5EF4-FFF2-40B4-BE49-F238E27FC236}">
                <a16:creationId xmlns:a16="http://schemas.microsoft.com/office/drawing/2014/main" id="{7AEAC208-0E9C-478D-84CF-C1BC86D073FF}"/>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503363"/>
            <a:ext cx="12192000" cy="3849687"/>
          </a:xfrm>
          <a:prstGeom prst="rect">
            <a:avLst/>
          </a:prstGeom>
        </p:spPr>
      </p:pic>
      <p:sp>
        <p:nvSpPr>
          <p:cNvPr id="2" name="Footer Placeholder 1">
            <a:extLst>
              <a:ext uri="{FF2B5EF4-FFF2-40B4-BE49-F238E27FC236}">
                <a16:creationId xmlns:a16="http://schemas.microsoft.com/office/drawing/2014/main" id="{42B6174F-8032-40EC-A1E5-95EC131CACC0}"/>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765597090"/>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jhtp_10_OOPPolymorphism_Page_59">
            <a:extLst>
              <a:ext uri="{FF2B5EF4-FFF2-40B4-BE49-F238E27FC236}">
                <a16:creationId xmlns:a16="http://schemas.microsoft.com/office/drawing/2014/main" id="{043512A8-C353-48A4-BEF6-94DE452D4381}"/>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6484871" y="1049653"/>
            <a:ext cx="6449122" cy="3600405"/>
          </a:xfrm>
          <a:prstGeom prst="rect">
            <a:avLst/>
          </a:prstGeom>
        </p:spPr>
      </p:pic>
      <p:sp>
        <p:nvSpPr>
          <p:cNvPr id="2" name="Title 1">
            <a:extLst>
              <a:ext uri="{FF2B5EF4-FFF2-40B4-BE49-F238E27FC236}">
                <a16:creationId xmlns:a16="http://schemas.microsoft.com/office/drawing/2014/main" id="{9428294A-1F31-467D-96AC-7E85B5760B69}"/>
              </a:ext>
            </a:extLst>
          </p:cNvPr>
          <p:cNvSpPr>
            <a:spLocks noGrp="1"/>
          </p:cNvSpPr>
          <p:nvPr>
            <p:ph type="title"/>
          </p:nvPr>
        </p:nvSpPr>
        <p:spPr/>
        <p:txBody>
          <a:bodyPr/>
          <a:lstStyle/>
          <a:p>
            <a:pPr fontAlgn="auto">
              <a:spcAft>
                <a:spcPts val="0"/>
              </a:spcAft>
              <a:defRPr/>
            </a:pPr>
            <a:r>
              <a:rPr lang="en-US" dirty="0">
                <a:solidFill>
                  <a:srgbClr val="59D9B3"/>
                </a:solidFill>
                <a:latin typeface="Calibri" panose="020F0502020204030204" pitchFamily="34" charset="0"/>
              </a:rPr>
              <a:t>10.9.2 </a:t>
            </a:r>
            <a:r>
              <a:rPr lang="en-US" dirty="0">
                <a:solidFill>
                  <a:srgbClr val="33B38C"/>
                </a:solidFill>
                <a:latin typeface="Calibri" panose="020F0502020204030204" pitchFamily="34" charset="0"/>
              </a:rPr>
              <a:t>Interface </a:t>
            </a:r>
            <a:r>
              <a:rPr lang="en-US" dirty="0">
                <a:solidFill>
                  <a:srgbClr val="33B38C"/>
                </a:solidFill>
                <a:latin typeface="Consolas" panose="020B0609020204030204" pitchFamily="49" charset="0"/>
              </a:rPr>
              <a:t>Payable</a:t>
            </a:r>
            <a:r>
              <a:rPr lang="en-US" dirty="0">
                <a:solidFill>
                  <a:srgbClr val="33B38C"/>
                </a:solidFill>
                <a:latin typeface="Calibri" panose="020F0502020204030204" pitchFamily="34" charset="0"/>
              </a:rPr>
              <a:t> </a:t>
            </a:r>
          </a:p>
        </p:txBody>
      </p:sp>
      <p:sp>
        <p:nvSpPr>
          <p:cNvPr id="105475" name="Text Placeholder 2">
            <a:extLst>
              <a:ext uri="{FF2B5EF4-FFF2-40B4-BE49-F238E27FC236}">
                <a16:creationId xmlns:a16="http://schemas.microsoft.com/office/drawing/2014/main" id="{47814580-4D03-44FE-BBD3-51FE097E60FE}"/>
              </a:ext>
            </a:extLst>
          </p:cNvPr>
          <p:cNvSpPr>
            <a:spLocks noGrp="1"/>
          </p:cNvSpPr>
          <p:nvPr>
            <p:ph type="body" idx="1"/>
          </p:nvPr>
        </p:nvSpPr>
        <p:spPr>
          <a:xfrm>
            <a:off x="609601" y="1481138"/>
            <a:ext cx="6449122" cy="4525962"/>
          </a:xfrm>
        </p:spPr>
        <p:txBody>
          <a:bodyPr/>
          <a:lstStyle/>
          <a:p>
            <a:pPr eaLnBrk="1" hangingPunct="1"/>
            <a:r>
              <a:rPr lang="en-US" altLang="en-US" dirty="0">
                <a:solidFill>
                  <a:srgbClr val="000000"/>
                </a:solidFill>
              </a:rPr>
              <a:t>Fig. 10.11 shows the declaration of interface </a:t>
            </a:r>
            <a:r>
              <a:rPr lang="en-US" altLang="en-US" dirty="0">
                <a:solidFill>
                  <a:srgbClr val="000000"/>
                </a:solidFill>
                <a:latin typeface="Consolas" panose="020B0609020204030204" pitchFamily="49" charset="0"/>
              </a:rPr>
              <a:t>Payable</a:t>
            </a:r>
            <a:r>
              <a:rPr lang="en-US" altLang="en-US" dirty="0">
                <a:solidFill>
                  <a:srgbClr val="000000"/>
                </a:solidFill>
              </a:rPr>
              <a:t>. </a:t>
            </a:r>
          </a:p>
          <a:p>
            <a:pPr eaLnBrk="1" hangingPunct="1"/>
            <a:r>
              <a:rPr lang="en-US" altLang="en-US" dirty="0">
                <a:solidFill>
                  <a:srgbClr val="000000"/>
                </a:solidFill>
              </a:rPr>
              <a:t>Interface methods are always </a:t>
            </a:r>
            <a:r>
              <a:rPr lang="en-US" altLang="en-US" dirty="0">
                <a:solidFill>
                  <a:srgbClr val="000000"/>
                </a:solidFill>
                <a:latin typeface="Consolas" panose="020B0609020204030204" pitchFamily="49" charset="0"/>
              </a:rPr>
              <a:t>public</a:t>
            </a:r>
            <a:r>
              <a:rPr lang="en-US" altLang="en-US" dirty="0">
                <a:solidFill>
                  <a:srgbClr val="000000"/>
                </a:solidFill>
              </a:rPr>
              <a:t> and </a:t>
            </a:r>
            <a:r>
              <a:rPr lang="en-US" altLang="en-US" dirty="0">
                <a:solidFill>
                  <a:srgbClr val="000000"/>
                </a:solidFill>
                <a:latin typeface="Consolas" panose="020B0609020204030204" pitchFamily="49" charset="0"/>
              </a:rPr>
              <a:t>abstract</a:t>
            </a:r>
            <a:r>
              <a:rPr lang="en-US" altLang="en-US" dirty="0">
                <a:solidFill>
                  <a:srgbClr val="000000"/>
                </a:solidFill>
              </a:rPr>
              <a:t>, so they do not need to be declared as such. </a:t>
            </a:r>
          </a:p>
          <a:p>
            <a:pPr eaLnBrk="1" hangingPunct="1"/>
            <a:r>
              <a:rPr lang="en-US" altLang="en-US" dirty="0">
                <a:solidFill>
                  <a:srgbClr val="000000"/>
                </a:solidFill>
              </a:rPr>
              <a:t>Interfaces can have any number of methods. </a:t>
            </a:r>
          </a:p>
          <a:p>
            <a:pPr eaLnBrk="1" hangingPunct="1"/>
            <a:r>
              <a:rPr lang="en-US" altLang="en-US" dirty="0">
                <a:solidFill>
                  <a:srgbClr val="000000"/>
                </a:solidFill>
              </a:rPr>
              <a:t>Interfaces may also contain </a:t>
            </a:r>
            <a:r>
              <a:rPr lang="en-US" altLang="en-US" dirty="0">
                <a:solidFill>
                  <a:srgbClr val="000000"/>
                </a:solidFill>
                <a:latin typeface="Consolas" panose="020B0609020204030204" pitchFamily="49" charset="0"/>
              </a:rPr>
              <a:t>final</a:t>
            </a:r>
            <a:r>
              <a:rPr lang="en-US" altLang="en-US" dirty="0">
                <a:solidFill>
                  <a:srgbClr val="000000"/>
                </a:solidFill>
              </a:rPr>
              <a:t> and </a:t>
            </a:r>
            <a:r>
              <a:rPr lang="en-US" altLang="en-US" dirty="0">
                <a:solidFill>
                  <a:srgbClr val="000000"/>
                </a:solidFill>
                <a:latin typeface="Consolas" panose="020B0609020204030204" pitchFamily="49" charset="0"/>
              </a:rPr>
              <a:t>static</a:t>
            </a:r>
            <a:r>
              <a:rPr lang="en-US" altLang="en-US" dirty="0">
                <a:solidFill>
                  <a:srgbClr val="000000"/>
                </a:solidFill>
              </a:rPr>
              <a:t> constants </a:t>
            </a:r>
          </a:p>
        </p:txBody>
      </p:sp>
      <p:sp>
        <p:nvSpPr>
          <p:cNvPr id="4" name="Footer Placeholder 3">
            <a:extLst>
              <a:ext uri="{FF2B5EF4-FFF2-40B4-BE49-F238E27FC236}">
                <a16:creationId xmlns:a16="http://schemas.microsoft.com/office/drawing/2014/main" id="{79C2C155-285B-40A1-B89D-F08486F161BB}"/>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2395087560"/>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61">
            <a:extLst>
              <a:ext uri="{FF2B5EF4-FFF2-40B4-BE49-F238E27FC236}">
                <a16:creationId xmlns:a16="http://schemas.microsoft.com/office/drawing/2014/main" id="{981FD6CF-CCCF-4227-B583-9A75B3948421}"/>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97708" y="2810194"/>
            <a:ext cx="12192000" cy="3609975"/>
          </a:xfrm>
          <a:prstGeom prst="rect">
            <a:avLst/>
          </a:prstGeom>
        </p:spPr>
      </p:pic>
      <p:sp>
        <p:nvSpPr>
          <p:cNvPr id="2" name="Footer Placeholder 1">
            <a:extLst>
              <a:ext uri="{FF2B5EF4-FFF2-40B4-BE49-F238E27FC236}">
                <a16:creationId xmlns:a16="http://schemas.microsoft.com/office/drawing/2014/main" id="{AC0C4ED8-B7B9-48F4-ABBB-FEB85ED65811}"/>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pic>
        <p:nvPicPr>
          <p:cNvPr id="4" name="Picture 3" descr="jhtp_10_OOPPolymorphism_Page_59">
            <a:extLst>
              <a:ext uri="{FF2B5EF4-FFF2-40B4-BE49-F238E27FC236}">
                <a16:creationId xmlns:a16="http://schemas.microsoft.com/office/drawing/2014/main" id="{CC886521-DBB0-414A-B7EF-5DFEAC81E48E}"/>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7349446" y="-55110"/>
            <a:ext cx="4973689" cy="3484110"/>
          </a:xfrm>
          <a:prstGeom prst="rect">
            <a:avLst/>
          </a:prstGeom>
        </p:spPr>
      </p:pic>
    </p:spTree>
    <p:extLst>
      <p:ext uri="{BB962C8B-B14F-4D97-AF65-F5344CB8AC3E}">
        <p14:creationId xmlns:p14="http://schemas.microsoft.com/office/powerpoint/2010/main" val="2384269385"/>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AA349-CD0F-4F0E-9A26-C2E31DE91BA8}"/>
              </a:ext>
            </a:extLst>
          </p:cNvPr>
          <p:cNvSpPr>
            <a:spLocks noGrp="1"/>
          </p:cNvSpPr>
          <p:nvPr>
            <p:ph type="title"/>
          </p:nvPr>
        </p:nvSpPr>
        <p:spPr/>
        <p:txBody>
          <a:bodyPr/>
          <a:lstStyle/>
          <a:p>
            <a:pPr fontAlgn="auto">
              <a:spcAft>
                <a:spcPts val="0"/>
              </a:spcAft>
              <a:defRPr/>
            </a:pPr>
            <a:r>
              <a:rPr lang="en-US" dirty="0">
                <a:solidFill>
                  <a:srgbClr val="59D9B3"/>
                </a:solidFill>
                <a:latin typeface="Calibri" panose="020F0502020204030204" pitchFamily="34" charset="0"/>
              </a:rPr>
              <a:t>10.9.3 </a:t>
            </a:r>
            <a:r>
              <a:rPr lang="en-US" dirty="0">
                <a:solidFill>
                  <a:srgbClr val="33B38C"/>
                </a:solidFill>
                <a:latin typeface="Calibri" panose="020F0502020204030204" pitchFamily="34" charset="0"/>
              </a:rPr>
              <a:t>Class </a:t>
            </a:r>
            <a:r>
              <a:rPr lang="en-US" dirty="0">
                <a:solidFill>
                  <a:srgbClr val="33B38C"/>
                </a:solidFill>
                <a:latin typeface="Consolas" panose="020B0609020204030204" pitchFamily="49" charset="0"/>
              </a:rPr>
              <a:t>Invoice</a:t>
            </a:r>
            <a:r>
              <a:rPr lang="en-US" dirty="0">
                <a:solidFill>
                  <a:srgbClr val="33B38C"/>
                </a:solidFill>
                <a:latin typeface="Calibri" panose="020F0502020204030204" pitchFamily="34" charset="0"/>
              </a:rPr>
              <a:t> </a:t>
            </a:r>
          </a:p>
        </p:txBody>
      </p:sp>
      <p:sp>
        <p:nvSpPr>
          <p:cNvPr id="107523" name="Text Placeholder 2">
            <a:extLst>
              <a:ext uri="{FF2B5EF4-FFF2-40B4-BE49-F238E27FC236}">
                <a16:creationId xmlns:a16="http://schemas.microsoft.com/office/drawing/2014/main" id="{BC23AEEA-A9EE-4F20-8435-0658C956F42E}"/>
              </a:ext>
            </a:extLst>
          </p:cNvPr>
          <p:cNvSpPr>
            <a:spLocks noGrp="1"/>
          </p:cNvSpPr>
          <p:nvPr>
            <p:ph type="body" idx="1"/>
          </p:nvPr>
        </p:nvSpPr>
        <p:spPr/>
        <p:txBody>
          <a:bodyPr/>
          <a:lstStyle/>
          <a:p>
            <a:r>
              <a:rPr lang="en-US" dirty="0"/>
              <a:t>Class </a:t>
            </a:r>
            <a:r>
              <a:rPr lang="en-US" dirty="0">
                <a:latin typeface="Consolas" panose="020B0609020204030204" pitchFamily="49" charset="0"/>
              </a:rPr>
              <a:t>Invoice</a:t>
            </a:r>
            <a:r>
              <a:rPr lang="en-US" dirty="0"/>
              <a:t> (Fig. 19.12) represents a simple invoice that contains billing information for only one kind of part</a:t>
            </a:r>
          </a:p>
          <a:p>
            <a:pPr eaLnBrk="1" hangingPunct="1"/>
            <a:r>
              <a:rPr lang="en-US" altLang="en-US" dirty="0">
                <a:solidFill>
                  <a:srgbClr val="000000"/>
                </a:solidFill>
              </a:rPr>
              <a:t>Java does not allow subclasses to inherit from more than one superclass, but it allows a class to inherit from one superclass and implement as many interfaces as it needs. </a:t>
            </a:r>
          </a:p>
          <a:p>
            <a:pPr eaLnBrk="1" hangingPunct="1"/>
            <a:r>
              <a:rPr lang="en-US" altLang="en-US" dirty="0">
                <a:solidFill>
                  <a:srgbClr val="000000"/>
                </a:solidFill>
              </a:rPr>
              <a:t>To implement more than one, use a comma-separated list of interface names after keyword </a:t>
            </a:r>
            <a:r>
              <a:rPr lang="en-US" altLang="en-US" dirty="0">
                <a:solidFill>
                  <a:srgbClr val="000000"/>
                </a:solidFill>
                <a:latin typeface="Consolas" panose="020B0609020204030204" pitchFamily="49" charset="0"/>
              </a:rPr>
              <a:t>implements</a:t>
            </a:r>
            <a:r>
              <a:rPr lang="en-US" altLang="en-US" dirty="0">
                <a:solidFill>
                  <a:srgbClr val="000000"/>
                </a:solidFill>
              </a:rPr>
              <a:t> in the class declaration, as in:</a:t>
            </a:r>
          </a:p>
          <a:p>
            <a:pPr lvl="2" eaLnBrk="1" hangingPunct="1">
              <a:buFont typeface="Wingdings 2" panose="05020102010507070707" pitchFamily="18" charset="2"/>
              <a:buNone/>
            </a:pPr>
            <a:r>
              <a:rPr lang="en-US" altLang="en-US" dirty="0">
                <a:solidFill>
                  <a:srgbClr val="000000"/>
                </a:solidFill>
                <a:latin typeface="Consolas" panose="020B0609020204030204" pitchFamily="49" charset="0"/>
              </a:rPr>
              <a:t>	public class </a:t>
            </a:r>
            <a:r>
              <a:rPr lang="en-US" altLang="en-US" b="1" i="1" dirty="0" err="1">
                <a:solidFill>
                  <a:srgbClr val="000000"/>
                </a:solidFill>
              </a:rPr>
              <a:t>ClassName</a:t>
            </a:r>
            <a:r>
              <a:rPr lang="en-US" altLang="en-US" i="1" dirty="0">
                <a:solidFill>
                  <a:srgbClr val="000000"/>
                </a:solidFill>
                <a:latin typeface="Consolas" panose="020B0609020204030204" pitchFamily="49" charset="0"/>
              </a:rPr>
              <a:t> </a:t>
            </a:r>
            <a:r>
              <a:rPr lang="en-US" altLang="en-US" dirty="0">
                <a:solidFill>
                  <a:srgbClr val="000000"/>
                </a:solidFill>
                <a:latin typeface="Consolas" panose="020B0609020204030204" pitchFamily="49" charset="0"/>
              </a:rPr>
              <a:t>extends </a:t>
            </a:r>
            <a:r>
              <a:rPr lang="en-US" altLang="en-US" b="1" i="1" dirty="0" err="1">
                <a:solidFill>
                  <a:srgbClr val="000000"/>
                </a:solidFill>
              </a:rPr>
              <a:t>SuperclassName</a:t>
            </a:r>
            <a:r>
              <a:rPr lang="en-US" altLang="en-US" i="1" dirty="0">
                <a:solidFill>
                  <a:srgbClr val="000000"/>
                </a:solidFill>
                <a:latin typeface="Consolas" panose="020B0609020204030204" pitchFamily="49" charset="0"/>
              </a:rPr>
              <a:t> </a:t>
            </a:r>
            <a:br>
              <a:rPr lang="en-US" altLang="en-US" i="1" dirty="0">
                <a:solidFill>
                  <a:srgbClr val="000000"/>
                </a:solidFill>
                <a:latin typeface="Consolas" panose="020B0609020204030204" pitchFamily="49" charset="0"/>
              </a:rPr>
            </a:br>
            <a:r>
              <a:rPr lang="en-US" altLang="en-US" i="1" dirty="0">
                <a:solidFill>
                  <a:srgbClr val="000000"/>
                </a:solidFill>
                <a:latin typeface="Consolas" panose="020B0609020204030204" pitchFamily="49" charset="0"/>
              </a:rPr>
              <a:t>   </a:t>
            </a:r>
            <a:r>
              <a:rPr lang="en-US" altLang="en-US" dirty="0">
                <a:solidFill>
                  <a:srgbClr val="000000"/>
                </a:solidFill>
                <a:latin typeface="Consolas" panose="020B0609020204030204" pitchFamily="49" charset="0"/>
              </a:rPr>
              <a:t>implements </a:t>
            </a:r>
            <a:r>
              <a:rPr lang="en-US" altLang="en-US" b="1" i="1" dirty="0" err="1">
                <a:solidFill>
                  <a:srgbClr val="000000"/>
                </a:solidFill>
              </a:rPr>
              <a:t>FirstInterface</a:t>
            </a:r>
            <a:r>
              <a:rPr lang="en-US" altLang="en-US" dirty="0">
                <a:solidFill>
                  <a:srgbClr val="000000"/>
                </a:solidFill>
                <a:latin typeface="Consolas" panose="020B0609020204030204" pitchFamily="49" charset="0"/>
              </a:rPr>
              <a:t>,</a:t>
            </a:r>
            <a:r>
              <a:rPr lang="en-US" altLang="en-US" i="1" dirty="0">
                <a:solidFill>
                  <a:srgbClr val="000000"/>
                </a:solidFill>
                <a:latin typeface="Consolas" panose="020B0609020204030204" pitchFamily="49" charset="0"/>
              </a:rPr>
              <a:t> </a:t>
            </a:r>
            <a:r>
              <a:rPr lang="en-US" altLang="en-US" b="1" i="1" dirty="0" err="1">
                <a:solidFill>
                  <a:srgbClr val="000000"/>
                </a:solidFill>
              </a:rPr>
              <a:t>SecondInterface</a:t>
            </a:r>
            <a:r>
              <a:rPr lang="en-US" altLang="en-US" dirty="0">
                <a:solidFill>
                  <a:srgbClr val="000000"/>
                </a:solidFill>
                <a:latin typeface="Consolas" panose="020B0609020204030204" pitchFamily="49" charset="0"/>
              </a:rPr>
              <a:t>, </a:t>
            </a:r>
            <a:r>
              <a:rPr lang="en-US" altLang="en-US" dirty="0">
                <a:solidFill>
                  <a:srgbClr val="000000"/>
                </a:solidFill>
              </a:rPr>
              <a:t>…</a:t>
            </a:r>
            <a:endParaRPr lang="en-US" altLang="en-US" dirty="0">
              <a:solidFill>
                <a:srgbClr val="000000"/>
              </a:solidFill>
              <a:latin typeface="Consolas" panose="020B0609020204030204" pitchFamily="49" charset="0"/>
            </a:endParaRPr>
          </a:p>
        </p:txBody>
      </p:sp>
      <p:sp>
        <p:nvSpPr>
          <p:cNvPr id="4" name="Footer Placeholder 3">
            <a:extLst>
              <a:ext uri="{FF2B5EF4-FFF2-40B4-BE49-F238E27FC236}">
                <a16:creationId xmlns:a16="http://schemas.microsoft.com/office/drawing/2014/main" id="{17D2B1F4-B835-4736-88D0-3C69CD0B8EC1}"/>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26855502"/>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62">
            <a:extLst>
              <a:ext uri="{FF2B5EF4-FFF2-40B4-BE49-F238E27FC236}">
                <a16:creationId xmlns:a16="http://schemas.microsoft.com/office/drawing/2014/main" id="{BF4BABA3-519F-4B5B-823C-7FCC765700C0}"/>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187450"/>
            <a:ext cx="12192000" cy="4481513"/>
          </a:xfrm>
          <a:prstGeom prst="rect">
            <a:avLst/>
          </a:prstGeom>
        </p:spPr>
      </p:pic>
      <p:sp>
        <p:nvSpPr>
          <p:cNvPr id="2" name="Footer Placeholder 1">
            <a:extLst>
              <a:ext uri="{FF2B5EF4-FFF2-40B4-BE49-F238E27FC236}">
                <a16:creationId xmlns:a16="http://schemas.microsoft.com/office/drawing/2014/main" id="{29E1EEE3-CB1C-47DC-A42D-ABD256997C79}"/>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pic>
        <p:nvPicPr>
          <p:cNvPr id="4" name="Picture 3" descr="jhtp_10_OOPPolymorphism_Page_59">
            <a:extLst>
              <a:ext uri="{FF2B5EF4-FFF2-40B4-BE49-F238E27FC236}">
                <a16:creationId xmlns:a16="http://schemas.microsoft.com/office/drawing/2014/main" id="{757F39BF-F525-44FA-8D71-66BA0FE9FBF1}"/>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8229599" y="84136"/>
            <a:ext cx="5036458" cy="4256905"/>
          </a:xfrm>
          <a:prstGeom prst="rect">
            <a:avLst/>
          </a:prstGeom>
        </p:spPr>
      </p:pic>
    </p:spTree>
    <p:extLst>
      <p:ext uri="{BB962C8B-B14F-4D97-AF65-F5344CB8AC3E}">
        <p14:creationId xmlns:p14="http://schemas.microsoft.com/office/powerpoint/2010/main" val="3425356261"/>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63">
            <a:extLst>
              <a:ext uri="{FF2B5EF4-FFF2-40B4-BE49-F238E27FC236}">
                <a16:creationId xmlns:a16="http://schemas.microsoft.com/office/drawing/2014/main" id="{32D45F0F-4EA2-41A0-A6EA-7B01901BDEA3}"/>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8575"/>
            <a:ext cx="12192000" cy="6800850"/>
          </a:xfrm>
          <a:prstGeom prst="rect">
            <a:avLst/>
          </a:prstGeom>
        </p:spPr>
      </p:pic>
      <p:sp>
        <p:nvSpPr>
          <p:cNvPr id="2" name="Footer Placeholder 1">
            <a:extLst>
              <a:ext uri="{FF2B5EF4-FFF2-40B4-BE49-F238E27FC236}">
                <a16:creationId xmlns:a16="http://schemas.microsoft.com/office/drawing/2014/main" id="{B6836FBF-75A6-4E6E-8016-FFBE5E2EFA05}"/>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1670719910"/>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64">
            <a:extLst>
              <a:ext uri="{FF2B5EF4-FFF2-40B4-BE49-F238E27FC236}">
                <a16:creationId xmlns:a16="http://schemas.microsoft.com/office/drawing/2014/main" id="{F22C537C-29A7-4F44-8052-4127A0BE852B}"/>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608013"/>
            <a:ext cx="12192000" cy="5641975"/>
          </a:xfrm>
          <a:prstGeom prst="rect">
            <a:avLst/>
          </a:prstGeom>
        </p:spPr>
      </p:pic>
      <p:sp>
        <p:nvSpPr>
          <p:cNvPr id="2" name="Footer Placeholder 1">
            <a:extLst>
              <a:ext uri="{FF2B5EF4-FFF2-40B4-BE49-F238E27FC236}">
                <a16:creationId xmlns:a16="http://schemas.microsoft.com/office/drawing/2014/main" id="{2E96D1F9-BA4D-4EEC-A21F-A3CFC753E568}"/>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3611903832"/>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65">
            <a:extLst>
              <a:ext uri="{FF2B5EF4-FFF2-40B4-BE49-F238E27FC236}">
                <a16:creationId xmlns:a16="http://schemas.microsoft.com/office/drawing/2014/main" id="{21D68AB1-CAC4-4812-B1BD-0FF3AB7CB4DF}"/>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391886" y="461962"/>
            <a:ext cx="9942286" cy="5934075"/>
          </a:xfrm>
          <a:prstGeom prst="rect">
            <a:avLst/>
          </a:prstGeom>
        </p:spPr>
      </p:pic>
      <p:sp>
        <p:nvSpPr>
          <p:cNvPr id="2" name="Footer Placeholder 1">
            <a:extLst>
              <a:ext uri="{FF2B5EF4-FFF2-40B4-BE49-F238E27FC236}">
                <a16:creationId xmlns:a16="http://schemas.microsoft.com/office/drawing/2014/main" id="{6AE4874A-4326-493E-BA9A-8F801F1757B5}"/>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pic>
        <p:nvPicPr>
          <p:cNvPr id="4" name="Picture 3" descr="jhtp_10_OOPPolymorphism_Page_59">
            <a:extLst>
              <a:ext uri="{FF2B5EF4-FFF2-40B4-BE49-F238E27FC236}">
                <a16:creationId xmlns:a16="http://schemas.microsoft.com/office/drawing/2014/main" id="{A1A93CC5-2509-4EBB-AB05-2BE649461DC2}"/>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9231085" y="242523"/>
            <a:ext cx="3585535" cy="3792448"/>
          </a:xfrm>
          <a:prstGeom prst="rect">
            <a:avLst/>
          </a:prstGeom>
        </p:spPr>
      </p:pic>
    </p:spTree>
    <p:extLst>
      <p:ext uri="{BB962C8B-B14F-4D97-AF65-F5344CB8AC3E}">
        <p14:creationId xmlns:p14="http://schemas.microsoft.com/office/powerpoint/2010/main" val="407988307"/>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66">
            <a:extLst>
              <a:ext uri="{FF2B5EF4-FFF2-40B4-BE49-F238E27FC236}">
                <a16:creationId xmlns:a16="http://schemas.microsoft.com/office/drawing/2014/main" id="{4D9FF7C2-BBB2-4ED0-830E-B6AE4F693A47}"/>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593850"/>
            <a:ext cx="12192000" cy="3670300"/>
          </a:xfrm>
          <a:prstGeom prst="rect">
            <a:avLst/>
          </a:prstGeom>
        </p:spPr>
      </p:pic>
      <p:sp>
        <p:nvSpPr>
          <p:cNvPr id="2" name="Footer Placeholder 1">
            <a:extLst>
              <a:ext uri="{FF2B5EF4-FFF2-40B4-BE49-F238E27FC236}">
                <a16:creationId xmlns:a16="http://schemas.microsoft.com/office/drawing/2014/main" id="{004775D0-4398-4D6A-B1E8-9790072EB234}"/>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1087053564"/>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jhtp_10_OOPPolymorphism_Page_59">
            <a:extLst>
              <a:ext uri="{FF2B5EF4-FFF2-40B4-BE49-F238E27FC236}">
                <a16:creationId xmlns:a16="http://schemas.microsoft.com/office/drawing/2014/main" id="{A2FB5BB9-769D-4E37-9E20-5589427B2AA0}"/>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9013141" y="1193560"/>
            <a:ext cx="4050535" cy="3177717"/>
          </a:xfrm>
          <a:prstGeom prst="rect">
            <a:avLst/>
          </a:prstGeom>
        </p:spPr>
      </p:pic>
      <p:sp>
        <p:nvSpPr>
          <p:cNvPr id="2" name="Title 1">
            <a:extLst>
              <a:ext uri="{FF2B5EF4-FFF2-40B4-BE49-F238E27FC236}">
                <a16:creationId xmlns:a16="http://schemas.microsoft.com/office/drawing/2014/main" id="{6C315428-BCAB-4561-86A7-59F7CE29D68C}"/>
              </a:ext>
            </a:extLst>
          </p:cNvPr>
          <p:cNvSpPr>
            <a:spLocks noGrp="1"/>
          </p:cNvSpPr>
          <p:nvPr>
            <p:ph type="title"/>
          </p:nvPr>
        </p:nvSpPr>
        <p:spPr>
          <a:xfrm>
            <a:off x="183972" y="50561"/>
            <a:ext cx="10972800" cy="1143000"/>
          </a:xfrm>
        </p:spPr>
        <p:txBody>
          <a:bodyPr>
            <a:normAutofit fontScale="90000"/>
          </a:bodyPr>
          <a:lstStyle/>
          <a:p>
            <a:pPr fontAlgn="auto">
              <a:spcAft>
                <a:spcPts val="0"/>
              </a:spcAft>
              <a:defRPr/>
            </a:pPr>
            <a:r>
              <a:rPr lang="en-US" dirty="0">
                <a:solidFill>
                  <a:srgbClr val="59D9B3"/>
                </a:solidFill>
                <a:latin typeface="Calibri" panose="020F0502020204030204" pitchFamily="34" charset="0"/>
              </a:rPr>
              <a:t>10.9.4 </a:t>
            </a:r>
            <a:r>
              <a:rPr lang="en-US" dirty="0">
                <a:solidFill>
                  <a:srgbClr val="33B38C"/>
                </a:solidFill>
                <a:latin typeface="Calibri" panose="020F0502020204030204" pitchFamily="34" charset="0"/>
              </a:rPr>
              <a:t>Modifying Class </a:t>
            </a:r>
            <a:r>
              <a:rPr lang="en-US" dirty="0">
                <a:solidFill>
                  <a:srgbClr val="33B38C"/>
                </a:solidFill>
                <a:latin typeface="Consolas" panose="020B0609020204030204" pitchFamily="49" charset="0"/>
              </a:rPr>
              <a:t>Employee</a:t>
            </a:r>
            <a:r>
              <a:rPr lang="en-US" dirty="0">
                <a:solidFill>
                  <a:srgbClr val="33B38C"/>
                </a:solidFill>
                <a:latin typeface="Calibri" panose="020F0502020204030204" pitchFamily="34" charset="0"/>
              </a:rPr>
              <a:t> to Implement Interface </a:t>
            </a:r>
            <a:r>
              <a:rPr lang="en-US" dirty="0">
                <a:solidFill>
                  <a:srgbClr val="33B38C"/>
                </a:solidFill>
                <a:latin typeface="Consolas" panose="020B0609020204030204" pitchFamily="49" charset="0"/>
              </a:rPr>
              <a:t>Payable</a:t>
            </a:r>
            <a:r>
              <a:rPr lang="en-US" dirty="0">
                <a:solidFill>
                  <a:srgbClr val="33B38C"/>
                </a:solidFill>
                <a:latin typeface="Calibri" panose="020F0502020204030204" pitchFamily="34" charset="0"/>
              </a:rPr>
              <a:t> </a:t>
            </a:r>
          </a:p>
        </p:txBody>
      </p:sp>
      <p:sp>
        <p:nvSpPr>
          <p:cNvPr id="113667" name="Text Placeholder 2">
            <a:extLst>
              <a:ext uri="{FF2B5EF4-FFF2-40B4-BE49-F238E27FC236}">
                <a16:creationId xmlns:a16="http://schemas.microsoft.com/office/drawing/2014/main" id="{821376A0-8F00-4084-8DD6-FE83F50CA7E3}"/>
              </a:ext>
            </a:extLst>
          </p:cNvPr>
          <p:cNvSpPr>
            <a:spLocks noGrp="1"/>
          </p:cNvSpPr>
          <p:nvPr>
            <p:ph type="body" idx="1"/>
          </p:nvPr>
        </p:nvSpPr>
        <p:spPr>
          <a:xfrm>
            <a:off x="130097" y="1417638"/>
            <a:ext cx="9850244" cy="4525962"/>
          </a:xfrm>
        </p:spPr>
        <p:txBody>
          <a:bodyPr/>
          <a:lstStyle/>
          <a:p>
            <a:r>
              <a:rPr lang="en-US" sz="2800" dirty="0"/>
              <a:t>We now modify class </a:t>
            </a:r>
            <a:r>
              <a:rPr lang="en-US" sz="2800" dirty="0">
                <a:latin typeface="Consolas" panose="020B0609020204030204" pitchFamily="49" charset="0"/>
              </a:rPr>
              <a:t>Employee</a:t>
            </a:r>
            <a:r>
              <a:rPr lang="en-US" sz="2800" dirty="0"/>
              <a:t> to implement interface </a:t>
            </a:r>
            <a:r>
              <a:rPr lang="en-US" sz="2800" dirty="0">
                <a:latin typeface="Consolas" panose="020B0609020204030204" pitchFamily="49" charset="0"/>
              </a:rPr>
              <a:t>Payable</a:t>
            </a:r>
            <a:r>
              <a:rPr lang="en-US" sz="2800" dirty="0"/>
              <a:t>. This class declaration is identical to previous one  with two exceptions:</a:t>
            </a:r>
          </a:p>
          <a:p>
            <a:pPr lvl="2"/>
            <a:r>
              <a:rPr lang="en-US" sz="2400" dirty="0"/>
              <a:t>Line 4 of  indicates that class </a:t>
            </a:r>
            <a:r>
              <a:rPr lang="en-US" sz="2400" dirty="0">
                <a:latin typeface="Consolas" panose="020B0609020204030204" pitchFamily="49" charset="0"/>
              </a:rPr>
              <a:t>Employee</a:t>
            </a:r>
            <a:r>
              <a:rPr lang="en-US" sz="2400" dirty="0"/>
              <a:t> now implements </a:t>
            </a:r>
            <a:r>
              <a:rPr lang="en-US" sz="2400" dirty="0">
                <a:latin typeface="Consolas" panose="020B0609020204030204" pitchFamily="49" charset="0"/>
              </a:rPr>
              <a:t>Payable</a:t>
            </a:r>
            <a:r>
              <a:rPr lang="en-US" sz="2400" dirty="0"/>
              <a:t>. </a:t>
            </a:r>
          </a:p>
          <a:p>
            <a:pPr lvl="2"/>
            <a:r>
              <a:rPr lang="en-US" sz="2400" dirty="0"/>
              <a:t>Line 38 implements interface </a:t>
            </a:r>
            <a:r>
              <a:rPr lang="en-US" sz="2400" dirty="0">
                <a:latin typeface="Consolas" panose="020B0609020204030204" pitchFamily="49" charset="0"/>
              </a:rPr>
              <a:t>Payable</a:t>
            </a:r>
            <a:r>
              <a:rPr lang="en-US" sz="2400" dirty="0"/>
              <a:t>’s </a:t>
            </a:r>
            <a:r>
              <a:rPr lang="en-US" sz="2400" dirty="0" err="1">
                <a:latin typeface="Consolas" panose="020B0609020204030204" pitchFamily="49" charset="0"/>
              </a:rPr>
              <a:t>getPaymentAmount</a:t>
            </a:r>
            <a:r>
              <a:rPr lang="en-US" sz="2400" dirty="0"/>
              <a:t> method. </a:t>
            </a:r>
          </a:p>
          <a:p>
            <a:r>
              <a:rPr lang="en-US" sz="2800" dirty="0" err="1">
                <a:latin typeface="Consolas" panose="020B0609020204030204" pitchFamily="49" charset="0"/>
              </a:rPr>
              <a:t>getPaymentAmount</a:t>
            </a:r>
            <a:r>
              <a:rPr lang="en-US" sz="2800" dirty="0"/>
              <a:t> simply calls </a:t>
            </a:r>
            <a:r>
              <a:rPr lang="en-US" sz="2800" dirty="0">
                <a:latin typeface="Consolas" panose="020B0609020204030204" pitchFamily="49" charset="0"/>
              </a:rPr>
              <a:t>Employee</a:t>
            </a:r>
            <a:r>
              <a:rPr lang="en-US" sz="2800" dirty="0"/>
              <a:t>’s </a:t>
            </a:r>
            <a:r>
              <a:rPr lang="en-US" sz="2800" dirty="0">
                <a:latin typeface="Consolas" panose="020B0609020204030204" pitchFamily="49" charset="0"/>
              </a:rPr>
              <a:t>abstract</a:t>
            </a:r>
            <a:r>
              <a:rPr lang="en-US" sz="2800" dirty="0"/>
              <a:t> method </a:t>
            </a:r>
            <a:r>
              <a:rPr lang="en-US" sz="2800" dirty="0">
                <a:latin typeface="Consolas" panose="020B0609020204030204" pitchFamily="49" charset="0"/>
              </a:rPr>
              <a:t>earnings</a:t>
            </a:r>
            <a:endParaRPr lang="en-US" sz="2800" dirty="0"/>
          </a:p>
          <a:p>
            <a:pPr lvl="1"/>
            <a:r>
              <a:rPr lang="en-US" sz="2400" dirty="0"/>
              <a:t>At execution time, when </a:t>
            </a:r>
            <a:r>
              <a:rPr lang="en-US" sz="2400" dirty="0" err="1">
                <a:latin typeface="Consolas" panose="020B0609020204030204" pitchFamily="49" charset="0"/>
              </a:rPr>
              <a:t>getPaymentAmount</a:t>
            </a:r>
            <a:r>
              <a:rPr lang="en-US" sz="2400" dirty="0"/>
              <a:t> is called on an object of an </a:t>
            </a:r>
            <a:r>
              <a:rPr lang="en-US" sz="2400" dirty="0">
                <a:latin typeface="Consolas" panose="020B0609020204030204" pitchFamily="49" charset="0"/>
              </a:rPr>
              <a:t>Employee</a:t>
            </a:r>
            <a:r>
              <a:rPr lang="en-US" sz="2400" dirty="0"/>
              <a:t> subclass, </a:t>
            </a:r>
            <a:r>
              <a:rPr lang="en-US" sz="2400" dirty="0" err="1">
                <a:latin typeface="Consolas" panose="020B0609020204030204" pitchFamily="49" charset="0"/>
              </a:rPr>
              <a:t>getPaymentAmount</a:t>
            </a:r>
            <a:r>
              <a:rPr lang="en-US" sz="2400" dirty="0"/>
              <a:t> calls that subclass’s concrete </a:t>
            </a:r>
            <a:r>
              <a:rPr lang="en-US" sz="2400" dirty="0">
                <a:latin typeface="Consolas" panose="020B0609020204030204" pitchFamily="49" charset="0"/>
              </a:rPr>
              <a:t>earnings</a:t>
            </a:r>
            <a:r>
              <a:rPr lang="en-US" sz="2400" dirty="0"/>
              <a:t> method, which knows how to calculate earnings for objects of that subclass type. </a:t>
            </a:r>
          </a:p>
        </p:txBody>
      </p:sp>
    </p:spTree>
    <p:extLst>
      <p:ext uri="{BB962C8B-B14F-4D97-AF65-F5344CB8AC3E}">
        <p14:creationId xmlns:p14="http://schemas.microsoft.com/office/powerpoint/2010/main" val="1513996162"/>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67">
            <a:extLst>
              <a:ext uri="{FF2B5EF4-FFF2-40B4-BE49-F238E27FC236}">
                <a16:creationId xmlns:a16="http://schemas.microsoft.com/office/drawing/2014/main" id="{5C8225FA-7A51-4933-AEB4-9BA4D94BCD07}"/>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290285" y="622186"/>
            <a:ext cx="10813142" cy="6513513"/>
          </a:xfrm>
          <a:prstGeom prst="rect">
            <a:avLst/>
          </a:prstGeom>
        </p:spPr>
      </p:pic>
      <p:sp>
        <p:nvSpPr>
          <p:cNvPr id="2" name="Footer Placeholder 1">
            <a:extLst>
              <a:ext uri="{FF2B5EF4-FFF2-40B4-BE49-F238E27FC236}">
                <a16:creationId xmlns:a16="http://schemas.microsoft.com/office/drawing/2014/main" id="{946977A1-7E6D-4349-B5B3-588DAF6F8085}"/>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pic>
        <p:nvPicPr>
          <p:cNvPr id="4" name="Picture 3" descr="jhtp_10_OOPPolymorphism_Page_59">
            <a:extLst>
              <a:ext uri="{FF2B5EF4-FFF2-40B4-BE49-F238E27FC236}">
                <a16:creationId xmlns:a16="http://schemas.microsoft.com/office/drawing/2014/main" id="{BEEA09D5-5562-459F-873B-57BA662DCDBC}"/>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8374743" y="0"/>
            <a:ext cx="4151592" cy="4426857"/>
          </a:xfrm>
          <a:prstGeom prst="rect">
            <a:avLst/>
          </a:prstGeom>
        </p:spPr>
      </p:pic>
    </p:spTree>
    <p:extLst>
      <p:ext uri="{BB962C8B-B14F-4D97-AF65-F5344CB8AC3E}">
        <p14:creationId xmlns:p14="http://schemas.microsoft.com/office/powerpoint/2010/main" val="1722419735"/>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68">
            <a:extLst>
              <a:ext uri="{FF2B5EF4-FFF2-40B4-BE49-F238E27FC236}">
                <a16:creationId xmlns:a16="http://schemas.microsoft.com/office/drawing/2014/main" id="{C23979C8-6C1F-4455-9847-CEFACC6271F8}"/>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71450"/>
            <a:ext cx="12192000" cy="6513513"/>
          </a:xfrm>
          <a:prstGeom prst="rect">
            <a:avLst/>
          </a:prstGeom>
        </p:spPr>
      </p:pic>
      <p:sp>
        <p:nvSpPr>
          <p:cNvPr id="2" name="Footer Placeholder 1">
            <a:extLst>
              <a:ext uri="{FF2B5EF4-FFF2-40B4-BE49-F238E27FC236}">
                <a16:creationId xmlns:a16="http://schemas.microsoft.com/office/drawing/2014/main" id="{92D71B67-B975-44B7-99E1-5F9EC9DF3C83}"/>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866877167"/>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69">
            <a:extLst>
              <a:ext uri="{FF2B5EF4-FFF2-40B4-BE49-F238E27FC236}">
                <a16:creationId xmlns:a16="http://schemas.microsoft.com/office/drawing/2014/main" id="{A7B9136D-E335-4D2F-923E-A59150345A6F}"/>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59657" y="2506664"/>
            <a:ext cx="12192000" cy="3902075"/>
          </a:xfrm>
          <a:prstGeom prst="rect">
            <a:avLst/>
          </a:prstGeom>
        </p:spPr>
      </p:pic>
      <p:sp>
        <p:nvSpPr>
          <p:cNvPr id="2" name="Footer Placeholder 1">
            <a:extLst>
              <a:ext uri="{FF2B5EF4-FFF2-40B4-BE49-F238E27FC236}">
                <a16:creationId xmlns:a16="http://schemas.microsoft.com/office/drawing/2014/main" id="{B31AA0AC-9243-47F4-BCC3-1CEB3282D8F6}"/>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pic>
        <p:nvPicPr>
          <p:cNvPr id="4" name="Picture 3" descr="jhtp_10_OOPPolymorphism_Page_59">
            <a:extLst>
              <a:ext uri="{FF2B5EF4-FFF2-40B4-BE49-F238E27FC236}">
                <a16:creationId xmlns:a16="http://schemas.microsoft.com/office/drawing/2014/main" id="{D9A657A9-FB05-44FC-A600-4E3B40EEC3B7}"/>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7218311" y="-265477"/>
            <a:ext cx="4973689" cy="3560220"/>
          </a:xfrm>
          <a:prstGeom prst="rect">
            <a:avLst/>
          </a:prstGeom>
        </p:spPr>
      </p:pic>
    </p:spTree>
    <p:extLst>
      <p:ext uri="{BB962C8B-B14F-4D97-AF65-F5344CB8AC3E}">
        <p14:creationId xmlns:p14="http://schemas.microsoft.com/office/powerpoint/2010/main" val="4111617423"/>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jhtp_10_OOPPolymorphism_Page_70">
            <a:extLst>
              <a:ext uri="{FF2B5EF4-FFF2-40B4-BE49-F238E27FC236}">
                <a16:creationId xmlns:a16="http://schemas.microsoft.com/office/drawing/2014/main" id="{D31E6DBB-B81A-4442-922B-EAD2345C6D18}"/>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952500"/>
            <a:ext cx="12192000" cy="4953000"/>
          </a:xfrm>
          <a:prstGeom prst="rect">
            <a:avLst/>
          </a:prstGeom>
        </p:spPr>
      </p:pic>
      <p:sp>
        <p:nvSpPr>
          <p:cNvPr id="2" name="Footer Placeholder 1">
            <a:extLst>
              <a:ext uri="{FF2B5EF4-FFF2-40B4-BE49-F238E27FC236}">
                <a16:creationId xmlns:a16="http://schemas.microsoft.com/office/drawing/2014/main" id="{099DB448-E8C4-4A82-84F7-81A2AC4A8303}"/>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4124208811"/>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jhtp_10_OOPPolymorphism_Page_71">
            <a:extLst>
              <a:ext uri="{FF2B5EF4-FFF2-40B4-BE49-F238E27FC236}">
                <a16:creationId xmlns:a16="http://schemas.microsoft.com/office/drawing/2014/main" id="{86A5ABCC-7501-4A21-9317-340E910FC605}"/>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666750"/>
            <a:ext cx="12192000" cy="5524500"/>
          </a:xfrm>
          <a:prstGeom prst="rect">
            <a:avLst/>
          </a:prstGeom>
        </p:spPr>
      </p:pic>
      <p:sp>
        <p:nvSpPr>
          <p:cNvPr id="2" name="Footer Placeholder 1">
            <a:extLst>
              <a:ext uri="{FF2B5EF4-FFF2-40B4-BE49-F238E27FC236}">
                <a16:creationId xmlns:a16="http://schemas.microsoft.com/office/drawing/2014/main" id="{3143FA84-3D17-4F1D-BF1F-3B22A08CE368}"/>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3338941722"/>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jhtp_10_OOPPolymorphism_Page_72">
            <a:extLst>
              <a:ext uri="{FF2B5EF4-FFF2-40B4-BE49-F238E27FC236}">
                <a16:creationId xmlns:a16="http://schemas.microsoft.com/office/drawing/2014/main" id="{3D07DA4B-0EEB-428B-A4DC-8A180F36A819}"/>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34938"/>
            <a:ext cx="12192000" cy="6588125"/>
          </a:xfrm>
          <a:prstGeom prst="rect">
            <a:avLst/>
          </a:prstGeom>
        </p:spPr>
      </p:pic>
      <p:sp>
        <p:nvSpPr>
          <p:cNvPr id="2" name="Footer Placeholder 1">
            <a:extLst>
              <a:ext uri="{FF2B5EF4-FFF2-40B4-BE49-F238E27FC236}">
                <a16:creationId xmlns:a16="http://schemas.microsoft.com/office/drawing/2014/main" id="{4C8BB844-9B92-406E-B564-D12A88AF80E6}"/>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1587023115"/>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jhtp_10_OOPPolymorphism_Page_59">
            <a:extLst>
              <a:ext uri="{FF2B5EF4-FFF2-40B4-BE49-F238E27FC236}">
                <a16:creationId xmlns:a16="http://schemas.microsoft.com/office/drawing/2014/main" id="{7101ED68-E142-4C2C-B83C-EA61856041EE}"/>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8396868" y="1363315"/>
            <a:ext cx="4761570" cy="2863534"/>
          </a:xfrm>
          <a:prstGeom prst="rect">
            <a:avLst/>
          </a:prstGeom>
        </p:spPr>
      </p:pic>
      <p:sp>
        <p:nvSpPr>
          <p:cNvPr id="2" name="Title 1">
            <a:extLst>
              <a:ext uri="{FF2B5EF4-FFF2-40B4-BE49-F238E27FC236}">
                <a16:creationId xmlns:a16="http://schemas.microsoft.com/office/drawing/2014/main" id="{9AFC6FC4-A094-4E4F-8C0D-371DB339477C}"/>
              </a:ext>
            </a:extLst>
          </p:cNvPr>
          <p:cNvSpPr>
            <a:spLocks noGrp="1"/>
          </p:cNvSpPr>
          <p:nvPr>
            <p:ph type="title"/>
          </p:nvPr>
        </p:nvSpPr>
        <p:spPr/>
        <p:txBody>
          <a:bodyPr>
            <a:normAutofit fontScale="90000"/>
          </a:bodyPr>
          <a:lstStyle/>
          <a:p>
            <a:pPr fontAlgn="auto">
              <a:spcAft>
                <a:spcPts val="0"/>
              </a:spcAft>
              <a:defRPr/>
            </a:pPr>
            <a:r>
              <a:rPr lang="en-US" dirty="0">
                <a:solidFill>
                  <a:srgbClr val="59D9B3"/>
                </a:solidFill>
                <a:latin typeface="Calibri" panose="020F0502020204030204" pitchFamily="34" charset="0"/>
              </a:rPr>
              <a:t>10.9.5 </a:t>
            </a:r>
            <a:r>
              <a:rPr lang="en-US" dirty="0">
                <a:solidFill>
                  <a:srgbClr val="33B38C"/>
                </a:solidFill>
                <a:latin typeface="Calibri" panose="020F0502020204030204" pitchFamily="34" charset="0"/>
              </a:rPr>
              <a:t>Using Interface </a:t>
            </a:r>
            <a:r>
              <a:rPr lang="en-US" dirty="0">
                <a:solidFill>
                  <a:srgbClr val="33B38C"/>
                </a:solidFill>
                <a:latin typeface="Consolas" panose="020B0609020204030204" pitchFamily="49" charset="0"/>
              </a:rPr>
              <a:t>Payable</a:t>
            </a:r>
            <a:r>
              <a:rPr lang="en-US" dirty="0">
                <a:solidFill>
                  <a:srgbClr val="33B38C"/>
                </a:solidFill>
                <a:latin typeface="Calibri" panose="020F0502020204030204" pitchFamily="34" charset="0"/>
              </a:rPr>
              <a:t> to Process </a:t>
            </a:r>
            <a:r>
              <a:rPr lang="en-US" dirty="0">
                <a:solidFill>
                  <a:srgbClr val="33B38C"/>
                </a:solidFill>
                <a:latin typeface="Consolas" panose="020B0609020204030204" pitchFamily="49" charset="0"/>
              </a:rPr>
              <a:t>Invoice</a:t>
            </a:r>
            <a:r>
              <a:rPr lang="en-US" dirty="0">
                <a:solidFill>
                  <a:srgbClr val="33B38C"/>
                </a:solidFill>
                <a:latin typeface="Calibri" panose="020F0502020204030204" pitchFamily="34" charset="0"/>
              </a:rPr>
              <a:t>s and </a:t>
            </a:r>
            <a:r>
              <a:rPr lang="en-US" dirty="0">
                <a:solidFill>
                  <a:srgbClr val="33B38C"/>
                </a:solidFill>
                <a:latin typeface="Consolas" panose="020B0609020204030204" pitchFamily="49" charset="0"/>
              </a:rPr>
              <a:t>Employee</a:t>
            </a:r>
            <a:r>
              <a:rPr lang="en-US" dirty="0">
                <a:solidFill>
                  <a:srgbClr val="33B38C"/>
                </a:solidFill>
                <a:latin typeface="Calibri" panose="020F0502020204030204" pitchFamily="34" charset="0"/>
              </a:rPr>
              <a:t>s Polymorphically</a:t>
            </a:r>
          </a:p>
        </p:txBody>
      </p:sp>
      <p:sp>
        <p:nvSpPr>
          <p:cNvPr id="123907" name="Text Placeholder 2">
            <a:extLst>
              <a:ext uri="{FF2B5EF4-FFF2-40B4-BE49-F238E27FC236}">
                <a16:creationId xmlns:a16="http://schemas.microsoft.com/office/drawing/2014/main" id="{61288D05-6E1E-454D-ABE0-871F95A0732D}"/>
              </a:ext>
            </a:extLst>
          </p:cNvPr>
          <p:cNvSpPr>
            <a:spLocks noGrp="1"/>
          </p:cNvSpPr>
          <p:nvPr>
            <p:ph type="body" idx="1"/>
          </p:nvPr>
        </p:nvSpPr>
        <p:spPr>
          <a:xfrm>
            <a:off x="0" y="1363315"/>
            <a:ext cx="9582615" cy="4525962"/>
          </a:xfrm>
        </p:spPr>
        <p:txBody>
          <a:bodyPr/>
          <a:lstStyle/>
          <a:p>
            <a:pPr eaLnBrk="1" hangingPunct="1"/>
            <a:r>
              <a:rPr lang="en-US" altLang="en-US" dirty="0" err="1">
                <a:latin typeface="Consolas" panose="020B0609020204030204" pitchFamily="49" charset="0"/>
                <a:cs typeface="Times New Roman" panose="02020603050405020304" pitchFamily="18" charset="0"/>
              </a:rPr>
              <a:t>PayableInterfaceTest</a:t>
            </a:r>
            <a:r>
              <a:rPr lang="en-US" altLang="en-US" dirty="0">
                <a:cs typeface="Times New Roman" panose="02020603050405020304" pitchFamily="18" charset="0"/>
              </a:rPr>
              <a:t> (Fig. 10.14) illustrates that interface </a:t>
            </a:r>
            <a:r>
              <a:rPr lang="en-US" altLang="en-US" dirty="0">
                <a:latin typeface="Consolas" panose="020B0609020204030204" pitchFamily="49" charset="0"/>
                <a:cs typeface="Times New Roman" panose="02020603050405020304" pitchFamily="18" charset="0"/>
              </a:rPr>
              <a:t>Payable</a:t>
            </a:r>
            <a:r>
              <a:rPr lang="en-US" altLang="en-US" dirty="0">
                <a:cs typeface="Times New Roman" panose="02020603050405020304" pitchFamily="18" charset="0"/>
              </a:rPr>
              <a:t> can be used to process a set of </a:t>
            </a:r>
            <a:r>
              <a:rPr lang="en-US" altLang="en-US" dirty="0">
                <a:latin typeface="Consolas" panose="020B0609020204030204" pitchFamily="49" charset="0"/>
                <a:cs typeface="Times New Roman" panose="02020603050405020304" pitchFamily="18" charset="0"/>
              </a:rPr>
              <a:t>Invoice</a:t>
            </a:r>
            <a:r>
              <a:rPr lang="en-US" altLang="en-US" dirty="0">
                <a:cs typeface="Times New Roman" panose="02020603050405020304" pitchFamily="18" charset="0"/>
              </a:rPr>
              <a:t>s and </a:t>
            </a:r>
            <a:r>
              <a:rPr lang="en-US" altLang="en-US" dirty="0">
                <a:latin typeface="Consolas" panose="020B0609020204030204" pitchFamily="49" charset="0"/>
                <a:cs typeface="Times New Roman" panose="02020603050405020304" pitchFamily="18" charset="0"/>
              </a:rPr>
              <a:t>Employee</a:t>
            </a:r>
            <a:r>
              <a:rPr lang="en-US" altLang="en-US" dirty="0">
                <a:cs typeface="Times New Roman" panose="02020603050405020304" pitchFamily="18" charset="0"/>
              </a:rPr>
              <a:t>s </a:t>
            </a:r>
            <a:r>
              <a:rPr lang="en-US" altLang="en-US" i="1" dirty="0">
                <a:cs typeface="Times New Roman" panose="02020603050405020304" pitchFamily="18" charset="0"/>
              </a:rPr>
              <a:t>polymorphically</a:t>
            </a:r>
            <a:r>
              <a:rPr lang="en-US" altLang="en-US" dirty="0">
                <a:cs typeface="Times New Roman" panose="02020603050405020304" pitchFamily="18" charset="0"/>
              </a:rPr>
              <a:t> in a single application.</a:t>
            </a:r>
          </a:p>
          <a:p>
            <a:r>
              <a:rPr lang="en-US" dirty="0"/>
              <a:t>Lines 18–23 </a:t>
            </a:r>
            <a:r>
              <a:rPr lang="en-US" i="1" dirty="0"/>
              <a:t>polymorphically</a:t>
            </a:r>
            <a:r>
              <a:rPr lang="en-US" dirty="0"/>
              <a:t> process each </a:t>
            </a:r>
            <a:r>
              <a:rPr lang="en-US" dirty="0">
                <a:latin typeface="Consolas" panose="020B0609020204030204" pitchFamily="49" charset="0"/>
              </a:rPr>
              <a:t>Payable</a:t>
            </a:r>
            <a:r>
              <a:rPr lang="en-US" dirty="0"/>
              <a:t> object in </a:t>
            </a:r>
            <a:r>
              <a:rPr lang="en-US" dirty="0" err="1">
                <a:latin typeface="Consolas" panose="020B0609020204030204" pitchFamily="49" charset="0"/>
              </a:rPr>
              <a:t>payableObjects</a:t>
            </a:r>
            <a:r>
              <a:rPr lang="en-US" dirty="0"/>
              <a:t>, displaying each object’s </a:t>
            </a:r>
            <a:r>
              <a:rPr lang="en-US" dirty="0">
                <a:latin typeface="Consolas" panose="020B0609020204030204" pitchFamily="49" charset="0"/>
              </a:rPr>
              <a:t>String</a:t>
            </a:r>
            <a:r>
              <a:rPr lang="en-US" dirty="0"/>
              <a:t> representation and payment amount</a:t>
            </a:r>
          </a:p>
          <a:p>
            <a:r>
              <a:rPr lang="en-US" dirty="0"/>
              <a:t>Line 21 invokes method </a:t>
            </a:r>
            <a:r>
              <a:rPr lang="en-US" dirty="0" err="1">
                <a:latin typeface="Consolas" panose="020B0609020204030204" pitchFamily="49" charset="0"/>
              </a:rPr>
              <a:t>toString</a:t>
            </a:r>
            <a:r>
              <a:rPr lang="en-US" dirty="0"/>
              <a:t> via a </a:t>
            </a:r>
            <a:r>
              <a:rPr lang="en-US" dirty="0">
                <a:latin typeface="Consolas" panose="020B0609020204030204" pitchFamily="49" charset="0"/>
              </a:rPr>
              <a:t>Payable</a:t>
            </a:r>
            <a:r>
              <a:rPr lang="en-US" dirty="0"/>
              <a:t> interface reference, even though </a:t>
            </a:r>
            <a:r>
              <a:rPr lang="en-US" dirty="0" err="1">
                <a:latin typeface="Consolas" panose="020B0609020204030204" pitchFamily="49" charset="0"/>
              </a:rPr>
              <a:t>toString</a:t>
            </a:r>
            <a:r>
              <a:rPr lang="en-US" dirty="0"/>
              <a:t> is not declared in interface Payable—</a:t>
            </a:r>
            <a:r>
              <a:rPr lang="en-US" i="1" dirty="0"/>
              <a:t>all references (including those of interface types) refer to objects that extend Object</a:t>
            </a:r>
            <a:r>
              <a:rPr lang="en-US" dirty="0"/>
              <a:t> </a:t>
            </a:r>
            <a:r>
              <a:rPr lang="en-US" i="1" dirty="0"/>
              <a:t>and therefore have a </a:t>
            </a:r>
            <a:r>
              <a:rPr lang="en-US" i="1" dirty="0" err="1"/>
              <a:t>toString</a:t>
            </a:r>
            <a:r>
              <a:rPr lang="en-US" dirty="0"/>
              <a:t> </a:t>
            </a:r>
            <a:r>
              <a:rPr lang="en-US" i="1" dirty="0"/>
              <a:t>method</a:t>
            </a:r>
          </a:p>
          <a:p>
            <a:pPr marL="109537" indent="0">
              <a:buNone/>
            </a:pPr>
            <a:endParaRPr lang="en-US" dirty="0"/>
          </a:p>
          <a:p>
            <a:pPr eaLnBrk="1" hangingPunct="1"/>
            <a:endParaRPr lang="en-US" altLang="en-US" dirty="0">
              <a:cs typeface="Times New Roman" panose="02020603050405020304" pitchFamily="18" charset="0"/>
            </a:endParaRPr>
          </a:p>
        </p:txBody>
      </p:sp>
      <p:sp>
        <p:nvSpPr>
          <p:cNvPr id="4" name="Footer Placeholder 3">
            <a:extLst>
              <a:ext uri="{FF2B5EF4-FFF2-40B4-BE49-F238E27FC236}">
                <a16:creationId xmlns:a16="http://schemas.microsoft.com/office/drawing/2014/main" id="{32DF4FB1-2ED3-424E-A15E-2D8AC2F071E2}"/>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945136734"/>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descr="jhtp_10_OOPPolymorphism_Page_59">
            <a:extLst>
              <a:ext uri="{FF2B5EF4-FFF2-40B4-BE49-F238E27FC236}">
                <a16:creationId xmlns:a16="http://schemas.microsoft.com/office/drawing/2014/main" id="{994B576A-7244-4550-8868-FACA3D0CF9FF}"/>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8129237" y="969484"/>
            <a:ext cx="5218773" cy="2863534"/>
          </a:xfrm>
          <a:prstGeom prst="rect">
            <a:avLst/>
          </a:prstGeom>
        </p:spPr>
      </p:pic>
      <p:sp>
        <p:nvSpPr>
          <p:cNvPr id="2" name="Title 1">
            <a:extLst>
              <a:ext uri="{FF2B5EF4-FFF2-40B4-BE49-F238E27FC236}">
                <a16:creationId xmlns:a16="http://schemas.microsoft.com/office/drawing/2014/main" id="{9AFC6FC4-A094-4E4F-8C0D-371DB339477C}"/>
              </a:ext>
            </a:extLst>
          </p:cNvPr>
          <p:cNvSpPr>
            <a:spLocks noGrp="1"/>
          </p:cNvSpPr>
          <p:nvPr>
            <p:ph type="title"/>
          </p:nvPr>
        </p:nvSpPr>
        <p:spPr/>
        <p:txBody>
          <a:bodyPr>
            <a:normAutofit fontScale="90000"/>
          </a:bodyPr>
          <a:lstStyle/>
          <a:p>
            <a:pPr fontAlgn="auto">
              <a:spcAft>
                <a:spcPts val="0"/>
              </a:spcAft>
              <a:defRPr/>
            </a:pPr>
            <a:r>
              <a:rPr lang="en-US" dirty="0">
                <a:solidFill>
                  <a:srgbClr val="59D9B3"/>
                </a:solidFill>
                <a:latin typeface="Calibri" panose="020F0502020204030204" pitchFamily="34" charset="0"/>
              </a:rPr>
              <a:t>10.9.5 </a:t>
            </a:r>
            <a:r>
              <a:rPr lang="en-US" dirty="0">
                <a:solidFill>
                  <a:srgbClr val="33B38C"/>
                </a:solidFill>
                <a:latin typeface="Calibri" panose="020F0502020204030204" pitchFamily="34" charset="0"/>
              </a:rPr>
              <a:t>Using Interface </a:t>
            </a:r>
            <a:r>
              <a:rPr lang="en-US" dirty="0">
                <a:solidFill>
                  <a:srgbClr val="33B38C"/>
                </a:solidFill>
                <a:latin typeface="Consolas" panose="020B0609020204030204" pitchFamily="49" charset="0"/>
              </a:rPr>
              <a:t>Payable</a:t>
            </a:r>
            <a:r>
              <a:rPr lang="en-US" dirty="0">
                <a:solidFill>
                  <a:srgbClr val="33B38C"/>
                </a:solidFill>
                <a:latin typeface="Calibri" panose="020F0502020204030204" pitchFamily="34" charset="0"/>
              </a:rPr>
              <a:t> to Process </a:t>
            </a:r>
            <a:r>
              <a:rPr lang="en-US" dirty="0">
                <a:solidFill>
                  <a:srgbClr val="33B38C"/>
                </a:solidFill>
                <a:latin typeface="Consolas" panose="020B0609020204030204" pitchFamily="49" charset="0"/>
              </a:rPr>
              <a:t>Invoice</a:t>
            </a:r>
            <a:r>
              <a:rPr lang="en-US" dirty="0">
                <a:solidFill>
                  <a:srgbClr val="33B38C"/>
                </a:solidFill>
                <a:latin typeface="Calibri" panose="020F0502020204030204" pitchFamily="34" charset="0"/>
              </a:rPr>
              <a:t>s and </a:t>
            </a:r>
            <a:r>
              <a:rPr lang="en-US" dirty="0">
                <a:solidFill>
                  <a:srgbClr val="33B38C"/>
                </a:solidFill>
                <a:latin typeface="Consolas" panose="020B0609020204030204" pitchFamily="49" charset="0"/>
              </a:rPr>
              <a:t>Employee</a:t>
            </a:r>
            <a:r>
              <a:rPr lang="en-US" dirty="0">
                <a:solidFill>
                  <a:srgbClr val="33B38C"/>
                </a:solidFill>
                <a:latin typeface="Calibri" panose="020F0502020204030204" pitchFamily="34" charset="0"/>
              </a:rPr>
              <a:t>s Polymorphically</a:t>
            </a:r>
          </a:p>
        </p:txBody>
      </p:sp>
      <p:sp>
        <p:nvSpPr>
          <p:cNvPr id="123907" name="Text Placeholder 2">
            <a:extLst>
              <a:ext uri="{FF2B5EF4-FFF2-40B4-BE49-F238E27FC236}">
                <a16:creationId xmlns:a16="http://schemas.microsoft.com/office/drawing/2014/main" id="{61288D05-6E1E-454D-ABE0-871F95A0732D}"/>
              </a:ext>
            </a:extLst>
          </p:cNvPr>
          <p:cNvSpPr>
            <a:spLocks noGrp="1"/>
          </p:cNvSpPr>
          <p:nvPr>
            <p:ph type="body" idx="1"/>
          </p:nvPr>
        </p:nvSpPr>
        <p:spPr>
          <a:xfrm>
            <a:off x="609599" y="1481138"/>
            <a:ext cx="7519639" cy="4525962"/>
          </a:xfrm>
        </p:spPr>
        <p:txBody>
          <a:bodyPr/>
          <a:lstStyle/>
          <a:p>
            <a:pPr eaLnBrk="1" hangingPunct="1">
              <a:spcBef>
                <a:spcPts val="1800"/>
              </a:spcBef>
            </a:pPr>
            <a:r>
              <a:rPr lang="en-US" dirty="0"/>
              <a:t>Line 22 invokes Payable method </a:t>
            </a:r>
            <a:r>
              <a:rPr lang="en-US" dirty="0" err="1"/>
              <a:t>getPaymentAmount</a:t>
            </a:r>
            <a:r>
              <a:rPr lang="en-US" dirty="0"/>
              <a:t> to obtain the payment amount for each object in </a:t>
            </a:r>
            <a:r>
              <a:rPr lang="en-US" dirty="0" err="1"/>
              <a:t>payableObjects</a:t>
            </a:r>
            <a:r>
              <a:rPr lang="en-US" dirty="0"/>
              <a:t>, regardless of the actual type of the object. The output reveals that each of the method calls in lines 21–22 invokes the appropriate class’s </a:t>
            </a:r>
            <a:r>
              <a:rPr lang="en-US" dirty="0" err="1"/>
              <a:t>toString</a:t>
            </a:r>
            <a:r>
              <a:rPr lang="en-US" dirty="0"/>
              <a:t> and </a:t>
            </a:r>
            <a:r>
              <a:rPr lang="en-US" dirty="0" err="1"/>
              <a:t>getPayment</a:t>
            </a:r>
            <a:r>
              <a:rPr lang="en-US" dirty="0"/>
              <a:t>-Amount methods. </a:t>
            </a:r>
          </a:p>
          <a:p>
            <a:pPr eaLnBrk="1" hangingPunct="1"/>
            <a:endParaRPr lang="en-US" altLang="en-US" dirty="0">
              <a:cs typeface="Times New Roman" panose="02020603050405020304" pitchFamily="18" charset="0"/>
            </a:endParaRPr>
          </a:p>
        </p:txBody>
      </p:sp>
      <p:sp>
        <p:nvSpPr>
          <p:cNvPr id="4" name="Footer Placeholder 3">
            <a:extLst>
              <a:ext uri="{FF2B5EF4-FFF2-40B4-BE49-F238E27FC236}">
                <a16:creationId xmlns:a16="http://schemas.microsoft.com/office/drawing/2014/main" id="{32DF4FB1-2ED3-424E-A15E-2D8AC2F071E2}"/>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2101031410"/>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73">
            <a:extLst>
              <a:ext uri="{FF2B5EF4-FFF2-40B4-BE49-F238E27FC236}">
                <a16:creationId xmlns:a16="http://schemas.microsoft.com/office/drawing/2014/main" id="{02ACB6D4-F499-4F6D-BDDD-A787E1B7094E}"/>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009173"/>
            <a:ext cx="10493829" cy="5970587"/>
          </a:xfrm>
          <a:prstGeom prst="rect">
            <a:avLst/>
          </a:prstGeom>
        </p:spPr>
      </p:pic>
      <p:sp>
        <p:nvSpPr>
          <p:cNvPr id="2" name="Footer Placeholder 1">
            <a:extLst>
              <a:ext uri="{FF2B5EF4-FFF2-40B4-BE49-F238E27FC236}">
                <a16:creationId xmlns:a16="http://schemas.microsoft.com/office/drawing/2014/main" id="{3DBF9C0D-9504-4197-BC47-64374F7EBB4E}"/>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pic>
        <p:nvPicPr>
          <p:cNvPr id="4" name="Picture 3" descr="jhtp_10_OOPPolymorphism_Page_59">
            <a:extLst>
              <a:ext uri="{FF2B5EF4-FFF2-40B4-BE49-F238E27FC236}">
                <a16:creationId xmlns:a16="http://schemas.microsoft.com/office/drawing/2014/main" id="{93A4A58D-81BF-4415-A3E4-9FF29BC5944C}"/>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8157029" y="0"/>
            <a:ext cx="4688620" cy="2863534"/>
          </a:xfrm>
          <a:prstGeom prst="rect">
            <a:avLst/>
          </a:prstGeom>
        </p:spPr>
      </p:pic>
    </p:spTree>
    <p:extLst>
      <p:ext uri="{BB962C8B-B14F-4D97-AF65-F5344CB8AC3E}">
        <p14:creationId xmlns:p14="http://schemas.microsoft.com/office/powerpoint/2010/main" val="4212276219"/>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74">
            <a:extLst>
              <a:ext uri="{FF2B5EF4-FFF2-40B4-BE49-F238E27FC236}">
                <a16:creationId xmlns:a16="http://schemas.microsoft.com/office/drawing/2014/main" id="{C7BA15B2-DA03-4CA4-BE29-644D4887EDAA}"/>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587375"/>
            <a:ext cx="12192000" cy="5683250"/>
          </a:xfrm>
          <a:prstGeom prst="rect">
            <a:avLst/>
          </a:prstGeom>
        </p:spPr>
      </p:pic>
      <p:sp>
        <p:nvSpPr>
          <p:cNvPr id="2" name="Footer Placeholder 1">
            <a:extLst>
              <a:ext uri="{FF2B5EF4-FFF2-40B4-BE49-F238E27FC236}">
                <a16:creationId xmlns:a16="http://schemas.microsoft.com/office/drawing/2014/main" id="{2F6D258E-5DFF-470E-A343-43A1B3C1482A}"/>
              </a:ext>
            </a:extLst>
          </p:cNvPr>
          <p:cNvSpPr>
            <a:spLocks noGrp="1"/>
          </p:cNvSpPr>
          <p:nvPr>
            <p:ph type="ftr" sz="quarter" idx="4294967295"/>
          </p:nvPr>
        </p:nvSpPr>
        <p:spPr>
          <a:xfrm>
            <a:off x="609600" y="6408739"/>
            <a:ext cx="8365067" cy="365125"/>
          </a:xfrm>
        </p:spPr>
        <p:txBody>
          <a:bodyPr/>
          <a:lstStyle/>
          <a:p>
            <a:r>
              <a:rPr lang="en-US" dirty="0"/>
              <a:t>© Copyright 1992-2018 by Pearson Education, Inc. All Rights Reserved.</a:t>
            </a:r>
          </a:p>
        </p:txBody>
      </p:sp>
    </p:spTree>
    <p:extLst>
      <p:ext uri="{BB962C8B-B14F-4D97-AF65-F5344CB8AC3E}">
        <p14:creationId xmlns:p14="http://schemas.microsoft.com/office/powerpoint/2010/main" val="474672892"/>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75">
            <a:extLst>
              <a:ext uri="{FF2B5EF4-FFF2-40B4-BE49-F238E27FC236}">
                <a16:creationId xmlns:a16="http://schemas.microsoft.com/office/drawing/2014/main" id="{376AF456-D9B2-4612-8A42-E4AB49E12EC1}"/>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279525" y="0"/>
            <a:ext cx="9631363" cy="6858000"/>
          </a:xfrm>
          <a:prstGeom prst="rect">
            <a:avLst/>
          </a:prstGeom>
        </p:spPr>
      </p:pic>
      <p:sp>
        <p:nvSpPr>
          <p:cNvPr id="2" name="Footer Placeholder 1">
            <a:extLst>
              <a:ext uri="{FF2B5EF4-FFF2-40B4-BE49-F238E27FC236}">
                <a16:creationId xmlns:a16="http://schemas.microsoft.com/office/drawing/2014/main" id="{D79325FA-0B65-4884-AD3D-6AFB3C09D4EF}"/>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2159506765"/>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jhtp_10_OOPPolymorphism_Page_59">
            <a:extLst>
              <a:ext uri="{FF2B5EF4-FFF2-40B4-BE49-F238E27FC236}">
                <a16:creationId xmlns:a16="http://schemas.microsoft.com/office/drawing/2014/main" id="{130E0FEF-1C9A-46B5-BCDA-9D84FD37A6C6}"/>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7212459" y="969484"/>
            <a:ext cx="4825306" cy="3890192"/>
          </a:xfrm>
          <a:prstGeom prst="rect">
            <a:avLst/>
          </a:prstGeom>
        </p:spPr>
      </p:pic>
      <p:sp>
        <p:nvSpPr>
          <p:cNvPr id="2" name="Content Placeholder 1">
            <a:extLst>
              <a:ext uri="{FF2B5EF4-FFF2-40B4-BE49-F238E27FC236}">
                <a16:creationId xmlns:a16="http://schemas.microsoft.com/office/drawing/2014/main" id="{877E33D9-6781-4829-B43F-1335B43A5FAB}"/>
              </a:ext>
            </a:extLst>
          </p:cNvPr>
          <p:cNvSpPr>
            <a:spLocks noGrp="1"/>
          </p:cNvSpPr>
          <p:nvPr>
            <p:ph idx="1"/>
          </p:nvPr>
        </p:nvSpPr>
        <p:spPr>
          <a:xfrm>
            <a:off x="-84462" y="1370033"/>
            <a:ext cx="8236944" cy="3796878"/>
          </a:xfrm>
        </p:spPr>
        <p:txBody>
          <a:bodyPr/>
          <a:lstStyle/>
          <a:p>
            <a:pPr marL="852482" indent="-742950" eaLnBrk="1" hangingPunct="1">
              <a:spcBef>
                <a:spcPts val="1800"/>
              </a:spcBef>
              <a:buFont typeface="+mj-lt"/>
              <a:buAutoNum type="arabicPeriod"/>
              <a:defRPr/>
            </a:pPr>
            <a:r>
              <a:rPr lang="en-US" sz="2800" dirty="0">
                <a:highlight>
                  <a:srgbClr val="00FF00"/>
                </a:highlight>
              </a:rPr>
              <a:t>In the program above, four classes have been created for you namely:</a:t>
            </a:r>
          </a:p>
          <a:p>
            <a:pPr marL="1060445" lvl="2" indent="-457200">
              <a:spcBef>
                <a:spcPts val="1800"/>
              </a:spcBef>
              <a:defRPr/>
            </a:pPr>
            <a:r>
              <a:rPr lang="en-US" dirty="0"/>
              <a:t>Fig. 10.11: Payable.java</a:t>
            </a:r>
            <a:endParaRPr lang="en-US" dirty="0">
              <a:highlight>
                <a:srgbClr val="00FF00"/>
              </a:highlight>
            </a:endParaRPr>
          </a:p>
          <a:p>
            <a:pPr marL="1060445" lvl="2" indent="-457200">
              <a:spcBef>
                <a:spcPts val="1800"/>
              </a:spcBef>
              <a:defRPr/>
            </a:pPr>
            <a:r>
              <a:rPr lang="en-US" dirty="0">
                <a:highlight>
                  <a:srgbClr val="00FF00"/>
                </a:highlight>
              </a:rPr>
              <a:t>Fig. 10.12: Invoice.java</a:t>
            </a:r>
          </a:p>
          <a:p>
            <a:pPr marL="1060445" lvl="2" indent="-457200">
              <a:spcBef>
                <a:spcPts val="1800"/>
              </a:spcBef>
              <a:defRPr/>
            </a:pPr>
            <a:r>
              <a:rPr lang="en-US" dirty="0"/>
              <a:t>Fig. 10.13: Employee.java</a:t>
            </a:r>
          </a:p>
          <a:p>
            <a:pPr marL="1060445" lvl="2" indent="-457200">
              <a:spcBef>
                <a:spcPts val="1800"/>
              </a:spcBef>
              <a:defRPr/>
            </a:pPr>
            <a:r>
              <a:rPr lang="en-US" dirty="0"/>
              <a:t>Fig. 10.14: PayableInterfaceTest.java</a:t>
            </a:r>
          </a:p>
          <a:p>
            <a:pPr marL="852482" indent="-742950">
              <a:spcBef>
                <a:spcPts val="1800"/>
              </a:spcBef>
              <a:buFont typeface="+mj-lt"/>
              <a:buAutoNum type="arabicPeriod"/>
              <a:defRPr/>
            </a:pPr>
            <a:r>
              <a:rPr lang="en-US" sz="2700" dirty="0">
                <a:highlight>
                  <a:srgbClr val="00FF00"/>
                </a:highlight>
              </a:rPr>
              <a:t>You should create the create the fifth class i.e.</a:t>
            </a:r>
            <a:br>
              <a:rPr lang="en-US" sz="2700" dirty="0">
                <a:highlight>
                  <a:srgbClr val="00FF00"/>
                </a:highlight>
              </a:rPr>
            </a:br>
            <a:r>
              <a:rPr lang="en-US" sz="2700" dirty="0">
                <a:highlight>
                  <a:srgbClr val="00FF00"/>
                </a:highlight>
              </a:rPr>
              <a:t>	</a:t>
            </a:r>
            <a:r>
              <a:rPr lang="en-US" sz="2700" b="1" i="1" dirty="0">
                <a:highlight>
                  <a:srgbClr val="00FF00"/>
                </a:highlight>
              </a:rPr>
              <a:t>SalariedEmployee.java</a:t>
            </a:r>
            <a:r>
              <a:rPr lang="en-US" sz="2700" dirty="0">
                <a:highlight>
                  <a:srgbClr val="00FF00"/>
                </a:highlight>
              </a:rPr>
              <a:t> according to the UML and the flow of the four classes above. </a:t>
            </a:r>
          </a:p>
          <a:p>
            <a:pPr marL="852482" indent="-742950">
              <a:spcBef>
                <a:spcPts val="1800"/>
              </a:spcBef>
              <a:buFont typeface="+mj-lt"/>
              <a:buAutoNum type="arabicPeriod"/>
              <a:defRPr/>
            </a:pPr>
            <a:endParaRPr lang="en-US" sz="2800" dirty="0">
              <a:highlight>
                <a:srgbClr val="00FF00"/>
              </a:highlight>
            </a:endParaRPr>
          </a:p>
          <a:p>
            <a:pPr marL="109532" indent="0" eaLnBrk="1" hangingPunct="1">
              <a:spcBef>
                <a:spcPts val="800"/>
              </a:spcBef>
              <a:buNone/>
              <a:defRPr/>
            </a:pPr>
            <a:r>
              <a:rPr lang="en-US" sz="2800" dirty="0">
                <a:solidFill>
                  <a:srgbClr val="A9B7C6"/>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3600" dirty="0">
              <a:highlight>
                <a:srgbClr val="00FF00"/>
              </a:highlight>
            </a:endParaRPr>
          </a:p>
          <a:p>
            <a:pPr marL="852482" indent="-742950" eaLnBrk="1" hangingPunct="1">
              <a:spcBef>
                <a:spcPts val="800"/>
              </a:spcBef>
              <a:buFont typeface="+mj-lt"/>
              <a:buAutoNum type="arabicPeriod"/>
              <a:defRPr/>
            </a:pPr>
            <a:endParaRPr lang="en-US" sz="3600" dirty="0">
              <a:highlight>
                <a:srgbClr val="00FF00"/>
              </a:highlight>
            </a:endParaRPr>
          </a:p>
          <a:p>
            <a:pPr marL="852482" indent="-742950" eaLnBrk="1" hangingPunct="1">
              <a:spcBef>
                <a:spcPts val="800"/>
              </a:spcBef>
              <a:buFont typeface="+mj-lt"/>
              <a:buAutoNum type="arabicPeriod"/>
              <a:defRPr/>
            </a:pPr>
            <a:endParaRPr lang="en-US" sz="3200" u="sng" dirty="0">
              <a:highlight>
                <a:srgbClr val="00FF00"/>
              </a:highlight>
            </a:endParaRPr>
          </a:p>
          <a:p>
            <a:pPr marL="365110" indent="-255578" eaLnBrk="1" hangingPunct="1">
              <a:spcBef>
                <a:spcPts val="800"/>
              </a:spcBef>
              <a:defRPr/>
            </a:pPr>
            <a:endParaRPr lang="en-US" sz="3600" u="sng" dirty="0">
              <a:highlight>
                <a:srgbClr val="00FF00"/>
              </a:highlight>
            </a:endParaRPr>
          </a:p>
          <a:p>
            <a:pPr marL="365110" indent="-255578" eaLnBrk="1" hangingPunct="1">
              <a:defRPr/>
            </a:pPr>
            <a:endParaRPr lang="en-US" dirty="0"/>
          </a:p>
        </p:txBody>
      </p:sp>
      <p:sp>
        <p:nvSpPr>
          <p:cNvPr id="3" name="Title 2">
            <a:extLst>
              <a:ext uri="{FF2B5EF4-FFF2-40B4-BE49-F238E27FC236}">
                <a16:creationId xmlns:a16="http://schemas.microsoft.com/office/drawing/2014/main" id="{0410AE0A-1DA0-48E5-95DB-ACAB55C99987}"/>
              </a:ext>
            </a:extLst>
          </p:cNvPr>
          <p:cNvSpPr>
            <a:spLocks noGrp="1"/>
          </p:cNvSpPr>
          <p:nvPr>
            <p:ph type="title"/>
          </p:nvPr>
        </p:nvSpPr>
        <p:spPr/>
        <p:txBody>
          <a:bodyPr/>
          <a:lstStyle/>
          <a:p>
            <a:pPr algn="ctr" eaLnBrk="1" hangingPunct="1">
              <a:defRPr/>
            </a:pPr>
            <a:r>
              <a:rPr lang="en-US" dirty="0">
                <a:highlight>
                  <a:srgbClr val="FFFF00"/>
                </a:highlight>
              </a:rPr>
              <a:t>CLASS ACTIVITIES</a:t>
            </a:r>
          </a:p>
        </p:txBody>
      </p:sp>
    </p:spTree>
    <p:extLst>
      <p:ext uri="{BB962C8B-B14F-4D97-AF65-F5344CB8AC3E}">
        <p14:creationId xmlns:p14="http://schemas.microsoft.com/office/powerpoint/2010/main" val="3728143181"/>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38BDC-E1D9-4766-A216-B1EFC014017A}"/>
              </a:ext>
            </a:extLst>
          </p:cNvPr>
          <p:cNvSpPr>
            <a:spLocks noGrp="1"/>
          </p:cNvSpPr>
          <p:nvPr>
            <p:ph type="title"/>
          </p:nvPr>
        </p:nvSpPr>
        <p:spPr/>
        <p:txBody>
          <a:bodyPr>
            <a:normAutofit/>
          </a:bodyPr>
          <a:lstStyle/>
          <a:p>
            <a:pPr fontAlgn="auto">
              <a:spcAft>
                <a:spcPts val="0"/>
              </a:spcAft>
              <a:defRPr/>
            </a:pPr>
            <a:r>
              <a:rPr lang="en-US" dirty="0">
                <a:solidFill>
                  <a:srgbClr val="59D9B3"/>
                </a:solidFill>
                <a:latin typeface="Calibri" panose="020F0502020204030204" pitchFamily="34" charset="0"/>
              </a:rPr>
              <a:t>10.9.7 </a:t>
            </a:r>
            <a:r>
              <a:rPr lang="en-US" dirty="0">
                <a:solidFill>
                  <a:srgbClr val="33B38C"/>
                </a:solidFill>
                <a:latin typeface="Calibri" panose="020F0502020204030204" pitchFamily="34" charset="0"/>
              </a:rPr>
              <a:t>Some Common Interfaces of the Java API</a:t>
            </a:r>
          </a:p>
        </p:txBody>
      </p:sp>
      <p:sp>
        <p:nvSpPr>
          <p:cNvPr id="128003" name="Text Placeholder 2">
            <a:extLst>
              <a:ext uri="{FF2B5EF4-FFF2-40B4-BE49-F238E27FC236}">
                <a16:creationId xmlns:a16="http://schemas.microsoft.com/office/drawing/2014/main" id="{F7FF3E5A-C67E-4D3E-98B6-0E736E5BABF2}"/>
              </a:ext>
            </a:extLst>
          </p:cNvPr>
          <p:cNvSpPr>
            <a:spLocks noGrp="1"/>
          </p:cNvSpPr>
          <p:nvPr>
            <p:ph type="body" idx="1"/>
          </p:nvPr>
        </p:nvSpPr>
        <p:spPr/>
        <p:txBody>
          <a:bodyPr/>
          <a:lstStyle/>
          <a:p>
            <a:pPr eaLnBrk="1" hangingPunct="1"/>
            <a:r>
              <a:rPr lang="en-US" altLang="en-US" dirty="0">
                <a:solidFill>
                  <a:srgbClr val="000000"/>
                </a:solidFill>
              </a:rPr>
              <a:t>You’ll use interfaces extensively when developing Java applications. The Java API contains numerous interfaces, and many of the Java API methods take interface arguments and return interface values. </a:t>
            </a:r>
          </a:p>
          <a:p>
            <a:pPr eaLnBrk="1" hangingPunct="1"/>
            <a:r>
              <a:rPr lang="en-US" altLang="en-US" dirty="0">
                <a:solidFill>
                  <a:srgbClr val="000000"/>
                </a:solidFill>
              </a:rPr>
              <a:t>Figure 10.16 overviews a few of the more popular interfaces of the Java API.</a:t>
            </a:r>
            <a:endParaRPr lang="en-US" altLang="en-US" i="1" dirty="0">
              <a:solidFill>
                <a:srgbClr val="000000"/>
              </a:solidFill>
            </a:endParaRPr>
          </a:p>
        </p:txBody>
      </p:sp>
      <p:sp>
        <p:nvSpPr>
          <p:cNvPr id="4" name="Footer Placeholder 3">
            <a:extLst>
              <a:ext uri="{FF2B5EF4-FFF2-40B4-BE49-F238E27FC236}">
                <a16:creationId xmlns:a16="http://schemas.microsoft.com/office/drawing/2014/main" id="{B1B72044-6975-4A9F-B686-939066149F0F}"/>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3038234655"/>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76">
            <a:extLst>
              <a:ext uri="{FF2B5EF4-FFF2-40B4-BE49-F238E27FC236}">
                <a16:creationId xmlns:a16="http://schemas.microsoft.com/office/drawing/2014/main" id="{36E0E0ED-9E0E-41B7-9AF8-353F179E88B3}"/>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638175"/>
            <a:ext cx="12192000" cy="5581650"/>
          </a:xfrm>
          <a:prstGeom prst="rect">
            <a:avLst/>
          </a:prstGeom>
        </p:spPr>
      </p:pic>
      <p:sp>
        <p:nvSpPr>
          <p:cNvPr id="2" name="Footer Placeholder 1">
            <a:extLst>
              <a:ext uri="{FF2B5EF4-FFF2-40B4-BE49-F238E27FC236}">
                <a16:creationId xmlns:a16="http://schemas.microsoft.com/office/drawing/2014/main" id="{8AB09BD4-E209-4EAC-8882-6FCACF6532BA}"/>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4139597956"/>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77">
            <a:extLst>
              <a:ext uri="{FF2B5EF4-FFF2-40B4-BE49-F238E27FC236}">
                <a16:creationId xmlns:a16="http://schemas.microsoft.com/office/drawing/2014/main" id="{30DE4EE6-D9DA-4326-846A-0B67AC2B5D29}"/>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595313"/>
            <a:ext cx="12192000" cy="5665787"/>
          </a:xfrm>
          <a:prstGeom prst="rect">
            <a:avLst/>
          </a:prstGeom>
        </p:spPr>
      </p:pic>
      <p:sp>
        <p:nvSpPr>
          <p:cNvPr id="2" name="Footer Placeholder 1">
            <a:extLst>
              <a:ext uri="{FF2B5EF4-FFF2-40B4-BE49-F238E27FC236}">
                <a16:creationId xmlns:a16="http://schemas.microsoft.com/office/drawing/2014/main" id="{B6847843-D0CA-448A-9A69-187857121D5E}"/>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4100027009"/>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78">
            <a:extLst>
              <a:ext uri="{FF2B5EF4-FFF2-40B4-BE49-F238E27FC236}">
                <a16:creationId xmlns:a16="http://schemas.microsoft.com/office/drawing/2014/main" id="{2C37C00C-E49F-4DD2-A690-BF9863856CD7}"/>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33350" y="0"/>
            <a:ext cx="11925300" cy="6858000"/>
          </a:xfrm>
          <a:prstGeom prst="rect">
            <a:avLst/>
          </a:prstGeom>
        </p:spPr>
      </p:pic>
      <p:sp>
        <p:nvSpPr>
          <p:cNvPr id="2" name="Footer Placeholder 1">
            <a:extLst>
              <a:ext uri="{FF2B5EF4-FFF2-40B4-BE49-F238E27FC236}">
                <a16:creationId xmlns:a16="http://schemas.microsoft.com/office/drawing/2014/main" id="{58D6DF80-82BB-4F10-B858-2A650F392E56}"/>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1918699081"/>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79">
            <a:extLst>
              <a:ext uri="{FF2B5EF4-FFF2-40B4-BE49-F238E27FC236}">
                <a16:creationId xmlns:a16="http://schemas.microsoft.com/office/drawing/2014/main" id="{AD9A20E2-C3A9-40FE-90CB-A865EDC05A7B}"/>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0" y="1090613"/>
            <a:ext cx="12192000" cy="4675187"/>
          </a:xfrm>
          <a:prstGeom prst="rect">
            <a:avLst/>
          </a:prstGeom>
        </p:spPr>
      </p:pic>
      <p:sp>
        <p:nvSpPr>
          <p:cNvPr id="2" name="Footer Placeholder 1">
            <a:extLst>
              <a:ext uri="{FF2B5EF4-FFF2-40B4-BE49-F238E27FC236}">
                <a16:creationId xmlns:a16="http://schemas.microsoft.com/office/drawing/2014/main" id="{640D6F8A-97A3-4471-AAE4-56A2889CF9AD}"/>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789556918"/>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21165-0CF3-45DD-8789-2AEE31FF9849}"/>
              </a:ext>
            </a:extLst>
          </p:cNvPr>
          <p:cNvSpPr>
            <a:spLocks noGrp="1"/>
          </p:cNvSpPr>
          <p:nvPr>
            <p:ph type="title"/>
          </p:nvPr>
        </p:nvSpPr>
        <p:spPr/>
        <p:txBody>
          <a:bodyPr/>
          <a:lstStyle/>
          <a:p>
            <a:pPr algn="ctr"/>
            <a:r>
              <a:rPr lang="en-US" dirty="0"/>
              <a:t> </a:t>
            </a:r>
          </a:p>
        </p:txBody>
      </p:sp>
      <p:sp>
        <p:nvSpPr>
          <p:cNvPr id="6" name="Content Placeholder 5">
            <a:extLst>
              <a:ext uri="{FF2B5EF4-FFF2-40B4-BE49-F238E27FC236}">
                <a16:creationId xmlns:a16="http://schemas.microsoft.com/office/drawing/2014/main" id="{9426901C-A0CF-47F0-895E-53DE29796813}"/>
              </a:ext>
            </a:extLst>
          </p:cNvPr>
          <p:cNvSpPr>
            <a:spLocks noGrp="1"/>
          </p:cNvSpPr>
          <p:nvPr>
            <p:ph sz="quarter" idx="2"/>
          </p:nvPr>
        </p:nvSpPr>
        <p:spPr>
          <a:xfrm>
            <a:off x="609600" y="1444295"/>
            <a:ext cx="10692809" cy="3941763"/>
          </a:xfrm>
        </p:spPr>
        <p:txBody>
          <a:bodyPr/>
          <a:lstStyle/>
          <a:p>
            <a:pPr>
              <a:spcBef>
                <a:spcPts val="1200"/>
              </a:spcBef>
            </a:pPr>
            <a:r>
              <a:rPr lang="en-US" sz="6000" dirty="0">
                <a:highlight>
                  <a:srgbClr val="FFFF00"/>
                </a:highlight>
              </a:rPr>
              <a:t>EXTRA SLIDES FOR YOUR PRIVATE PRACTICE</a:t>
            </a:r>
            <a:endParaRPr lang="en-US" sz="4800" dirty="0">
              <a:highlight>
                <a:srgbClr val="FFFF00"/>
              </a:highlight>
            </a:endParaRPr>
          </a:p>
          <a:p>
            <a:endParaRPr lang="en-US" sz="4800" dirty="0">
              <a:highlight>
                <a:srgbClr val="FFFF00"/>
              </a:highlight>
            </a:endParaRPr>
          </a:p>
        </p:txBody>
      </p:sp>
    </p:spTree>
    <p:extLst>
      <p:ext uri="{BB962C8B-B14F-4D97-AF65-F5344CB8AC3E}">
        <p14:creationId xmlns:p14="http://schemas.microsoft.com/office/powerpoint/2010/main" val="3777110845"/>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DAA6B-2340-458A-80E4-8B7DCCA65662}"/>
              </a:ext>
            </a:extLst>
          </p:cNvPr>
          <p:cNvSpPr>
            <a:spLocks noGrp="1"/>
          </p:cNvSpPr>
          <p:nvPr>
            <p:ph type="title"/>
          </p:nvPr>
        </p:nvSpPr>
        <p:spPr/>
        <p:txBody>
          <a:bodyPr>
            <a:normAutofit/>
          </a:bodyPr>
          <a:lstStyle/>
          <a:p>
            <a:pPr fontAlgn="auto">
              <a:spcAft>
                <a:spcPts val="0"/>
              </a:spcAft>
              <a:defRPr/>
            </a:pPr>
            <a:r>
              <a:rPr lang="en-US" dirty="0">
                <a:solidFill>
                  <a:srgbClr val="24B5A1"/>
                </a:solidFill>
                <a:latin typeface="Calibri" panose="020F0502020204030204" pitchFamily="34" charset="0"/>
              </a:rPr>
              <a:t>10.10  </a:t>
            </a:r>
            <a:r>
              <a:rPr lang="en-US" dirty="0">
                <a:solidFill>
                  <a:srgbClr val="3380E6"/>
                </a:solidFill>
                <a:latin typeface="Calibri" panose="020F0502020204030204" pitchFamily="34" charset="0"/>
              </a:rPr>
              <a:t>Java SE 8 Interface Enhancements</a:t>
            </a:r>
          </a:p>
        </p:txBody>
      </p:sp>
      <p:sp>
        <p:nvSpPr>
          <p:cNvPr id="131075" name="Text Placeholder 2">
            <a:extLst>
              <a:ext uri="{FF2B5EF4-FFF2-40B4-BE49-F238E27FC236}">
                <a16:creationId xmlns:a16="http://schemas.microsoft.com/office/drawing/2014/main" id="{E0002596-9C60-4CB4-82B7-478CA8A87870}"/>
              </a:ext>
            </a:extLst>
          </p:cNvPr>
          <p:cNvSpPr>
            <a:spLocks noGrp="1"/>
          </p:cNvSpPr>
          <p:nvPr>
            <p:ph type="body" idx="1"/>
          </p:nvPr>
        </p:nvSpPr>
        <p:spPr/>
        <p:txBody>
          <a:bodyPr/>
          <a:lstStyle/>
          <a:p>
            <a:r>
              <a:rPr lang="en-US" altLang="en-US" dirty="0">
                <a:solidFill>
                  <a:srgbClr val="000000"/>
                </a:solidFill>
              </a:rPr>
              <a:t>This section introduces </a:t>
            </a:r>
            <a:r>
              <a:rPr lang="en-US" dirty="0"/>
              <a:t>interface features that were added in</a:t>
            </a:r>
          </a:p>
          <a:p>
            <a:pPr eaLnBrk="1" hangingPunct="1"/>
            <a:r>
              <a:rPr lang="en-US" altLang="en-US" dirty="0">
                <a:solidFill>
                  <a:srgbClr val="000000"/>
                </a:solidFill>
              </a:rPr>
              <a:t> Java SE</a:t>
            </a:r>
          </a:p>
          <a:p>
            <a:pPr eaLnBrk="1" hangingPunct="1"/>
            <a:r>
              <a:rPr lang="en-US" altLang="en-US" dirty="0">
                <a:solidFill>
                  <a:srgbClr val="000000"/>
                </a:solidFill>
              </a:rPr>
              <a:t>We discuss these in more detail in later in the course. </a:t>
            </a:r>
          </a:p>
        </p:txBody>
      </p:sp>
      <p:sp>
        <p:nvSpPr>
          <p:cNvPr id="4" name="Footer Placeholder 3">
            <a:extLst>
              <a:ext uri="{FF2B5EF4-FFF2-40B4-BE49-F238E27FC236}">
                <a16:creationId xmlns:a16="http://schemas.microsoft.com/office/drawing/2014/main" id="{5AB5F4F7-E05E-40E8-91CA-6199E0BC9888}"/>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3602810142"/>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9AF53-8171-4A82-AAC1-BE165FC3D730}"/>
              </a:ext>
            </a:extLst>
          </p:cNvPr>
          <p:cNvSpPr>
            <a:spLocks noGrp="1"/>
          </p:cNvSpPr>
          <p:nvPr>
            <p:ph type="title"/>
          </p:nvPr>
        </p:nvSpPr>
        <p:spPr>
          <a:xfrm>
            <a:off x="731519" y="228600"/>
            <a:ext cx="10801043" cy="1143000"/>
          </a:xfrm>
        </p:spPr>
        <p:txBody>
          <a:bodyPr/>
          <a:lstStyle/>
          <a:p>
            <a:pPr fontAlgn="auto">
              <a:spcAft>
                <a:spcPts val="0"/>
              </a:spcAft>
              <a:defRPr/>
            </a:pPr>
            <a:r>
              <a:rPr lang="en-US" dirty="0">
                <a:solidFill>
                  <a:srgbClr val="59D9B3"/>
                </a:solidFill>
                <a:latin typeface="Calibri" panose="020F0502020204030204" pitchFamily="34" charset="0"/>
              </a:rPr>
              <a:t>10.10.1 </a:t>
            </a:r>
            <a:r>
              <a:rPr lang="en-US" dirty="0">
                <a:solidFill>
                  <a:srgbClr val="33B38C"/>
                </a:solidFill>
                <a:latin typeface="Consolas" panose="020B0609020204030204" pitchFamily="49" charset="0"/>
              </a:rPr>
              <a:t>default</a:t>
            </a:r>
            <a:r>
              <a:rPr lang="en-US" dirty="0">
                <a:solidFill>
                  <a:srgbClr val="33B38C"/>
                </a:solidFill>
                <a:latin typeface="Calibri" panose="020F0502020204030204" pitchFamily="34" charset="0"/>
              </a:rPr>
              <a:t> Interface Methods</a:t>
            </a:r>
            <a:endParaRPr lang="en-US" dirty="0">
              <a:solidFill>
                <a:srgbClr val="3380E6"/>
              </a:solidFill>
              <a:latin typeface="Calibri" panose="020F0502020204030204" pitchFamily="34" charset="0"/>
            </a:endParaRPr>
          </a:p>
        </p:txBody>
      </p:sp>
      <p:sp>
        <p:nvSpPr>
          <p:cNvPr id="132099" name="Text Placeholder 2">
            <a:extLst>
              <a:ext uri="{FF2B5EF4-FFF2-40B4-BE49-F238E27FC236}">
                <a16:creationId xmlns:a16="http://schemas.microsoft.com/office/drawing/2014/main" id="{BC28876E-D994-414D-B4C1-376BCA369DC2}"/>
              </a:ext>
            </a:extLst>
          </p:cNvPr>
          <p:cNvSpPr>
            <a:spLocks noGrp="1"/>
          </p:cNvSpPr>
          <p:nvPr>
            <p:ph type="body" idx="1"/>
          </p:nvPr>
        </p:nvSpPr>
        <p:spPr>
          <a:xfrm>
            <a:off x="731519" y="1219201"/>
            <a:ext cx="10801043" cy="4525963"/>
          </a:xfrm>
        </p:spPr>
        <p:txBody>
          <a:bodyPr/>
          <a:lstStyle/>
          <a:p>
            <a:pPr eaLnBrk="1" hangingPunct="1"/>
            <a:r>
              <a:rPr lang="en-US" altLang="en-US" sz="2400" dirty="0">
                <a:solidFill>
                  <a:srgbClr val="000000"/>
                </a:solidFill>
              </a:rPr>
              <a:t>Prior to Java SE 8, interface methods could be </a:t>
            </a:r>
            <a:r>
              <a:rPr lang="en-US" altLang="en-US" sz="2400" i="1" dirty="0">
                <a:solidFill>
                  <a:srgbClr val="000000"/>
                </a:solidFill>
              </a:rPr>
              <a:t>only</a:t>
            </a:r>
            <a:r>
              <a:rPr lang="en-US" altLang="en-US" sz="2400" dirty="0">
                <a:solidFill>
                  <a:srgbClr val="000000"/>
                </a:solidFill>
              </a:rPr>
              <a:t> </a:t>
            </a:r>
            <a:r>
              <a:rPr lang="en-US" altLang="en-US" sz="2400" dirty="0">
                <a:solidFill>
                  <a:srgbClr val="000000"/>
                </a:solidFill>
                <a:latin typeface="Consolas" panose="020B0609020204030204" pitchFamily="49" charset="0"/>
              </a:rPr>
              <a:t>public abstract</a:t>
            </a:r>
            <a:r>
              <a:rPr lang="en-US" altLang="en-US" sz="2400" dirty="0">
                <a:solidFill>
                  <a:srgbClr val="000000"/>
                </a:solidFill>
              </a:rPr>
              <a:t> methods. </a:t>
            </a:r>
          </a:p>
          <a:p>
            <a:pPr lvl="1" eaLnBrk="1" hangingPunct="1"/>
            <a:r>
              <a:rPr lang="en-US" altLang="en-US" sz="2000" dirty="0">
                <a:solidFill>
                  <a:srgbClr val="000000"/>
                </a:solidFill>
              </a:rPr>
              <a:t>An interface specified </a:t>
            </a:r>
            <a:r>
              <a:rPr lang="en-US" altLang="en-US" sz="2000" i="1" dirty="0">
                <a:solidFill>
                  <a:srgbClr val="000000"/>
                </a:solidFill>
              </a:rPr>
              <a:t>what</a:t>
            </a:r>
            <a:r>
              <a:rPr lang="en-US" altLang="en-US" sz="2000" dirty="0">
                <a:solidFill>
                  <a:srgbClr val="000000"/>
                </a:solidFill>
              </a:rPr>
              <a:t> operations an implementing class must perform but not </a:t>
            </a:r>
            <a:r>
              <a:rPr lang="en-US" altLang="en-US" sz="2000" i="1" dirty="0">
                <a:solidFill>
                  <a:srgbClr val="000000"/>
                </a:solidFill>
              </a:rPr>
              <a:t>how</a:t>
            </a:r>
            <a:r>
              <a:rPr lang="en-US" altLang="en-US" sz="2000" dirty="0">
                <a:solidFill>
                  <a:srgbClr val="000000"/>
                </a:solidFill>
              </a:rPr>
              <a:t> the class should perform them. </a:t>
            </a:r>
          </a:p>
          <a:p>
            <a:pPr eaLnBrk="1" hangingPunct="1"/>
            <a:r>
              <a:rPr lang="en-US" altLang="en-US" sz="2400" dirty="0">
                <a:solidFill>
                  <a:srgbClr val="000000"/>
                </a:solidFill>
              </a:rPr>
              <a:t>In Java SE 8, interfaces also may contain </a:t>
            </a:r>
            <a:r>
              <a:rPr lang="en-US" altLang="en-US" sz="2400" dirty="0">
                <a:solidFill>
                  <a:srgbClr val="0000FF"/>
                </a:solidFill>
                <a:latin typeface="Consolas" panose="020B0609020204030204" pitchFamily="49" charset="0"/>
              </a:rPr>
              <a:t>public default</a:t>
            </a:r>
            <a:r>
              <a:rPr lang="en-US" altLang="en-US" sz="2400" dirty="0">
                <a:solidFill>
                  <a:srgbClr val="0000FF"/>
                </a:solidFill>
              </a:rPr>
              <a:t> methods</a:t>
            </a:r>
            <a:r>
              <a:rPr lang="en-US" altLang="en-US" sz="2400" dirty="0">
                <a:solidFill>
                  <a:srgbClr val="000000"/>
                </a:solidFill>
              </a:rPr>
              <a:t> with concrete default implementations that specify how operations are performed when an implementing class does not override the methods. </a:t>
            </a:r>
          </a:p>
          <a:p>
            <a:pPr eaLnBrk="1" hangingPunct="1"/>
            <a:r>
              <a:rPr lang="en-US" altLang="en-US" sz="2400" dirty="0">
                <a:solidFill>
                  <a:srgbClr val="000000"/>
                </a:solidFill>
              </a:rPr>
              <a:t>If a class implements such an interface, the class also receives the interface’s </a:t>
            </a:r>
            <a:r>
              <a:rPr lang="en-US" altLang="en-US" sz="2400" dirty="0">
                <a:solidFill>
                  <a:srgbClr val="000000"/>
                </a:solidFill>
                <a:latin typeface="Consolas" panose="020B0609020204030204" pitchFamily="49" charset="0"/>
              </a:rPr>
              <a:t>default</a:t>
            </a:r>
            <a:r>
              <a:rPr lang="en-US" altLang="en-US" sz="2400" dirty="0">
                <a:solidFill>
                  <a:srgbClr val="000000"/>
                </a:solidFill>
              </a:rPr>
              <a:t> implementations (if any). </a:t>
            </a:r>
          </a:p>
          <a:p>
            <a:pPr eaLnBrk="1" hangingPunct="1"/>
            <a:r>
              <a:rPr lang="en-US" altLang="en-US" sz="2400" dirty="0">
                <a:solidFill>
                  <a:srgbClr val="000000"/>
                </a:solidFill>
              </a:rPr>
              <a:t>To declare a default method, place the keyword default before the method’s return type and provide a concrete method implementation. </a:t>
            </a:r>
          </a:p>
        </p:txBody>
      </p:sp>
      <p:sp>
        <p:nvSpPr>
          <p:cNvPr id="4" name="Footer Placeholder 3">
            <a:extLst>
              <a:ext uri="{FF2B5EF4-FFF2-40B4-BE49-F238E27FC236}">
                <a16:creationId xmlns:a16="http://schemas.microsoft.com/office/drawing/2014/main" id="{0EB7F6C1-4488-4C7E-8552-2F67A084B6F1}"/>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4135731951"/>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91EC4-22AA-442A-904A-E90F3F41BEEA}"/>
              </a:ext>
            </a:extLst>
          </p:cNvPr>
          <p:cNvSpPr>
            <a:spLocks noGrp="1"/>
          </p:cNvSpPr>
          <p:nvPr>
            <p:ph type="title"/>
          </p:nvPr>
        </p:nvSpPr>
        <p:spPr>
          <a:xfrm>
            <a:off x="786383" y="228600"/>
            <a:ext cx="10746179" cy="1143000"/>
          </a:xfrm>
        </p:spPr>
        <p:txBody>
          <a:bodyPr>
            <a:normAutofit/>
          </a:bodyPr>
          <a:lstStyle/>
          <a:p>
            <a:pPr fontAlgn="auto">
              <a:spcAft>
                <a:spcPts val="0"/>
              </a:spcAft>
              <a:defRPr/>
            </a:pPr>
            <a:r>
              <a:rPr lang="en-US" dirty="0">
                <a:solidFill>
                  <a:srgbClr val="59D9B3"/>
                </a:solidFill>
                <a:latin typeface="Calibri" panose="020F0502020204030204" pitchFamily="34" charset="0"/>
              </a:rPr>
              <a:t>10.10.1 </a:t>
            </a:r>
            <a:r>
              <a:rPr lang="en-US" dirty="0">
                <a:solidFill>
                  <a:srgbClr val="33B38C"/>
                </a:solidFill>
                <a:latin typeface="Consolas" panose="020B0609020204030204" pitchFamily="49" charset="0"/>
              </a:rPr>
              <a:t>default</a:t>
            </a:r>
            <a:r>
              <a:rPr lang="en-US" dirty="0">
                <a:solidFill>
                  <a:srgbClr val="33B38C"/>
                </a:solidFill>
                <a:latin typeface="Calibri" panose="020F0502020204030204" pitchFamily="34" charset="0"/>
              </a:rPr>
              <a:t> Interface Methods (Cont.)</a:t>
            </a:r>
            <a:endParaRPr lang="en-US" dirty="0">
              <a:solidFill>
                <a:srgbClr val="3380E6"/>
              </a:solidFill>
              <a:latin typeface="Calibri" panose="020F0502020204030204" pitchFamily="34" charset="0"/>
            </a:endParaRPr>
          </a:p>
        </p:txBody>
      </p:sp>
      <p:sp>
        <p:nvSpPr>
          <p:cNvPr id="130051" name="Text Placeholder 2">
            <a:extLst>
              <a:ext uri="{FF2B5EF4-FFF2-40B4-BE49-F238E27FC236}">
                <a16:creationId xmlns:a16="http://schemas.microsoft.com/office/drawing/2014/main" id="{9ADA379B-670C-4B3B-A983-775245109BCD}"/>
              </a:ext>
            </a:extLst>
          </p:cNvPr>
          <p:cNvSpPr>
            <a:spLocks noGrp="1"/>
          </p:cNvSpPr>
          <p:nvPr>
            <p:ph type="body" idx="1"/>
          </p:nvPr>
        </p:nvSpPr>
        <p:spPr>
          <a:xfrm>
            <a:off x="786383" y="1219201"/>
            <a:ext cx="10746179" cy="4525963"/>
          </a:xfrm>
        </p:spPr>
        <p:txBody>
          <a:bodyPr/>
          <a:lstStyle/>
          <a:p>
            <a:pPr marL="109537" indent="0">
              <a:buNone/>
              <a:defRPr/>
            </a:pPr>
            <a:r>
              <a:rPr lang="en-US" altLang="en-US" sz="2400" b="1" i="1" dirty="0">
                <a:solidFill>
                  <a:srgbClr val="000000"/>
                </a:solidFill>
              </a:rPr>
              <a:t>Adding Methods to Existing Interfaces </a:t>
            </a:r>
          </a:p>
          <a:p>
            <a:pPr eaLnBrk="1" hangingPunct="1">
              <a:defRPr/>
            </a:pPr>
            <a:r>
              <a:rPr lang="en-US" altLang="en-US" sz="2400" dirty="0">
                <a:solidFill>
                  <a:srgbClr val="000000"/>
                </a:solidFill>
              </a:rPr>
              <a:t>Any class that implements the original interface will </a:t>
            </a:r>
            <a:r>
              <a:rPr lang="en-US" altLang="en-US" sz="2400" i="1" dirty="0">
                <a:solidFill>
                  <a:srgbClr val="000000"/>
                </a:solidFill>
              </a:rPr>
              <a:t>not</a:t>
            </a:r>
            <a:r>
              <a:rPr lang="en-US" altLang="en-US" sz="2400" dirty="0">
                <a:solidFill>
                  <a:srgbClr val="000000"/>
                </a:solidFill>
              </a:rPr>
              <a:t> break when a </a:t>
            </a:r>
            <a:r>
              <a:rPr lang="en-US" altLang="en-US" sz="2400" dirty="0">
                <a:solidFill>
                  <a:srgbClr val="000000"/>
                </a:solidFill>
                <a:latin typeface="Consolas" panose="020B0609020204030204" pitchFamily="49" charset="0"/>
              </a:rPr>
              <a:t>default</a:t>
            </a:r>
            <a:r>
              <a:rPr lang="en-US" altLang="en-US" sz="2400" dirty="0">
                <a:solidFill>
                  <a:srgbClr val="000000"/>
                </a:solidFill>
              </a:rPr>
              <a:t> method is added.</a:t>
            </a:r>
          </a:p>
          <a:p>
            <a:pPr lvl="1" eaLnBrk="1" hangingPunct="1">
              <a:defRPr/>
            </a:pPr>
            <a:r>
              <a:rPr lang="en-US" altLang="en-US" sz="2000" dirty="0">
                <a:solidFill>
                  <a:srgbClr val="000000"/>
                </a:solidFill>
              </a:rPr>
              <a:t>The class simply receives the new default method. </a:t>
            </a:r>
          </a:p>
          <a:p>
            <a:pPr eaLnBrk="1" hangingPunct="1">
              <a:defRPr/>
            </a:pPr>
            <a:r>
              <a:rPr lang="en-US" altLang="en-US" sz="2400" dirty="0">
                <a:solidFill>
                  <a:srgbClr val="000000"/>
                </a:solidFill>
              </a:rPr>
              <a:t>When a class implements a Java SE 8 interface, the class “signs a contract” with the compiler that says, </a:t>
            </a:r>
          </a:p>
          <a:p>
            <a:pPr lvl="1" eaLnBrk="1" hangingPunct="1">
              <a:defRPr/>
            </a:pPr>
            <a:r>
              <a:rPr lang="en-US" altLang="en-US" sz="2000" dirty="0">
                <a:solidFill>
                  <a:srgbClr val="000000"/>
                </a:solidFill>
              </a:rPr>
              <a:t>“I will declare all the </a:t>
            </a:r>
            <a:r>
              <a:rPr lang="en-US" altLang="en-US" sz="2000" i="1" dirty="0">
                <a:solidFill>
                  <a:srgbClr val="000000"/>
                </a:solidFill>
                <a:latin typeface="Consolas" panose="020B0609020204030204" pitchFamily="49" charset="0"/>
              </a:rPr>
              <a:t>abstract</a:t>
            </a:r>
            <a:r>
              <a:rPr lang="en-US" altLang="en-US" sz="2000" dirty="0">
                <a:solidFill>
                  <a:srgbClr val="000000"/>
                </a:solidFill>
              </a:rPr>
              <a:t> methods specified by the interface or I will declare my class </a:t>
            </a:r>
            <a:r>
              <a:rPr lang="en-US" altLang="en-US" sz="2000" dirty="0">
                <a:solidFill>
                  <a:srgbClr val="000000"/>
                </a:solidFill>
                <a:latin typeface="Consolas" panose="020B0609020204030204" pitchFamily="49" charset="0"/>
              </a:rPr>
              <a:t>abstract</a:t>
            </a:r>
            <a:r>
              <a:rPr lang="en-US" altLang="en-US" sz="2000" dirty="0">
                <a:solidFill>
                  <a:srgbClr val="000000"/>
                </a:solidFill>
              </a:rPr>
              <a:t>”</a:t>
            </a:r>
          </a:p>
          <a:p>
            <a:pPr eaLnBrk="1" hangingPunct="1">
              <a:defRPr/>
            </a:pPr>
            <a:r>
              <a:rPr lang="en-US" altLang="en-US" sz="2400" dirty="0">
                <a:solidFill>
                  <a:srgbClr val="000000"/>
                </a:solidFill>
              </a:rPr>
              <a:t>The implementing class is not required to override the interface’s </a:t>
            </a:r>
            <a:r>
              <a:rPr lang="en-US" altLang="en-US" sz="2400" dirty="0">
                <a:solidFill>
                  <a:srgbClr val="000000"/>
                </a:solidFill>
                <a:latin typeface="Consolas" panose="020B0609020204030204" pitchFamily="49" charset="0"/>
              </a:rPr>
              <a:t>default</a:t>
            </a:r>
            <a:r>
              <a:rPr lang="en-US" altLang="en-US" sz="2400" dirty="0">
                <a:solidFill>
                  <a:srgbClr val="000000"/>
                </a:solidFill>
              </a:rPr>
              <a:t> methods, but it can if necessary. </a:t>
            </a:r>
          </a:p>
        </p:txBody>
      </p:sp>
      <p:sp>
        <p:nvSpPr>
          <p:cNvPr id="4" name="Footer Placeholder 3">
            <a:extLst>
              <a:ext uri="{FF2B5EF4-FFF2-40B4-BE49-F238E27FC236}">
                <a16:creationId xmlns:a16="http://schemas.microsoft.com/office/drawing/2014/main" id="{4208EE98-C9D4-4979-A47A-EE1DEFA4E78C}"/>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631825830"/>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A1030-71BE-4BED-8DC7-24DE2249A38C}"/>
              </a:ext>
            </a:extLst>
          </p:cNvPr>
          <p:cNvSpPr>
            <a:spLocks noGrp="1"/>
          </p:cNvSpPr>
          <p:nvPr>
            <p:ph type="title"/>
          </p:nvPr>
        </p:nvSpPr>
        <p:spPr>
          <a:xfrm>
            <a:off x="841247" y="228600"/>
            <a:ext cx="10691315" cy="1143000"/>
          </a:xfrm>
        </p:spPr>
        <p:txBody>
          <a:bodyPr>
            <a:normAutofit/>
          </a:bodyPr>
          <a:lstStyle/>
          <a:p>
            <a:pPr fontAlgn="auto">
              <a:spcAft>
                <a:spcPts val="0"/>
              </a:spcAft>
              <a:defRPr/>
            </a:pPr>
            <a:r>
              <a:rPr lang="en-US" dirty="0">
                <a:solidFill>
                  <a:srgbClr val="59D9B3"/>
                </a:solidFill>
                <a:latin typeface="Calibri" panose="020F0502020204030204" pitchFamily="34" charset="0"/>
              </a:rPr>
              <a:t>10.10.1 </a:t>
            </a:r>
            <a:r>
              <a:rPr lang="en-US" dirty="0">
                <a:solidFill>
                  <a:srgbClr val="33B38C"/>
                </a:solidFill>
                <a:latin typeface="Consolas" panose="020B0609020204030204" pitchFamily="49" charset="0"/>
              </a:rPr>
              <a:t>default</a:t>
            </a:r>
            <a:r>
              <a:rPr lang="en-US" dirty="0">
                <a:solidFill>
                  <a:srgbClr val="33B38C"/>
                </a:solidFill>
                <a:latin typeface="Calibri" panose="020F0502020204030204" pitchFamily="34" charset="0"/>
              </a:rPr>
              <a:t> Interface Methods (Cont.)</a:t>
            </a:r>
            <a:endParaRPr lang="en-US" dirty="0">
              <a:solidFill>
                <a:srgbClr val="3380E6"/>
              </a:solidFill>
              <a:latin typeface="Calibri" panose="020F0502020204030204" pitchFamily="34" charset="0"/>
            </a:endParaRPr>
          </a:p>
        </p:txBody>
      </p:sp>
      <p:sp>
        <p:nvSpPr>
          <p:cNvPr id="130051" name="Text Placeholder 2">
            <a:extLst>
              <a:ext uri="{FF2B5EF4-FFF2-40B4-BE49-F238E27FC236}">
                <a16:creationId xmlns:a16="http://schemas.microsoft.com/office/drawing/2014/main" id="{24462DFD-B6BB-49D5-88D0-C6219CA9B544}"/>
              </a:ext>
            </a:extLst>
          </p:cNvPr>
          <p:cNvSpPr>
            <a:spLocks noGrp="1"/>
          </p:cNvSpPr>
          <p:nvPr>
            <p:ph type="body" idx="1"/>
          </p:nvPr>
        </p:nvSpPr>
        <p:spPr>
          <a:xfrm>
            <a:off x="841247" y="1219201"/>
            <a:ext cx="10691315" cy="4525963"/>
          </a:xfrm>
        </p:spPr>
        <p:txBody>
          <a:bodyPr/>
          <a:lstStyle/>
          <a:p>
            <a:pPr marL="109537" indent="0">
              <a:buNone/>
              <a:defRPr/>
            </a:pPr>
            <a:r>
              <a:rPr lang="en-US" altLang="en-US" sz="2400" b="1" i="1" dirty="0">
                <a:solidFill>
                  <a:srgbClr val="000000"/>
                </a:solidFill>
              </a:rPr>
              <a:t>Interfaces vs. </a:t>
            </a:r>
            <a:r>
              <a:rPr lang="en-US" altLang="en-US" sz="2400" b="1" i="1" dirty="0">
                <a:solidFill>
                  <a:srgbClr val="000000"/>
                </a:solidFill>
                <a:latin typeface="Consolas" panose="020B0609020204030204" pitchFamily="49" charset="0"/>
              </a:rPr>
              <a:t>abstract</a:t>
            </a:r>
            <a:r>
              <a:rPr lang="en-US" altLang="en-US" sz="2400" b="1" i="1" dirty="0">
                <a:solidFill>
                  <a:srgbClr val="000000"/>
                </a:solidFill>
              </a:rPr>
              <a:t> Classes </a:t>
            </a:r>
          </a:p>
          <a:p>
            <a:pPr eaLnBrk="1" hangingPunct="1">
              <a:defRPr/>
            </a:pPr>
            <a:r>
              <a:rPr lang="en-US" altLang="en-US" sz="2800" dirty="0">
                <a:solidFill>
                  <a:srgbClr val="000000"/>
                </a:solidFill>
              </a:rPr>
              <a:t>Prior to Java SE 8, an interface was typically used (rather than an </a:t>
            </a:r>
            <a:r>
              <a:rPr lang="en-US" altLang="en-US" sz="2800" dirty="0">
                <a:solidFill>
                  <a:srgbClr val="000000"/>
                </a:solidFill>
                <a:latin typeface="Consolas" panose="020B0609020204030204" pitchFamily="49" charset="0"/>
              </a:rPr>
              <a:t>abstract</a:t>
            </a:r>
            <a:r>
              <a:rPr lang="en-US" altLang="en-US" sz="2800" dirty="0">
                <a:solidFill>
                  <a:srgbClr val="000000"/>
                </a:solidFill>
              </a:rPr>
              <a:t> class) when there were no implementation details to inherit—no fields and no method implementations. </a:t>
            </a:r>
          </a:p>
          <a:p>
            <a:pPr>
              <a:defRPr/>
            </a:pPr>
            <a:r>
              <a:rPr lang="en-US" altLang="en-US" sz="2800" dirty="0">
                <a:solidFill>
                  <a:srgbClr val="000000"/>
                </a:solidFill>
              </a:rPr>
              <a:t>With </a:t>
            </a:r>
            <a:r>
              <a:rPr lang="en-US" altLang="en-US" sz="2800" dirty="0">
                <a:solidFill>
                  <a:srgbClr val="000000"/>
                </a:solidFill>
                <a:latin typeface="Consolas" panose="020B0609020204030204" pitchFamily="49" charset="0"/>
              </a:rPr>
              <a:t>default</a:t>
            </a:r>
            <a:r>
              <a:rPr lang="en-US" altLang="en-US" sz="2800" dirty="0">
                <a:solidFill>
                  <a:srgbClr val="000000"/>
                </a:solidFill>
              </a:rPr>
              <a:t> methods, you can instead declare common method implementations in interfaces</a:t>
            </a:r>
          </a:p>
          <a:p>
            <a:pPr>
              <a:defRPr/>
            </a:pPr>
            <a:r>
              <a:rPr lang="en-US" sz="2800" dirty="0">
                <a:solidFill>
                  <a:srgbClr val="000000"/>
                </a:solidFill>
              </a:rPr>
              <a:t>This </a:t>
            </a:r>
            <a:r>
              <a:rPr lang="en-US" dirty="0"/>
              <a:t>gives you more flexibility in designing your classes, because a class can implement many interfaces, but can extend only one superclass</a:t>
            </a:r>
          </a:p>
          <a:p>
            <a:pPr marL="109537" indent="0" eaLnBrk="1" hangingPunct="1">
              <a:buNone/>
              <a:defRPr/>
            </a:pPr>
            <a:endParaRPr lang="en-US" altLang="en-US" sz="2800" dirty="0">
              <a:solidFill>
                <a:srgbClr val="000000"/>
              </a:solidFill>
            </a:endParaRPr>
          </a:p>
        </p:txBody>
      </p:sp>
      <p:sp>
        <p:nvSpPr>
          <p:cNvPr id="4" name="Footer Placeholder 3">
            <a:extLst>
              <a:ext uri="{FF2B5EF4-FFF2-40B4-BE49-F238E27FC236}">
                <a16:creationId xmlns:a16="http://schemas.microsoft.com/office/drawing/2014/main" id="{B386617D-6CF2-43BF-8100-5E3E62D39069}"/>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1073562561"/>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3B578-2E2B-474F-8425-A4673EDC330B}"/>
              </a:ext>
            </a:extLst>
          </p:cNvPr>
          <p:cNvSpPr>
            <a:spLocks noGrp="1"/>
          </p:cNvSpPr>
          <p:nvPr>
            <p:ph type="title"/>
          </p:nvPr>
        </p:nvSpPr>
        <p:spPr>
          <a:xfrm>
            <a:off x="804671" y="228600"/>
            <a:ext cx="10727891" cy="1143000"/>
          </a:xfrm>
        </p:spPr>
        <p:txBody>
          <a:bodyPr>
            <a:normAutofit/>
          </a:bodyPr>
          <a:lstStyle/>
          <a:p>
            <a:pPr fontAlgn="auto">
              <a:spcAft>
                <a:spcPts val="0"/>
              </a:spcAft>
              <a:defRPr/>
            </a:pPr>
            <a:r>
              <a:rPr lang="en-US" dirty="0">
                <a:solidFill>
                  <a:srgbClr val="59D9B3"/>
                </a:solidFill>
                <a:latin typeface="Calibri" panose="020F0502020204030204" pitchFamily="34" charset="0"/>
              </a:rPr>
              <a:t>10.10.2 </a:t>
            </a:r>
            <a:r>
              <a:rPr lang="en-US" dirty="0">
                <a:solidFill>
                  <a:srgbClr val="33B38C"/>
                </a:solidFill>
                <a:latin typeface="Consolas" panose="020B0609020204030204" pitchFamily="49" charset="0"/>
              </a:rPr>
              <a:t>static </a:t>
            </a:r>
            <a:r>
              <a:rPr lang="en-US" dirty="0">
                <a:solidFill>
                  <a:srgbClr val="33B38C"/>
                </a:solidFill>
                <a:latin typeface="Calibri" panose="020F0502020204030204" pitchFamily="34" charset="0"/>
              </a:rPr>
              <a:t>Interface Methods (Cont.)</a:t>
            </a:r>
            <a:endParaRPr lang="en-US" dirty="0">
              <a:solidFill>
                <a:srgbClr val="3380E6"/>
              </a:solidFill>
              <a:latin typeface="Calibri" panose="020F0502020204030204" pitchFamily="34" charset="0"/>
            </a:endParaRPr>
          </a:p>
        </p:txBody>
      </p:sp>
      <p:sp>
        <p:nvSpPr>
          <p:cNvPr id="136195" name="Text Placeholder 2">
            <a:extLst>
              <a:ext uri="{FF2B5EF4-FFF2-40B4-BE49-F238E27FC236}">
                <a16:creationId xmlns:a16="http://schemas.microsoft.com/office/drawing/2014/main" id="{53272406-FFD5-4044-8B2D-7304795C713B}"/>
              </a:ext>
            </a:extLst>
          </p:cNvPr>
          <p:cNvSpPr>
            <a:spLocks noGrp="1"/>
          </p:cNvSpPr>
          <p:nvPr>
            <p:ph type="body" idx="1"/>
          </p:nvPr>
        </p:nvSpPr>
        <p:spPr>
          <a:xfrm>
            <a:off x="804671" y="1219201"/>
            <a:ext cx="10727891" cy="4525963"/>
          </a:xfrm>
        </p:spPr>
        <p:txBody>
          <a:bodyPr/>
          <a:lstStyle/>
          <a:p>
            <a:pPr eaLnBrk="1" hangingPunct="1"/>
            <a:r>
              <a:rPr lang="en-US" altLang="en-US" sz="2400" dirty="0">
                <a:solidFill>
                  <a:srgbClr val="000000"/>
                </a:solidFill>
              </a:rPr>
              <a:t>Prior to Java SE 8, it was common to associate with an interface a class containing </a:t>
            </a:r>
            <a:r>
              <a:rPr lang="en-US" altLang="en-US" sz="2400" dirty="0">
                <a:solidFill>
                  <a:srgbClr val="000000"/>
                </a:solidFill>
                <a:latin typeface="Consolas" panose="020B0609020204030204" pitchFamily="49" charset="0"/>
              </a:rPr>
              <a:t>static</a:t>
            </a:r>
            <a:r>
              <a:rPr lang="en-US" altLang="en-US" sz="2400" dirty="0">
                <a:solidFill>
                  <a:srgbClr val="000000"/>
                </a:solidFill>
              </a:rPr>
              <a:t> helper methods for working with objects that implemented the interface. </a:t>
            </a:r>
          </a:p>
          <a:p>
            <a:pPr eaLnBrk="1" hangingPunct="1"/>
            <a:r>
              <a:rPr lang="en-US" altLang="en-US" sz="2400" dirty="0">
                <a:solidFill>
                  <a:srgbClr val="000000"/>
                </a:solidFill>
              </a:rPr>
              <a:t>In Chapter 16, you’ll learn about class </a:t>
            </a:r>
            <a:r>
              <a:rPr lang="en-US" altLang="en-US" sz="2400" dirty="0">
                <a:solidFill>
                  <a:srgbClr val="000000"/>
                </a:solidFill>
                <a:latin typeface="Consolas" panose="020B0609020204030204" pitchFamily="49" charset="0"/>
              </a:rPr>
              <a:t>Collections</a:t>
            </a:r>
            <a:r>
              <a:rPr lang="en-US" altLang="en-US" sz="2400" dirty="0">
                <a:solidFill>
                  <a:srgbClr val="000000"/>
                </a:solidFill>
              </a:rPr>
              <a:t> which contains many </a:t>
            </a:r>
            <a:r>
              <a:rPr lang="en-US" altLang="en-US" sz="2400" dirty="0">
                <a:solidFill>
                  <a:srgbClr val="000000"/>
                </a:solidFill>
                <a:latin typeface="Consolas" panose="020B0609020204030204" pitchFamily="49" charset="0"/>
              </a:rPr>
              <a:t>static</a:t>
            </a:r>
            <a:r>
              <a:rPr lang="en-US" altLang="en-US" sz="2400" dirty="0">
                <a:solidFill>
                  <a:srgbClr val="000000"/>
                </a:solidFill>
              </a:rPr>
              <a:t> helper methods for working with objects that implement interfaces </a:t>
            </a:r>
            <a:r>
              <a:rPr lang="en-US" altLang="en-US" sz="2400" dirty="0">
                <a:solidFill>
                  <a:srgbClr val="000000"/>
                </a:solidFill>
                <a:latin typeface="Consolas" panose="020B0609020204030204" pitchFamily="49" charset="0"/>
              </a:rPr>
              <a:t>Collection</a:t>
            </a:r>
            <a:r>
              <a:rPr lang="en-US" altLang="en-US" sz="2400" dirty="0">
                <a:solidFill>
                  <a:srgbClr val="000000"/>
                </a:solidFill>
              </a:rPr>
              <a:t>, </a:t>
            </a:r>
            <a:r>
              <a:rPr lang="en-US" altLang="en-US" sz="2400" dirty="0">
                <a:solidFill>
                  <a:srgbClr val="000000"/>
                </a:solidFill>
                <a:latin typeface="Consolas" panose="020B0609020204030204" pitchFamily="49" charset="0"/>
              </a:rPr>
              <a:t>List</a:t>
            </a:r>
            <a:r>
              <a:rPr lang="en-US" altLang="en-US" sz="2400" dirty="0">
                <a:solidFill>
                  <a:srgbClr val="000000"/>
                </a:solidFill>
              </a:rPr>
              <a:t>, </a:t>
            </a:r>
            <a:r>
              <a:rPr lang="en-US" altLang="en-US" sz="2400" dirty="0">
                <a:solidFill>
                  <a:srgbClr val="000000"/>
                </a:solidFill>
                <a:latin typeface="Consolas" panose="020B0609020204030204" pitchFamily="49" charset="0"/>
              </a:rPr>
              <a:t>Set</a:t>
            </a:r>
            <a:r>
              <a:rPr lang="en-US" altLang="en-US" sz="2400" dirty="0">
                <a:solidFill>
                  <a:srgbClr val="000000"/>
                </a:solidFill>
              </a:rPr>
              <a:t> and more. </a:t>
            </a:r>
          </a:p>
          <a:p>
            <a:pPr eaLnBrk="1" hangingPunct="1"/>
            <a:r>
              <a:rPr lang="en-US" altLang="en-US" sz="2400" dirty="0">
                <a:solidFill>
                  <a:srgbClr val="000000"/>
                </a:solidFill>
                <a:latin typeface="Consolas" panose="020B0609020204030204" pitchFamily="49" charset="0"/>
              </a:rPr>
              <a:t>Collections</a:t>
            </a:r>
            <a:r>
              <a:rPr lang="en-US" altLang="en-US" sz="2400" dirty="0">
                <a:solidFill>
                  <a:srgbClr val="000000"/>
                </a:solidFill>
              </a:rPr>
              <a:t> method </a:t>
            </a:r>
            <a:r>
              <a:rPr lang="en-US" altLang="en-US" sz="2400" dirty="0">
                <a:solidFill>
                  <a:srgbClr val="000000"/>
                </a:solidFill>
                <a:latin typeface="Consolas" panose="020B0609020204030204" pitchFamily="49" charset="0"/>
              </a:rPr>
              <a:t>sort</a:t>
            </a:r>
            <a:r>
              <a:rPr lang="en-US" altLang="en-US" sz="2400" dirty="0">
                <a:solidFill>
                  <a:srgbClr val="000000"/>
                </a:solidFill>
              </a:rPr>
              <a:t> can sort objects of </a:t>
            </a:r>
            <a:r>
              <a:rPr lang="en-US" altLang="en-US" sz="2400" i="1" dirty="0">
                <a:solidFill>
                  <a:srgbClr val="000000"/>
                </a:solidFill>
              </a:rPr>
              <a:t>any</a:t>
            </a:r>
            <a:r>
              <a:rPr lang="en-US" altLang="en-US" sz="2400" dirty="0">
                <a:solidFill>
                  <a:srgbClr val="000000"/>
                </a:solidFill>
              </a:rPr>
              <a:t> class that implements interface </a:t>
            </a:r>
            <a:r>
              <a:rPr lang="en-US" altLang="en-US" sz="2400" dirty="0">
                <a:solidFill>
                  <a:srgbClr val="000000"/>
                </a:solidFill>
                <a:latin typeface="Consolas" panose="020B0609020204030204" pitchFamily="49" charset="0"/>
              </a:rPr>
              <a:t>List</a:t>
            </a:r>
            <a:r>
              <a:rPr lang="en-US" altLang="en-US" sz="2400" dirty="0">
                <a:solidFill>
                  <a:srgbClr val="000000"/>
                </a:solidFill>
              </a:rPr>
              <a:t>. </a:t>
            </a:r>
          </a:p>
          <a:p>
            <a:pPr eaLnBrk="1" hangingPunct="1"/>
            <a:r>
              <a:rPr lang="en-US" altLang="en-US" sz="2400" dirty="0">
                <a:solidFill>
                  <a:srgbClr val="000000"/>
                </a:solidFill>
              </a:rPr>
              <a:t>With </a:t>
            </a:r>
            <a:r>
              <a:rPr lang="en-US" altLang="en-US" sz="2400" dirty="0">
                <a:solidFill>
                  <a:srgbClr val="000000"/>
                </a:solidFill>
                <a:latin typeface="Consolas" panose="020B0609020204030204" pitchFamily="49" charset="0"/>
              </a:rPr>
              <a:t>static</a:t>
            </a:r>
            <a:r>
              <a:rPr lang="en-US" altLang="en-US" sz="2400" dirty="0">
                <a:solidFill>
                  <a:srgbClr val="000000"/>
                </a:solidFill>
              </a:rPr>
              <a:t> interface methods, such helper methods can now be declared directly in interfaces rather than in separate classes.</a:t>
            </a:r>
          </a:p>
        </p:txBody>
      </p:sp>
      <p:sp>
        <p:nvSpPr>
          <p:cNvPr id="4" name="Footer Placeholder 3">
            <a:extLst>
              <a:ext uri="{FF2B5EF4-FFF2-40B4-BE49-F238E27FC236}">
                <a16:creationId xmlns:a16="http://schemas.microsoft.com/office/drawing/2014/main" id="{E43558FD-6443-404F-A7CC-B88C529AEF66}"/>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4251767080"/>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49436-3782-4F3D-818A-4ACB1AD9E297}"/>
              </a:ext>
            </a:extLst>
          </p:cNvPr>
          <p:cNvSpPr>
            <a:spLocks noGrp="1"/>
          </p:cNvSpPr>
          <p:nvPr>
            <p:ph type="title"/>
          </p:nvPr>
        </p:nvSpPr>
        <p:spPr>
          <a:xfrm>
            <a:off x="841247" y="228600"/>
            <a:ext cx="10691315" cy="1143000"/>
          </a:xfrm>
        </p:spPr>
        <p:txBody>
          <a:bodyPr/>
          <a:lstStyle/>
          <a:p>
            <a:pPr fontAlgn="auto">
              <a:spcAft>
                <a:spcPts val="0"/>
              </a:spcAft>
              <a:defRPr/>
            </a:pPr>
            <a:r>
              <a:rPr lang="en-US" dirty="0">
                <a:solidFill>
                  <a:srgbClr val="59D9B3"/>
                </a:solidFill>
                <a:latin typeface="Calibri" panose="020F0502020204030204" pitchFamily="34" charset="0"/>
              </a:rPr>
              <a:t>10.10.3 </a:t>
            </a:r>
            <a:r>
              <a:rPr lang="en-US" dirty="0">
                <a:solidFill>
                  <a:srgbClr val="33B38C"/>
                </a:solidFill>
                <a:latin typeface="Calibri" panose="020F0502020204030204" pitchFamily="34" charset="0"/>
              </a:rPr>
              <a:t>Functional Interfaces</a:t>
            </a:r>
            <a:endParaRPr lang="en-US" dirty="0">
              <a:solidFill>
                <a:srgbClr val="3380E6"/>
              </a:solidFill>
              <a:latin typeface="Calibri" panose="020F0502020204030204" pitchFamily="34" charset="0"/>
            </a:endParaRPr>
          </a:p>
        </p:txBody>
      </p:sp>
      <p:sp>
        <p:nvSpPr>
          <p:cNvPr id="137219" name="Text Placeholder 2">
            <a:extLst>
              <a:ext uri="{FF2B5EF4-FFF2-40B4-BE49-F238E27FC236}">
                <a16:creationId xmlns:a16="http://schemas.microsoft.com/office/drawing/2014/main" id="{A3DDDE08-165E-4BDD-86FA-5DAC0928382A}"/>
              </a:ext>
            </a:extLst>
          </p:cNvPr>
          <p:cNvSpPr>
            <a:spLocks noGrp="1"/>
          </p:cNvSpPr>
          <p:nvPr>
            <p:ph type="body" idx="1"/>
          </p:nvPr>
        </p:nvSpPr>
        <p:spPr>
          <a:xfrm>
            <a:off x="841247" y="1219201"/>
            <a:ext cx="10691315" cy="4525963"/>
          </a:xfrm>
        </p:spPr>
        <p:txBody>
          <a:bodyPr/>
          <a:lstStyle/>
          <a:p>
            <a:pPr eaLnBrk="1" hangingPunct="1"/>
            <a:r>
              <a:rPr lang="en-US" altLang="en-US" sz="2400" dirty="0">
                <a:solidFill>
                  <a:srgbClr val="000000"/>
                </a:solidFill>
              </a:rPr>
              <a:t>As of Java SE 8, any interface containing only one </a:t>
            </a:r>
            <a:r>
              <a:rPr lang="en-US" altLang="en-US" sz="2400" dirty="0">
                <a:solidFill>
                  <a:srgbClr val="000000"/>
                </a:solidFill>
                <a:latin typeface="Consolas" panose="020B0609020204030204" pitchFamily="49" charset="0"/>
              </a:rPr>
              <a:t>abstract</a:t>
            </a:r>
            <a:r>
              <a:rPr lang="en-US" altLang="en-US" sz="2400" dirty="0">
                <a:solidFill>
                  <a:srgbClr val="000000"/>
                </a:solidFill>
              </a:rPr>
              <a:t> method is known as a </a:t>
            </a:r>
            <a:r>
              <a:rPr lang="en-US" altLang="en-US" sz="2400" dirty="0">
                <a:solidFill>
                  <a:srgbClr val="0000FF"/>
                </a:solidFill>
              </a:rPr>
              <a:t>functional interface</a:t>
            </a:r>
            <a:r>
              <a:rPr lang="en-US" altLang="en-US" sz="2400" dirty="0">
                <a:solidFill>
                  <a:srgbClr val="000000"/>
                </a:solidFill>
              </a:rPr>
              <a:t>—also called SAM (Single Abstract Method) interfaces </a:t>
            </a:r>
          </a:p>
          <a:p>
            <a:pPr eaLnBrk="1" hangingPunct="1"/>
            <a:r>
              <a:rPr lang="en-US" altLang="en-US" sz="2400" dirty="0">
                <a:solidFill>
                  <a:srgbClr val="000000"/>
                </a:solidFill>
              </a:rPr>
              <a:t>Functional interfaces that you’ll use in this book include:</a:t>
            </a:r>
          </a:p>
          <a:p>
            <a:pPr lvl="1" eaLnBrk="1" hangingPunct="1"/>
            <a:r>
              <a:rPr lang="en-US" altLang="en-US" sz="2000" dirty="0">
                <a:solidFill>
                  <a:srgbClr val="000000"/>
                </a:solidFill>
                <a:latin typeface="Consolas" panose="020B0609020204030204" pitchFamily="49" charset="0"/>
              </a:rPr>
              <a:t>ActionListener</a:t>
            </a:r>
            <a:r>
              <a:rPr lang="en-US" altLang="en-US" sz="2000" dirty="0">
                <a:solidFill>
                  <a:srgbClr val="000000"/>
                </a:solidFill>
              </a:rPr>
              <a:t> (Chapter 12)—You’ll implement this interface to define a method that’s called when the user clicks a button. </a:t>
            </a:r>
          </a:p>
          <a:p>
            <a:pPr lvl="1" eaLnBrk="1" hangingPunct="1"/>
            <a:r>
              <a:rPr lang="en-US" altLang="en-US" sz="2000" dirty="0">
                <a:solidFill>
                  <a:srgbClr val="000000"/>
                </a:solidFill>
                <a:latin typeface="Consolas" panose="020B0609020204030204" pitchFamily="49" charset="0"/>
              </a:rPr>
              <a:t>Comparator</a:t>
            </a:r>
            <a:r>
              <a:rPr lang="en-US" altLang="en-US" sz="2000" dirty="0">
                <a:solidFill>
                  <a:srgbClr val="000000"/>
                </a:solidFill>
              </a:rPr>
              <a:t> (Chapter 16)—You’ll implement this interface to define a method that can compare two objects of a given type to determine whether the first object is less than, equal to or greater than the second. </a:t>
            </a:r>
          </a:p>
          <a:p>
            <a:pPr lvl="1" eaLnBrk="1" hangingPunct="1"/>
            <a:r>
              <a:rPr lang="en-US" altLang="en-US" sz="2000" dirty="0">
                <a:solidFill>
                  <a:srgbClr val="000000"/>
                </a:solidFill>
                <a:latin typeface="Consolas" panose="020B0609020204030204" pitchFamily="49" charset="0"/>
              </a:rPr>
              <a:t>Runnable</a:t>
            </a:r>
            <a:r>
              <a:rPr lang="en-US" altLang="en-US" sz="2000" dirty="0">
                <a:solidFill>
                  <a:srgbClr val="000000"/>
                </a:solidFill>
              </a:rPr>
              <a:t> (Chapter 23)—You’ll implement this interface to define a task that may be run in parallel with other parts of your program.</a:t>
            </a:r>
          </a:p>
        </p:txBody>
      </p:sp>
      <p:sp>
        <p:nvSpPr>
          <p:cNvPr id="4" name="Footer Placeholder 3">
            <a:extLst>
              <a:ext uri="{FF2B5EF4-FFF2-40B4-BE49-F238E27FC236}">
                <a16:creationId xmlns:a16="http://schemas.microsoft.com/office/drawing/2014/main" id="{77E9CE08-7EAF-4D03-9F87-A06546B9F144}"/>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994118092"/>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80">
            <a:extLst>
              <a:ext uri="{FF2B5EF4-FFF2-40B4-BE49-F238E27FC236}">
                <a16:creationId xmlns:a16="http://schemas.microsoft.com/office/drawing/2014/main" id="{13079D29-3982-48EF-B0AB-9E8B943B44E8}"/>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733550"/>
            <a:ext cx="12192000" cy="3389313"/>
          </a:xfrm>
          <a:prstGeom prst="rect">
            <a:avLst/>
          </a:prstGeom>
        </p:spPr>
      </p:pic>
      <p:sp>
        <p:nvSpPr>
          <p:cNvPr id="2" name="Footer Placeholder 1">
            <a:extLst>
              <a:ext uri="{FF2B5EF4-FFF2-40B4-BE49-F238E27FC236}">
                <a16:creationId xmlns:a16="http://schemas.microsoft.com/office/drawing/2014/main" id="{1D14A83F-B91A-41B5-8D2C-7A4D9EAF1F89}"/>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1579596961"/>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9AF03-5B7A-4D43-BE66-79B025FC8CDE}"/>
              </a:ext>
            </a:extLst>
          </p:cNvPr>
          <p:cNvSpPr>
            <a:spLocks noGrp="1"/>
          </p:cNvSpPr>
          <p:nvPr>
            <p:ph type="title"/>
          </p:nvPr>
        </p:nvSpPr>
        <p:spPr/>
        <p:txBody>
          <a:bodyPr>
            <a:normAutofit/>
          </a:bodyPr>
          <a:lstStyle/>
          <a:p>
            <a:pPr fontAlgn="auto">
              <a:spcAft>
                <a:spcPts val="0"/>
              </a:spcAft>
              <a:defRPr/>
            </a:pPr>
            <a:r>
              <a:rPr lang="en-US" dirty="0">
                <a:solidFill>
                  <a:srgbClr val="24B5A1"/>
                </a:solidFill>
                <a:latin typeface="Calibri" panose="020F0502020204030204" pitchFamily="34" charset="0"/>
              </a:rPr>
              <a:t>10.11  </a:t>
            </a:r>
            <a:r>
              <a:rPr lang="en-US" dirty="0">
                <a:solidFill>
                  <a:srgbClr val="3380E6"/>
                </a:solidFill>
                <a:latin typeface="Calibri" panose="020F0502020204030204" pitchFamily="34" charset="0"/>
              </a:rPr>
              <a:t>Java SE 9 private Interface Methods</a:t>
            </a:r>
          </a:p>
        </p:txBody>
      </p:sp>
      <p:sp>
        <p:nvSpPr>
          <p:cNvPr id="138243" name="Text Placeholder 2">
            <a:extLst>
              <a:ext uri="{FF2B5EF4-FFF2-40B4-BE49-F238E27FC236}">
                <a16:creationId xmlns:a16="http://schemas.microsoft.com/office/drawing/2014/main" id="{B167EFF7-CA08-4F72-B0BF-AF25DF11BE65}"/>
              </a:ext>
            </a:extLst>
          </p:cNvPr>
          <p:cNvSpPr>
            <a:spLocks noGrp="1"/>
          </p:cNvSpPr>
          <p:nvPr>
            <p:ph type="body" idx="1"/>
          </p:nvPr>
        </p:nvSpPr>
        <p:spPr/>
        <p:txBody>
          <a:bodyPr/>
          <a:lstStyle/>
          <a:p>
            <a:r>
              <a:rPr lang="en-US" dirty="0"/>
              <a:t>As you know, a class’s </a:t>
            </a:r>
            <a:r>
              <a:rPr lang="en-US" dirty="0">
                <a:latin typeface="Consolas" panose="020B0609020204030204" pitchFamily="49" charset="0"/>
              </a:rPr>
              <a:t>private</a:t>
            </a:r>
            <a:r>
              <a:rPr lang="en-US" dirty="0"/>
              <a:t> helper methods may be called only by the class’s other methods</a:t>
            </a:r>
          </a:p>
          <a:p>
            <a:r>
              <a:rPr lang="en-US" dirty="0"/>
              <a:t>As of Java SE 9, you can declare helper methods in </a:t>
            </a:r>
            <a:r>
              <a:rPr lang="en-US" i="1" dirty="0"/>
              <a:t>interfaces</a:t>
            </a:r>
            <a:r>
              <a:rPr lang="en-US" dirty="0"/>
              <a:t> via </a:t>
            </a:r>
            <a:r>
              <a:rPr lang="en-US" b="1" dirty="0">
                <a:latin typeface="Consolas" panose="020B0609020204030204" pitchFamily="49" charset="0"/>
              </a:rPr>
              <a:t>private</a:t>
            </a:r>
            <a:r>
              <a:rPr lang="en-US" b="1" dirty="0"/>
              <a:t> interface methods</a:t>
            </a:r>
          </a:p>
          <a:p>
            <a:r>
              <a:rPr lang="en-US" dirty="0"/>
              <a:t>An interface’s </a:t>
            </a:r>
            <a:r>
              <a:rPr lang="en-US" dirty="0">
                <a:latin typeface="Consolas" panose="020B0609020204030204" pitchFamily="49" charset="0"/>
              </a:rPr>
              <a:t>private</a:t>
            </a:r>
            <a:r>
              <a:rPr lang="en-US" dirty="0"/>
              <a:t> instance methods can be called directly (i.e., without an object reference) only by the interface’s other instance methods</a:t>
            </a:r>
          </a:p>
          <a:p>
            <a:r>
              <a:rPr lang="en-US" dirty="0"/>
              <a:t>An interface’s </a:t>
            </a:r>
            <a:r>
              <a:rPr lang="en-US" dirty="0">
                <a:latin typeface="Consolas" panose="020B0609020204030204" pitchFamily="49" charset="0"/>
              </a:rPr>
              <a:t>private</a:t>
            </a:r>
            <a:r>
              <a:rPr lang="en-US" dirty="0"/>
              <a:t> </a:t>
            </a:r>
            <a:r>
              <a:rPr lang="en-US" dirty="0">
                <a:latin typeface="Consolas" panose="020B0609020204030204" pitchFamily="49" charset="0"/>
              </a:rPr>
              <a:t>static</a:t>
            </a:r>
            <a:r>
              <a:rPr lang="en-US" dirty="0"/>
              <a:t> methods can be called by any of the interface’s instance or </a:t>
            </a:r>
            <a:r>
              <a:rPr lang="en-US" dirty="0">
                <a:latin typeface="Consolas" panose="020B0609020204030204" pitchFamily="49" charset="0"/>
              </a:rPr>
              <a:t>static</a:t>
            </a:r>
            <a:r>
              <a:rPr lang="en-US" dirty="0"/>
              <a:t> methods</a:t>
            </a:r>
          </a:p>
          <a:p>
            <a:pPr eaLnBrk="1" hangingPunct="1"/>
            <a:endParaRPr lang="en-US" altLang="en-US" dirty="0">
              <a:solidFill>
                <a:srgbClr val="000000"/>
              </a:solidFill>
            </a:endParaRPr>
          </a:p>
        </p:txBody>
      </p:sp>
      <p:sp>
        <p:nvSpPr>
          <p:cNvPr id="4" name="Footer Placeholder 3">
            <a:extLst>
              <a:ext uri="{FF2B5EF4-FFF2-40B4-BE49-F238E27FC236}">
                <a16:creationId xmlns:a16="http://schemas.microsoft.com/office/drawing/2014/main" id="{0F74173B-D537-4D32-8671-5FEA9EC2F65D}"/>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1837950430"/>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81">
            <a:extLst>
              <a:ext uri="{FF2B5EF4-FFF2-40B4-BE49-F238E27FC236}">
                <a16:creationId xmlns:a16="http://schemas.microsoft.com/office/drawing/2014/main" id="{8A16AE19-379B-4956-87C8-B8DD29BEA5ED}"/>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808163"/>
            <a:ext cx="12192000" cy="3240087"/>
          </a:xfrm>
          <a:prstGeom prst="rect">
            <a:avLst/>
          </a:prstGeom>
        </p:spPr>
      </p:pic>
      <p:sp>
        <p:nvSpPr>
          <p:cNvPr id="2" name="Footer Placeholder 1">
            <a:extLst>
              <a:ext uri="{FF2B5EF4-FFF2-40B4-BE49-F238E27FC236}">
                <a16:creationId xmlns:a16="http://schemas.microsoft.com/office/drawing/2014/main" id="{866E3BB9-78B9-4003-8059-58130C94DBE6}"/>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2097818825"/>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9AF03-5B7A-4D43-BE66-79B025FC8CDE}"/>
              </a:ext>
            </a:extLst>
          </p:cNvPr>
          <p:cNvSpPr>
            <a:spLocks noGrp="1"/>
          </p:cNvSpPr>
          <p:nvPr>
            <p:ph type="title"/>
          </p:nvPr>
        </p:nvSpPr>
        <p:spPr/>
        <p:txBody>
          <a:bodyPr>
            <a:normAutofit/>
          </a:bodyPr>
          <a:lstStyle/>
          <a:p>
            <a:pPr fontAlgn="auto">
              <a:spcAft>
                <a:spcPts val="0"/>
              </a:spcAft>
              <a:defRPr/>
            </a:pPr>
            <a:r>
              <a:rPr lang="en-US" dirty="0">
                <a:solidFill>
                  <a:srgbClr val="24B5A1"/>
                </a:solidFill>
                <a:latin typeface="Calibri" panose="020F0502020204030204" pitchFamily="34" charset="0"/>
              </a:rPr>
              <a:t>10.12  </a:t>
            </a:r>
            <a:r>
              <a:rPr lang="en-US" dirty="0">
                <a:solidFill>
                  <a:srgbClr val="3380E6"/>
                </a:solidFill>
                <a:latin typeface="Calibri" panose="020F0502020204030204" pitchFamily="34" charset="0"/>
              </a:rPr>
              <a:t>private Constructors</a:t>
            </a:r>
          </a:p>
        </p:txBody>
      </p:sp>
      <p:sp>
        <p:nvSpPr>
          <p:cNvPr id="138243" name="Text Placeholder 2">
            <a:extLst>
              <a:ext uri="{FF2B5EF4-FFF2-40B4-BE49-F238E27FC236}">
                <a16:creationId xmlns:a16="http://schemas.microsoft.com/office/drawing/2014/main" id="{B167EFF7-CA08-4F72-B0BF-AF25DF11BE65}"/>
              </a:ext>
            </a:extLst>
          </p:cNvPr>
          <p:cNvSpPr>
            <a:spLocks noGrp="1"/>
          </p:cNvSpPr>
          <p:nvPr>
            <p:ph type="body" idx="1"/>
          </p:nvPr>
        </p:nvSpPr>
        <p:spPr/>
        <p:txBody>
          <a:bodyPr/>
          <a:lstStyle/>
          <a:p>
            <a:pPr marL="109537" indent="0">
              <a:buNone/>
            </a:pPr>
            <a:r>
              <a:rPr lang="en-US" dirty="0"/>
              <a:t>Sometimes it’s useful to declare one or more of a class’s constructors as private. </a:t>
            </a:r>
          </a:p>
          <a:p>
            <a:pPr marL="109537" indent="0">
              <a:buNone/>
            </a:pPr>
            <a:r>
              <a:rPr lang="en-US" b="1" i="1" dirty="0"/>
              <a:t>Preventing Object Instantiation</a:t>
            </a:r>
          </a:p>
          <a:p>
            <a:r>
              <a:rPr lang="en-US" dirty="0"/>
              <a:t>You can prevent client code from creating objects of a class by making the class’s constructors private</a:t>
            </a:r>
          </a:p>
          <a:p>
            <a:r>
              <a:rPr lang="en-US" dirty="0"/>
              <a:t>Consider class </a:t>
            </a:r>
            <a:r>
              <a:rPr lang="en-US" dirty="0">
                <a:latin typeface="Consolas" panose="020B0609020204030204" pitchFamily="49" charset="0"/>
              </a:rPr>
              <a:t>Math</a:t>
            </a:r>
            <a:r>
              <a:rPr lang="en-US" dirty="0"/>
              <a:t>, which contains only </a:t>
            </a:r>
            <a:r>
              <a:rPr lang="en-US" dirty="0">
                <a:latin typeface="Consolas" panose="020B0609020204030204" pitchFamily="49" charset="0"/>
              </a:rPr>
              <a:t>public</a:t>
            </a:r>
            <a:r>
              <a:rPr lang="en-US" dirty="0"/>
              <a:t> </a:t>
            </a:r>
            <a:r>
              <a:rPr lang="en-US" dirty="0">
                <a:latin typeface="Consolas" panose="020B0609020204030204" pitchFamily="49" charset="0"/>
              </a:rPr>
              <a:t>static</a:t>
            </a:r>
            <a:r>
              <a:rPr lang="en-US" dirty="0"/>
              <a:t> constants and </a:t>
            </a:r>
            <a:r>
              <a:rPr lang="en-US" dirty="0">
                <a:latin typeface="Consolas" panose="020B0609020204030204" pitchFamily="49" charset="0"/>
              </a:rPr>
              <a:t>public</a:t>
            </a:r>
            <a:r>
              <a:rPr lang="en-US" dirty="0"/>
              <a:t> </a:t>
            </a:r>
            <a:r>
              <a:rPr lang="en-US" dirty="0">
                <a:latin typeface="Consolas" panose="020B0609020204030204" pitchFamily="49" charset="0"/>
              </a:rPr>
              <a:t>static</a:t>
            </a:r>
            <a:r>
              <a:rPr lang="en-US" dirty="0"/>
              <a:t> methods</a:t>
            </a:r>
          </a:p>
          <a:p>
            <a:r>
              <a:rPr lang="en-US" dirty="0"/>
              <a:t>There’s no need to create a </a:t>
            </a:r>
            <a:r>
              <a:rPr lang="en-US" dirty="0">
                <a:latin typeface="Consolas" panose="020B0609020204030204" pitchFamily="49" charset="0"/>
              </a:rPr>
              <a:t>Math</a:t>
            </a:r>
            <a:r>
              <a:rPr lang="en-US" dirty="0"/>
              <a:t> object to use the class’s constants and methods, so its constructor is </a:t>
            </a:r>
            <a:r>
              <a:rPr lang="en-US" dirty="0">
                <a:latin typeface="Consolas" panose="020B0609020204030204" pitchFamily="49" charset="0"/>
              </a:rPr>
              <a:t>private</a:t>
            </a:r>
            <a:endParaRPr lang="en-US" dirty="0"/>
          </a:p>
          <a:p>
            <a:pPr eaLnBrk="1" hangingPunct="1"/>
            <a:endParaRPr lang="en-US" altLang="en-US" dirty="0">
              <a:solidFill>
                <a:srgbClr val="000000"/>
              </a:solidFill>
            </a:endParaRPr>
          </a:p>
        </p:txBody>
      </p:sp>
      <p:sp>
        <p:nvSpPr>
          <p:cNvPr id="4" name="Footer Placeholder 3">
            <a:extLst>
              <a:ext uri="{FF2B5EF4-FFF2-40B4-BE49-F238E27FC236}">
                <a16:creationId xmlns:a16="http://schemas.microsoft.com/office/drawing/2014/main" id="{0F74173B-D537-4D32-8671-5FEA9EC2F65D}"/>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1234283251"/>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9AF03-5B7A-4D43-BE66-79B025FC8CDE}"/>
              </a:ext>
            </a:extLst>
          </p:cNvPr>
          <p:cNvSpPr>
            <a:spLocks noGrp="1"/>
          </p:cNvSpPr>
          <p:nvPr>
            <p:ph type="title"/>
          </p:nvPr>
        </p:nvSpPr>
        <p:spPr/>
        <p:txBody>
          <a:bodyPr>
            <a:normAutofit/>
          </a:bodyPr>
          <a:lstStyle/>
          <a:p>
            <a:pPr fontAlgn="auto">
              <a:spcAft>
                <a:spcPts val="0"/>
              </a:spcAft>
              <a:defRPr/>
            </a:pPr>
            <a:r>
              <a:rPr lang="en-US" dirty="0">
                <a:solidFill>
                  <a:srgbClr val="24B5A1"/>
                </a:solidFill>
                <a:latin typeface="Calibri" panose="020F0502020204030204" pitchFamily="34" charset="0"/>
              </a:rPr>
              <a:t>10.12  </a:t>
            </a:r>
            <a:r>
              <a:rPr lang="en-US" dirty="0">
                <a:solidFill>
                  <a:srgbClr val="3380E6"/>
                </a:solidFill>
                <a:latin typeface="Calibri" panose="020F0502020204030204" pitchFamily="34" charset="0"/>
              </a:rPr>
              <a:t>private Constructors (cont.)</a:t>
            </a:r>
          </a:p>
        </p:txBody>
      </p:sp>
      <p:sp>
        <p:nvSpPr>
          <p:cNvPr id="138243" name="Text Placeholder 2">
            <a:extLst>
              <a:ext uri="{FF2B5EF4-FFF2-40B4-BE49-F238E27FC236}">
                <a16:creationId xmlns:a16="http://schemas.microsoft.com/office/drawing/2014/main" id="{B167EFF7-CA08-4F72-B0BF-AF25DF11BE65}"/>
              </a:ext>
            </a:extLst>
          </p:cNvPr>
          <p:cNvSpPr>
            <a:spLocks noGrp="1"/>
          </p:cNvSpPr>
          <p:nvPr>
            <p:ph type="body" idx="1"/>
          </p:nvPr>
        </p:nvSpPr>
        <p:spPr/>
        <p:txBody>
          <a:bodyPr/>
          <a:lstStyle/>
          <a:p>
            <a:pPr marL="109537" indent="0">
              <a:buNone/>
            </a:pPr>
            <a:r>
              <a:rPr lang="en-US" b="1" i="1" dirty="0"/>
              <a:t>Sharing Initialization Code in Constructors </a:t>
            </a:r>
          </a:p>
          <a:p>
            <a:r>
              <a:rPr lang="en-US" dirty="0"/>
              <a:t>One common use of a </a:t>
            </a:r>
            <a:r>
              <a:rPr lang="en-US" dirty="0">
                <a:latin typeface="Consolas" panose="020B0609020204030204" pitchFamily="49" charset="0"/>
              </a:rPr>
              <a:t>private</a:t>
            </a:r>
            <a:r>
              <a:rPr lang="en-US" dirty="0"/>
              <a:t> constructor is sharing initialization code among a class’s other constructors</a:t>
            </a:r>
          </a:p>
          <a:p>
            <a:r>
              <a:rPr lang="en-US" dirty="0"/>
              <a:t>You can use delegating constructors (introduced in Fig. 8.5) to call the </a:t>
            </a:r>
            <a:r>
              <a:rPr lang="en-US" dirty="0">
                <a:latin typeface="Consolas" panose="020B0609020204030204" pitchFamily="49" charset="0"/>
              </a:rPr>
              <a:t>private</a:t>
            </a:r>
            <a:r>
              <a:rPr lang="en-US" dirty="0"/>
              <a:t> constructor that contains the shared initialization code </a:t>
            </a:r>
          </a:p>
          <a:p>
            <a:pPr eaLnBrk="1" hangingPunct="1"/>
            <a:endParaRPr lang="en-US" altLang="en-US" dirty="0">
              <a:solidFill>
                <a:srgbClr val="000000"/>
              </a:solidFill>
            </a:endParaRPr>
          </a:p>
        </p:txBody>
      </p:sp>
      <p:sp>
        <p:nvSpPr>
          <p:cNvPr id="4" name="Footer Placeholder 3">
            <a:extLst>
              <a:ext uri="{FF2B5EF4-FFF2-40B4-BE49-F238E27FC236}">
                <a16:creationId xmlns:a16="http://schemas.microsoft.com/office/drawing/2014/main" id="{0F74173B-D537-4D32-8671-5FEA9EC2F65D}"/>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1932414478"/>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9AF03-5B7A-4D43-BE66-79B025FC8CDE}"/>
              </a:ext>
            </a:extLst>
          </p:cNvPr>
          <p:cNvSpPr>
            <a:spLocks noGrp="1"/>
          </p:cNvSpPr>
          <p:nvPr>
            <p:ph type="title"/>
          </p:nvPr>
        </p:nvSpPr>
        <p:spPr/>
        <p:txBody>
          <a:bodyPr>
            <a:normAutofit/>
          </a:bodyPr>
          <a:lstStyle/>
          <a:p>
            <a:pPr fontAlgn="auto">
              <a:spcAft>
                <a:spcPts val="0"/>
              </a:spcAft>
              <a:defRPr/>
            </a:pPr>
            <a:r>
              <a:rPr lang="en-US" dirty="0">
                <a:solidFill>
                  <a:srgbClr val="24B5A1"/>
                </a:solidFill>
                <a:latin typeface="Calibri" panose="020F0502020204030204" pitchFamily="34" charset="0"/>
              </a:rPr>
              <a:t>10.12  </a:t>
            </a:r>
            <a:r>
              <a:rPr lang="en-US" dirty="0">
                <a:solidFill>
                  <a:srgbClr val="3380E6"/>
                </a:solidFill>
                <a:latin typeface="Calibri" panose="020F0502020204030204" pitchFamily="34" charset="0"/>
              </a:rPr>
              <a:t>private Constructors (cont.)</a:t>
            </a:r>
          </a:p>
        </p:txBody>
      </p:sp>
      <p:sp>
        <p:nvSpPr>
          <p:cNvPr id="138243" name="Text Placeholder 2">
            <a:extLst>
              <a:ext uri="{FF2B5EF4-FFF2-40B4-BE49-F238E27FC236}">
                <a16:creationId xmlns:a16="http://schemas.microsoft.com/office/drawing/2014/main" id="{B167EFF7-CA08-4F72-B0BF-AF25DF11BE65}"/>
              </a:ext>
            </a:extLst>
          </p:cNvPr>
          <p:cNvSpPr>
            <a:spLocks noGrp="1"/>
          </p:cNvSpPr>
          <p:nvPr>
            <p:ph type="body" idx="1"/>
          </p:nvPr>
        </p:nvSpPr>
        <p:spPr/>
        <p:txBody>
          <a:bodyPr/>
          <a:lstStyle/>
          <a:p>
            <a:pPr marL="109537" indent="0">
              <a:buNone/>
            </a:pPr>
            <a:r>
              <a:rPr lang="en-US" b="1" i="1" dirty="0"/>
              <a:t>Factory Methods </a:t>
            </a:r>
          </a:p>
          <a:p>
            <a:r>
              <a:rPr lang="en-US" dirty="0"/>
              <a:t>Another common use of </a:t>
            </a:r>
            <a:r>
              <a:rPr lang="en-US" dirty="0">
                <a:latin typeface="Consolas" panose="020B0609020204030204" pitchFamily="49" charset="0"/>
              </a:rPr>
              <a:t>private</a:t>
            </a:r>
            <a:r>
              <a:rPr lang="en-US" dirty="0"/>
              <a:t> constructors is to force client code to use so-called “factory methods” to create objects</a:t>
            </a:r>
          </a:p>
          <a:p>
            <a:r>
              <a:rPr lang="en-US" dirty="0"/>
              <a:t>A </a:t>
            </a:r>
            <a:r>
              <a:rPr lang="en-US" b="1" dirty="0"/>
              <a:t>factory method</a:t>
            </a:r>
            <a:r>
              <a:rPr lang="en-US" dirty="0"/>
              <a:t> is a </a:t>
            </a:r>
            <a:r>
              <a:rPr lang="en-US" dirty="0">
                <a:latin typeface="Consolas" panose="020B0609020204030204" pitchFamily="49" charset="0"/>
              </a:rPr>
              <a:t>public</a:t>
            </a:r>
            <a:r>
              <a:rPr lang="en-US" dirty="0"/>
              <a:t> </a:t>
            </a:r>
            <a:r>
              <a:rPr lang="en-US" dirty="0">
                <a:latin typeface="Consolas" panose="020B0609020204030204" pitchFamily="49" charset="0"/>
              </a:rPr>
              <a:t>static</a:t>
            </a:r>
            <a:r>
              <a:rPr lang="en-US" dirty="0"/>
              <a:t> method that creates and initializes an object of a specified type (possibly of the same class), then returns a reference to it</a:t>
            </a:r>
          </a:p>
          <a:p>
            <a:r>
              <a:rPr lang="en-US" dirty="0"/>
              <a:t>A key benefit of this architecture is that the method’s return type can be an interface or a superclass (either abstract or concrete)</a:t>
            </a:r>
            <a:endParaRPr lang="en-US" altLang="en-US" dirty="0">
              <a:solidFill>
                <a:srgbClr val="000000"/>
              </a:solidFill>
            </a:endParaRPr>
          </a:p>
        </p:txBody>
      </p:sp>
      <p:sp>
        <p:nvSpPr>
          <p:cNvPr id="4" name="Footer Placeholder 3">
            <a:extLst>
              <a:ext uri="{FF2B5EF4-FFF2-40B4-BE49-F238E27FC236}">
                <a16:creationId xmlns:a16="http://schemas.microsoft.com/office/drawing/2014/main" id="{0F74173B-D537-4D32-8671-5FEA9EC2F65D}"/>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3332432477"/>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9AF03-5B7A-4D43-BE66-79B025FC8CDE}"/>
              </a:ext>
            </a:extLst>
          </p:cNvPr>
          <p:cNvSpPr>
            <a:spLocks noGrp="1"/>
          </p:cNvSpPr>
          <p:nvPr>
            <p:ph type="title"/>
          </p:nvPr>
        </p:nvSpPr>
        <p:spPr/>
        <p:txBody>
          <a:bodyPr>
            <a:normAutofit/>
          </a:bodyPr>
          <a:lstStyle/>
          <a:p>
            <a:pPr fontAlgn="auto">
              <a:spcAft>
                <a:spcPts val="0"/>
              </a:spcAft>
              <a:defRPr/>
            </a:pPr>
            <a:r>
              <a:rPr lang="en-US" dirty="0">
                <a:solidFill>
                  <a:srgbClr val="24B5A1"/>
                </a:solidFill>
                <a:latin typeface="Calibri" panose="020F0502020204030204" pitchFamily="34" charset="0"/>
              </a:rPr>
              <a:t>10.13  </a:t>
            </a:r>
            <a:r>
              <a:rPr lang="en-US" dirty="0">
                <a:solidFill>
                  <a:srgbClr val="3380E6"/>
                </a:solidFill>
                <a:latin typeface="Calibri" panose="020F0502020204030204" pitchFamily="34" charset="0"/>
              </a:rPr>
              <a:t>Program to an Interface, Not an Implementation</a:t>
            </a:r>
          </a:p>
        </p:txBody>
      </p:sp>
      <p:sp>
        <p:nvSpPr>
          <p:cNvPr id="138243" name="Text Placeholder 2">
            <a:extLst>
              <a:ext uri="{FF2B5EF4-FFF2-40B4-BE49-F238E27FC236}">
                <a16:creationId xmlns:a16="http://schemas.microsoft.com/office/drawing/2014/main" id="{B167EFF7-CA08-4F72-B0BF-AF25DF11BE65}"/>
              </a:ext>
            </a:extLst>
          </p:cNvPr>
          <p:cNvSpPr>
            <a:spLocks noGrp="1"/>
          </p:cNvSpPr>
          <p:nvPr>
            <p:ph type="body" idx="1"/>
          </p:nvPr>
        </p:nvSpPr>
        <p:spPr/>
        <p:txBody>
          <a:bodyPr/>
          <a:lstStyle/>
          <a:p>
            <a:r>
              <a:rPr lang="en-US" dirty="0"/>
              <a:t>Recall that Java does not allow a class to inherit from more than one superclass</a:t>
            </a:r>
          </a:p>
          <a:p>
            <a:r>
              <a:rPr lang="en-US" dirty="0"/>
              <a:t>With interface inheritance, a class implements an interface describing various abstract methods that the new class must provide</a:t>
            </a:r>
          </a:p>
          <a:p>
            <a:r>
              <a:rPr lang="en-US" dirty="0"/>
              <a:t>The new class also may inherit some method implementations (allowed in interfaces as of Java SE 8), but no instance variables</a:t>
            </a:r>
          </a:p>
          <a:p>
            <a:r>
              <a:rPr lang="en-US" dirty="0"/>
              <a:t>Recall that Java allows a class to implement multiple interfaces in addition to extending one class</a:t>
            </a:r>
          </a:p>
          <a:p>
            <a:r>
              <a:rPr lang="en-US" dirty="0"/>
              <a:t>An interface also may extend one or more other interfaces.</a:t>
            </a:r>
          </a:p>
          <a:p>
            <a:pPr eaLnBrk="1" hangingPunct="1"/>
            <a:endParaRPr lang="en-US" altLang="en-US" dirty="0">
              <a:solidFill>
                <a:srgbClr val="000000"/>
              </a:solidFill>
            </a:endParaRPr>
          </a:p>
        </p:txBody>
      </p:sp>
      <p:sp>
        <p:nvSpPr>
          <p:cNvPr id="4" name="Footer Placeholder 3">
            <a:extLst>
              <a:ext uri="{FF2B5EF4-FFF2-40B4-BE49-F238E27FC236}">
                <a16:creationId xmlns:a16="http://schemas.microsoft.com/office/drawing/2014/main" id="{0F74173B-D537-4D32-8671-5FEA9EC2F65D}"/>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459818286"/>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9AF03-5B7A-4D43-BE66-79B025FC8CDE}"/>
              </a:ext>
            </a:extLst>
          </p:cNvPr>
          <p:cNvSpPr>
            <a:spLocks noGrp="1"/>
          </p:cNvSpPr>
          <p:nvPr>
            <p:ph type="title"/>
          </p:nvPr>
        </p:nvSpPr>
        <p:spPr>
          <a:xfrm>
            <a:off x="609600" y="84136"/>
            <a:ext cx="10972800" cy="1143000"/>
          </a:xfrm>
        </p:spPr>
        <p:txBody>
          <a:bodyPr>
            <a:normAutofit fontScale="90000"/>
          </a:bodyPr>
          <a:lstStyle/>
          <a:p>
            <a:r>
              <a:rPr lang="en-US" dirty="0">
                <a:solidFill>
                  <a:srgbClr val="24B5A1"/>
                </a:solidFill>
                <a:latin typeface="Calibri" panose="020F0502020204030204" pitchFamily="34" charset="0"/>
              </a:rPr>
              <a:t>10.13.1  </a:t>
            </a:r>
            <a:r>
              <a:rPr lang="en-US" dirty="0">
                <a:latin typeface="Calibri" panose="020F0502020204030204" pitchFamily="34" charset="0"/>
                <a:cs typeface="Calibri" panose="020F0502020204030204" pitchFamily="34" charset="0"/>
              </a:rPr>
              <a:t>Implementation Inheritance Is Best for Small Numbers of Tightly Coupled Classes</a:t>
            </a:r>
          </a:p>
        </p:txBody>
      </p:sp>
      <p:sp>
        <p:nvSpPr>
          <p:cNvPr id="138243" name="Text Placeholder 2">
            <a:extLst>
              <a:ext uri="{FF2B5EF4-FFF2-40B4-BE49-F238E27FC236}">
                <a16:creationId xmlns:a16="http://schemas.microsoft.com/office/drawing/2014/main" id="{B167EFF7-CA08-4F72-B0BF-AF25DF11BE65}"/>
              </a:ext>
            </a:extLst>
          </p:cNvPr>
          <p:cNvSpPr>
            <a:spLocks noGrp="1"/>
          </p:cNvSpPr>
          <p:nvPr>
            <p:ph type="body" idx="1"/>
          </p:nvPr>
        </p:nvSpPr>
        <p:spPr>
          <a:xfrm>
            <a:off x="609600" y="1272744"/>
            <a:ext cx="10972800" cy="4525962"/>
          </a:xfrm>
        </p:spPr>
        <p:txBody>
          <a:bodyPr/>
          <a:lstStyle/>
          <a:p>
            <a:pPr>
              <a:spcBef>
                <a:spcPts val="0"/>
              </a:spcBef>
            </a:pPr>
            <a:r>
              <a:rPr lang="en-US" dirty="0"/>
              <a:t>Implementation inheritance is primarily used to declare closely related classes </a:t>
            </a:r>
          </a:p>
          <a:p>
            <a:pPr lvl="1">
              <a:spcBef>
                <a:spcPts val="0"/>
              </a:spcBef>
            </a:pPr>
            <a:r>
              <a:rPr lang="en-US" dirty="0"/>
              <a:t>many of the same instance variables and method implementations</a:t>
            </a:r>
          </a:p>
          <a:p>
            <a:pPr>
              <a:spcBef>
                <a:spcPts val="0"/>
              </a:spcBef>
            </a:pPr>
            <a:r>
              <a:rPr lang="en-US" dirty="0"/>
              <a:t>Every subclass object has the </a:t>
            </a:r>
            <a:r>
              <a:rPr lang="en-US" i="1" dirty="0"/>
              <a:t>is-a</a:t>
            </a:r>
            <a:r>
              <a:rPr lang="en-US" dirty="0"/>
              <a:t> relationship with the superclass</a:t>
            </a:r>
          </a:p>
          <a:p>
            <a:pPr lvl="1">
              <a:spcBef>
                <a:spcPts val="0"/>
              </a:spcBef>
            </a:pPr>
            <a:r>
              <a:rPr lang="en-US" dirty="0"/>
              <a:t>anywhere a superclass object is expected, a subclass object may be provided</a:t>
            </a:r>
          </a:p>
          <a:p>
            <a:pPr>
              <a:spcBef>
                <a:spcPts val="0"/>
              </a:spcBef>
            </a:pPr>
            <a:r>
              <a:rPr lang="en-US" dirty="0"/>
              <a:t>Classes declared with implementation inheritance are tightly coupled</a:t>
            </a:r>
          </a:p>
          <a:p>
            <a:pPr lvl="1">
              <a:spcBef>
                <a:spcPts val="0"/>
              </a:spcBef>
            </a:pPr>
            <a:r>
              <a:rPr lang="en-US" dirty="0"/>
              <a:t>you define the common instance variables and methods once in a superclass, then inherit them into subclasses</a:t>
            </a:r>
          </a:p>
          <a:p>
            <a:pPr>
              <a:spcBef>
                <a:spcPts val="0"/>
              </a:spcBef>
            </a:pPr>
            <a:r>
              <a:rPr lang="en-US" dirty="0"/>
              <a:t>Changes to a superclass directly affect all corresponding subclasses</a:t>
            </a:r>
          </a:p>
          <a:p>
            <a:pPr>
              <a:spcBef>
                <a:spcPts val="0"/>
              </a:spcBef>
            </a:pPr>
            <a:r>
              <a:rPr lang="en-US" dirty="0"/>
              <a:t>When you use a superclass variable, only a superclass object or one of its subclass objects may be assigned to the variable. </a:t>
            </a:r>
          </a:p>
        </p:txBody>
      </p:sp>
    </p:spTree>
    <p:extLst>
      <p:ext uri="{BB962C8B-B14F-4D97-AF65-F5344CB8AC3E}">
        <p14:creationId xmlns:p14="http://schemas.microsoft.com/office/powerpoint/2010/main" val="3682702272"/>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9AF03-5B7A-4D43-BE66-79B025FC8CDE}"/>
              </a:ext>
            </a:extLst>
          </p:cNvPr>
          <p:cNvSpPr>
            <a:spLocks noGrp="1"/>
          </p:cNvSpPr>
          <p:nvPr>
            <p:ph type="title"/>
          </p:nvPr>
        </p:nvSpPr>
        <p:spPr/>
        <p:txBody>
          <a:bodyPr>
            <a:normAutofit fontScale="90000"/>
          </a:bodyPr>
          <a:lstStyle/>
          <a:p>
            <a:r>
              <a:rPr lang="en-US" dirty="0">
                <a:solidFill>
                  <a:srgbClr val="24B5A1"/>
                </a:solidFill>
                <a:latin typeface="Calibri" panose="020F0502020204030204" pitchFamily="34" charset="0"/>
              </a:rPr>
              <a:t>10.13.1  </a:t>
            </a:r>
            <a:r>
              <a:rPr lang="en-US" dirty="0">
                <a:latin typeface="Calibri" panose="020F0502020204030204" pitchFamily="34" charset="0"/>
                <a:cs typeface="Calibri" panose="020F0502020204030204" pitchFamily="34" charset="0"/>
              </a:rPr>
              <a:t>Implementation Inheritance Is Best for Small Numbers of Tightly Coupled Classes (cont.)</a:t>
            </a:r>
          </a:p>
        </p:txBody>
      </p:sp>
      <p:sp>
        <p:nvSpPr>
          <p:cNvPr id="138243" name="Text Placeholder 2">
            <a:extLst>
              <a:ext uri="{FF2B5EF4-FFF2-40B4-BE49-F238E27FC236}">
                <a16:creationId xmlns:a16="http://schemas.microsoft.com/office/drawing/2014/main" id="{B167EFF7-CA08-4F72-B0BF-AF25DF11BE65}"/>
              </a:ext>
            </a:extLst>
          </p:cNvPr>
          <p:cNvSpPr>
            <a:spLocks noGrp="1"/>
          </p:cNvSpPr>
          <p:nvPr>
            <p:ph type="body" idx="1"/>
          </p:nvPr>
        </p:nvSpPr>
        <p:spPr/>
        <p:txBody>
          <a:bodyPr/>
          <a:lstStyle/>
          <a:p>
            <a:r>
              <a:rPr lang="en-US" dirty="0"/>
              <a:t>A key disadvantage of implementation inheritance is that the tight coupling among the classes can make it difficult to modify the hierarchy</a:t>
            </a:r>
          </a:p>
          <a:p>
            <a:r>
              <a:rPr lang="en-US" dirty="0"/>
              <a:t>As we mentioned in Chapter 9, small inheritance hierarchies under the control of one person tend to be more manageable than large ones maintained by many people</a:t>
            </a:r>
          </a:p>
          <a:p>
            <a:r>
              <a:rPr lang="en-US" dirty="0"/>
              <a:t>This is true even with the tight coupling associated with implementation inheritance</a:t>
            </a:r>
          </a:p>
          <a:p>
            <a:pPr eaLnBrk="1" hangingPunct="1"/>
            <a:endParaRPr lang="en-US" altLang="en-US" dirty="0">
              <a:solidFill>
                <a:srgbClr val="000000"/>
              </a:solidFill>
            </a:endParaRPr>
          </a:p>
        </p:txBody>
      </p:sp>
      <p:sp>
        <p:nvSpPr>
          <p:cNvPr id="4" name="Footer Placeholder 3">
            <a:extLst>
              <a:ext uri="{FF2B5EF4-FFF2-40B4-BE49-F238E27FC236}">
                <a16:creationId xmlns:a16="http://schemas.microsoft.com/office/drawing/2014/main" id="{0F74173B-D537-4D32-8671-5FEA9EC2F65D}"/>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2451336526"/>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9AF03-5B7A-4D43-BE66-79B025FC8CDE}"/>
              </a:ext>
            </a:extLst>
          </p:cNvPr>
          <p:cNvSpPr>
            <a:spLocks noGrp="1"/>
          </p:cNvSpPr>
          <p:nvPr>
            <p:ph type="title"/>
          </p:nvPr>
        </p:nvSpPr>
        <p:spPr/>
        <p:txBody>
          <a:bodyPr>
            <a:normAutofit/>
          </a:bodyPr>
          <a:lstStyle/>
          <a:p>
            <a:r>
              <a:rPr lang="en-US" dirty="0">
                <a:solidFill>
                  <a:srgbClr val="24B5A1"/>
                </a:solidFill>
                <a:latin typeface="Calibri" panose="020F0502020204030204" pitchFamily="34" charset="0"/>
              </a:rPr>
              <a:t>10.13.2  </a:t>
            </a:r>
            <a:r>
              <a:rPr lang="en-US" dirty="0">
                <a:latin typeface="Calibri" panose="020F0502020204030204" pitchFamily="34" charset="0"/>
                <a:cs typeface="Calibri" panose="020F0502020204030204" pitchFamily="34" charset="0"/>
              </a:rPr>
              <a:t>Interface Inheritance Is Best for Flexibility</a:t>
            </a:r>
          </a:p>
        </p:txBody>
      </p:sp>
      <p:sp>
        <p:nvSpPr>
          <p:cNvPr id="138243" name="Text Placeholder 2">
            <a:extLst>
              <a:ext uri="{FF2B5EF4-FFF2-40B4-BE49-F238E27FC236}">
                <a16:creationId xmlns:a16="http://schemas.microsoft.com/office/drawing/2014/main" id="{B167EFF7-CA08-4F72-B0BF-AF25DF11BE65}"/>
              </a:ext>
            </a:extLst>
          </p:cNvPr>
          <p:cNvSpPr>
            <a:spLocks noGrp="1"/>
          </p:cNvSpPr>
          <p:nvPr>
            <p:ph type="body" idx="1"/>
          </p:nvPr>
        </p:nvSpPr>
        <p:spPr>
          <a:xfrm>
            <a:off x="591312" y="1481138"/>
            <a:ext cx="10972800" cy="4525962"/>
          </a:xfrm>
        </p:spPr>
        <p:txBody>
          <a:bodyPr/>
          <a:lstStyle/>
          <a:p>
            <a:r>
              <a:rPr lang="en-US" sz="2400" dirty="0"/>
              <a:t>Interface inheritance often requires more work than implementation inheritance, because you must provide implementations of the interface’s abstract methods</a:t>
            </a:r>
          </a:p>
          <a:p>
            <a:pPr lvl="1"/>
            <a:r>
              <a:rPr lang="en-US" sz="2400" dirty="0"/>
              <a:t>even if those implementations are similar or identical among classes</a:t>
            </a:r>
          </a:p>
          <a:p>
            <a:r>
              <a:rPr lang="en-US" sz="2400" dirty="0"/>
              <a:t>Gives you additional flexibility by eliminating the tight coupling between classes</a:t>
            </a:r>
          </a:p>
          <a:p>
            <a:r>
              <a:rPr lang="en-US" sz="2400" dirty="0"/>
              <a:t>When you use a variable of an interface type, you can assign it an object of </a:t>
            </a:r>
            <a:r>
              <a:rPr lang="en-US" sz="2400" i="1" dirty="0"/>
              <a:t>any</a:t>
            </a:r>
            <a:r>
              <a:rPr lang="en-US" sz="2400" dirty="0"/>
              <a:t> type that implements the interface directly or indirectly</a:t>
            </a:r>
          </a:p>
          <a:p>
            <a:pPr lvl="1"/>
            <a:r>
              <a:rPr lang="en-US" sz="2400" dirty="0"/>
              <a:t>Allows you to add new types </a:t>
            </a:r>
            <a:r>
              <a:rPr lang="en-US" sz="2000" dirty="0"/>
              <a:t>to</a:t>
            </a:r>
            <a:r>
              <a:rPr lang="en-US" sz="2400" dirty="0"/>
              <a:t> your code easily and to replace existing objects with objects of new and improved implementation classes. </a:t>
            </a:r>
          </a:p>
          <a:p>
            <a:pPr lvl="1"/>
            <a:r>
              <a:rPr lang="en-US" sz="2400" dirty="0"/>
              <a:t>Device drivers are a good example of how interfaces enable systems to be modified easily</a:t>
            </a:r>
          </a:p>
          <a:p>
            <a:pPr eaLnBrk="1" hangingPunct="1"/>
            <a:endParaRPr lang="en-US" altLang="en-US" sz="2400" dirty="0">
              <a:solidFill>
                <a:srgbClr val="000000"/>
              </a:solidFill>
            </a:endParaRPr>
          </a:p>
        </p:txBody>
      </p:sp>
      <p:sp>
        <p:nvSpPr>
          <p:cNvPr id="4" name="Footer Placeholder 3">
            <a:extLst>
              <a:ext uri="{FF2B5EF4-FFF2-40B4-BE49-F238E27FC236}">
                <a16:creationId xmlns:a16="http://schemas.microsoft.com/office/drawing/2014/main" id="{0F74173B-D537-4D32-8671-5FEA9EC2F65D}"/>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3726546491"/>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82">
            <a:extLst>
              <a:ext uri="{FF2B5EF4-FFF2-40B4-BE49-F238E27FC236}">
                <a16:creationId xmlns:a16="http://schemas.microsoft.com/office/drawing/2014/main" id="{C389CD47-3377-442E-81E7-2F071813C54E}"/>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274638" y="0"/>
            <a:ext cx="11642725" cy="6858000"/>
          </a:xfrm>
          <a:prstGeom prst="rect">
            <a:avLst/>
          </a:prstGeom>
        </p:spPr>
      </p:pic>
      <p:sp>
        <p:nvSpPr>
          <p:cNvPr id="2" name="Footer Placeholder 1">
            <a:extLst>
              <a:ext uri="{FF2B5EF4-FFF2-40B4-BE49-F238E27FC236}">
                <a16:creationId xmlns:a16="http://schemas.microsoft.com/office/drawing/2014/main" id="{95704A12-4C96-431E-91A5-D4C474C3ED76}"/>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2507631409"/>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0_OOPPolymorphism_Page_83">
            <a:extLst>
              <a:ext uri="{FF2B5EF4-FFF2-40B4-BE49-F238E27FC236}">
                <a16:creationId xmlns:a16="http://schemas.microsoft.com/office/drawing/2014/main" id="{B8E18E09-92D3-422C-94BB-F0AB04333B2F}"/>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179513"/>
            <a:ext cx="12192000" cy="4498975"/>
          </a:xfrm>
          <a:prstGeom prst="rect">
            <a:avLst/>
          </a:prstGeom>
        </p:spPr>
      </p:pic>
      <p:sp>
        <p:nvSpPr>
          <p:cNvPr id="2" name="Footer Placeholder 1">
            <a:extLst>
              <a:ext uri="{FF2B5EF4-FFF2-40B4-BE49-F238E27FC236}">
                <a16:creationId xmlns:a16="http://schemas.microsoft.com/office/drawing/2014/main" id="{D488278D-6910-488B-803D-1A75E14FF2E4}"/>
              </a:ext>
            </a:extLst>
          </p:cNvPr>
          <p:cNvSpPr>
            <a:spLocks noGrp="1"/>
          </p:cNvSpPr>
          <p:nvPr>
            <p:ph type="ftr" sz="quarter" idx="4294967295"/>
          </p:nvPr>
        </p:nvSpPr>
        <p:spPr>
          <a:xfrm>
            <a:off x="609600" y="6408739"/>
            <a:ext cx="8365067" cy="365125"/>
          </a:xfrm>
        </p:spPr>
        <p:txBody>
          <a:bodyPr/>
          <a:lstStyle/>
          <a:p>
            <a:r>
              <a:rPr lang="en-US"/>
              <a:t>© Copyright 1992-2018 by Pearson Education, Inc. All Rights Reserved.</a:t>
            </a:r>
          </a:p>
        </p:txBody>
      </p:sp>
    </p:spTree>
    <p:extLst>
      <p:ext uri="{BB962C8B-B14F-4D97-AF65-F5344CB8AC3E}">
        <p14:creationId xmlns:p14="http://schemas.microsoft.com/office/powerpoint/2010/main" val="2691558051"/>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9AF03-5B7A-4D43-BE66-79B025FC8CDE}"/>
              </a:ext>
            </a:extLst>
          </p:cNvPr>
          <p:cNvSpPr>
            <a:spLocks noGrp="1"/>
          </p:cNvSpPr>
          <p:nvPr>
            <p:ph type="title"/>
          </p:nvPr>
        </p:nvSpPr>
        <p:spPr/>
        <p:txBody>
          <a:bodyPr>
            <a:normAutofit/>
          </a:bodyPr>
          <a:lstStyle/>
          <a:p>
            <a:r>
              <a:rPr lang="en-US" dirty="0">
                <a:solidFill>
                  <a:srgbClr val="24B5A1"/>
                </a:solidFill>
                <a:latin typeface="Calibri" panose="020F0502020204030204" pitchFamily="34" charset="0"/>
              </a:rPr>
              <a:t>10.13.3  </a:t>
            </a:r>
            <a:r>
              <a:rPr lang="en-US" dirty="0">
                <a:latin typeface="Calibri" panose="020F0502020204030204" pitchFamily="34" charset="0"/>
                <a:cs typeface="Calibri" panose="020F0502020204030204" pitchFamily="34" charset="0"/>
              </a:rPr>
              <a:t>Rethinking the Employee Hierarchy</a:t>
            </a:r>
          </a:p>
        </p:txBody>
      </p:sp>
      <p:sp>
        <p:nvSpPr>
          <p:cNvPr id="138243" name="Text Placeholder 2">
            <a:extLst>
              <a:ext uri="{FF2B5EF4-FFF2-40B4-BE49-F238E27FC236}">
                <a16:creationId xmlns:a16="http://schemas.microsoft.com/office/drawing/2014/main" id="{B167EFF7-CA08-4F72-B0BF-AF25DF11BE65}"/>
              </a:ext>
            </a:extLst>
          </p:cNvPr>
          <p:cNvSpPr>
            <a:spLocks noGrp="1"/>
          </p:cNvSpPr>
          <p:nvPr>
            <p:ph type="body" idx="1"/>
          </p:nvPr>
        </p:nvSpPr>
        <p:spPr/>
        <p:txBody>
          <a:bodyPr/>
          <a:lstStyle/>
          <a:p>
            <a:r>
              <a:rPr lang="en-US" sz="2800" dirty="0"/>
              <a:t>Let's reconsider the </a:t>
            </a:r>
            <a:r>
              <a:rPr lang="en-US" sz="2800" dirty="0">
                <a:latin typeface="Consolas" panose="020B0609020204030204" pitchFamily="49" charset="0"/>
              </a:rPr>
              <a:t>Employee</a:t>
            </a:r>
            <a:r>
              <a:rPr lang="en-US" sz="2800" dirty="0"/>
              <a:t> hierarchy with composition and an interface</a:t>
            </a:r>
          </a:p>
          <a:p>
            <a:r>
              <a:rPr lang="en-US" sz="2800" dirty="0"/>
              <a:t>Can say that each type of employee in the hierarchy is an </a:t>
            </a:r>
            <a:r>
              <a:rPr lang="en-US" sz="2800" dirty="0">
                <a:latin typeface="Consolas" panose="020B0609020204030204" pitchFamily="49" charset="0"/>
              </a:rPr>
              <a:t>Employee</a:t>
            </a:r>
            <a:r>
              <a:rPr lang="en-US" sz="2800" dirty="0"/>
              <a:t> that </a:t>
            </a:r>
            <a:r>
              <a:rPr lang="en-US" sz="2800" i="1" dirty="0"/>
              <a:t>has a</a:t>
            </a:r>
            <a:r>
              <a:rPr lang="en-US" sz="2800" dirty="0"/>
              <a:t> </a:t>
            </a:r>
            <a:r>
              <a:rPr lang="en-US" sz="2800" dirty="0" err="1">
                <a:latin typeface="Consolas" panose="020B0609020204030204" pitchFamily="49" charset="0"/>
              </a:rPr>
              <a:t>CompensationModel</a:t>
            </a:r>
            <a:endParaRPr lang="en-US" sz="2800" dirty="0">
              <a:latin typeface="Consolas" panose="020B0609020204030204" pitchFamily="49" charset="0"/>
            </a:endParaRPr>
          </a:p>
          <a:p>
            <a:r>
              <a:rPr lang="en-US" sz="2800" dirty="0"/>
              <a:t>Can declare </a:t>
            </a:r>
            <a:r>
              <a:rPr lang="en-US" sz="2800" dirty="0" err="1">
                <a:latin typeface="Consolas" panose="020B0609020204030204" pitchFamily="49" charset="0"/>
              </a:rPr>
              <a:t>CompensationModel</a:t>
            </a:r>
            <a:r>
              <a:rPr lang="en-US" sz="2800" dirty="0"/>
              <a:t> as an interface with an </a:t>
            </a:r>
            <a:r>
              <a:rPr lang="en-US" sz="2800" dirty="0">
                <a:latin typeface="Consolas" panose="020B0609020204030204" pitchFamily="49" charset="0"/>
              </a:rPr>
              <a:t>abstract</a:t>
            </a:r>
            <a:r>
              <a:rPr lang="en-US" sz="2800" dirty="0"/>
              <a:t> </a:t>
            </a:r>
            <a:r>
              <a:rPr lang="en-US" sz="2800" dirty="0">
                <a:latin typeface="Consolas" panose="020B0609020204030204" pitchFamily="49" charset="0"/>
              </a:rPr>
              <a:t>earnings</a:t>
            </a:r>
            <a:r>
              <a:rPr lang="en-US" sz="2800" dirty="0"/>
              <a:t> method, then declare implementations of </a:t>
            </a:r>
            <a:r>
              <a:rPr lang="en-US" sz="2800" dirty="0" err="1">
                <a:latin typeface="Consolas" panose="020B0609020204030204" pitchFamily="49" charset="0"/>
              </a:rPr>
              <a:t>CompensationModel</a:t>
            </a:r>
            <a:r>
              <a:rPr lang="en-US" sz="2800" dirty="0"/>
              <a:t> that specify the various ways in which an Employee gets paid</a:t>
            </a:r>
          </a:p>
        </p:txBody>
      </p:sp>
      <p:sp>
        <p:nvSpPr>
          <p:cNvPr id="4" name="Footer Placeholder 3">
            <a:extLst>
              <a:ext uri="{FF2B5EF4-FFF2-40B4-BE49-F238E27FC236}">
                <a16:creationId xmlns:a16="http://schemas.microsoft.com/office/drawing/2014/main" id="{0F74173B-D537-4D32-8671-5FEA9EC2F65D}"/>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542384177"/>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9AF03-5B7A-4D43-BE66-79B025FC8CDE}"/>
              </a:ext>
            </a:extLst>
          </p:cNvPr>
          <p:cNvSpPr>
            <a:spLocks noGrp="1"/>
          </p:cNvSpPr>
          <p:nvPr>
            <p:ph type="title"/>
          </p:nvPr>
        </p:nvSpPr>
        <p:spPr/>
        <p:txBody>
          <a:bodyPr>
            <a:normAutofit/>
          </a:bodyPr>
          <a:lstStyle/>
          <a:p>
            <a:r>
              <a:rPr lang="en-US" dirty="0">
                <a:solidFill>
                  <a:srgbClr val="24B5A1"/>
                </a:solidFill>
                <a:latin typeface="Calibri" panose="020F0502020204030204" pitchFamily="34" charset="0"/>
              </a:rPr>
              <a:t>10.13.3 </a:t>
            </a:r>
            <a:r>
              <a:rPr lang="en-US" dirty="0">
                <a:solidFill>
                  <a:srgbClr val="24B5A1"/>
                </a:solidFill>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Rethinking the Employee Hierarchy</a:t>
            </a:r>
          </a:p>
        </p:txBody>
      </p:sp>
      <p:sp>
        <p:nvSpPr>
          <p:cNvPr id="138243" name="Text Placeholder 2">
            <a:extLst>
              <a:ext uri="{FF2B5EF4-FFF2-40B4-BE49-F238E27FC236}">
                <a16:creationId xmlns:a16="http://schemas.microsoft.com/office/drawing/2014/main" id="{B167EFF7-CA08-4F72-B0BF-AF25DF11BE65}"/>
              </a:ext>
            </a:extLst>
          </p:cNvPr>
          <p:cNvSpPr>
            <a:spLocks noGrp="1"/>
          </p:cNvSpPr>
          <p:nvPr>
            <p:ph type="body" idx="1"/>
          </p:nvPr>
        </p:nvSpPr>
        <p:spPr/>
        <p:txBody>
          <a:bodyPr/>
          <a:lstStyle/>
          <a:p>
            <a:r>
              <a:rPr lang="en-US" sz="2400" dirty="0"/>
              <a:t>A </a:t>
            </a:r>
            <a:r>
              <a:rPr lang="en-US" sz="2400" dirty="0" err="1">
                <a:latin typeface="Consolas" panose="020B0609020204030204" pitchFamily="49" charset="0"/>
              </a:rPr>
              <a:t>SalariedCompensationModel</a:t>
            </a:r>
            <a:r>
              <a:rPr lang="en-US" sz="2400" dirty="0"/>
              <a:t> would contain a </a:t>
            </a:r>
            <a:r>
              <a:rPr lang="en-US" sz="2400" dirty="0" err="1">
                <a:latin typeface="Consolas" panose="020B0609020204030204" pitchFamily="49" charset="0"/>
              </a:rPr>
              <a:t>weeklySalary</a:t>
            </a:r>
            <a:r>
              <a:rPr lang="en-US" sz="2400" dirty="0"/>
              <a:t> instance variable and would implement </a:t>
            </a:r>
            <a:r>
              <a:rPr lang="en-US" sz="2400" dirty="0">
                <a:latin typeface="Consolas" panose="020B0609020204030204" pitchFamily="49" charset="0"/>
              </a:rPr>
              <a:t>earnings</a:t>
            </a:r>
            <a:r>
              <a:rPr lang="en-US" sz="2400" dirty="0"/>
              <a:t> to return the </a:t>
            </a:r>
            <a:r>
              <a:rPr lang="en-US" sz="2400" dirty="0" err="1">
                <a:latin typeface="Consolas" panose="020B0609020204030204" pitchFamily="49" charset="0"/>
              </a:rPr>
              <a:t>weeklySalary</a:t>
            </a:r>
            <a:r>
              <a:rPr lang="en-US" sz="2400" dirty="0"/>
              <a:t>. </a:t>
            </a:r>
          </a:p>
          <a:p>
            <a:r>
              <a:rPr lang="en-US" sz="2400" dirty="0"/>
              <a:t>An </a:t>
            </a:r>
            <a:r>
              <a:rPr lang="en-US" sz="2400" dirty="0" err="1">
                <a:latin typeface="Consolas" panose="020B0609020204030204" pitchFamily="49" charset="0"/>
              </a:rPr>
              <a:t>HourlyCompensationModel</a:t>
            </a:r>
            <a:r>
              <a:rPr lang="en-US" sz="2400" dirty="0"/>
              <a:t> would contain </a:t>
            </a:r>
            <a:r>
              <a:rPr lang="en-US" sz="2400" dirty="0">
                <a:latin typeface="Consolas" panose="020B0609020204030204" pitchFamily="49" charset="0"/>
              </a:rPr>
              <a:t>wage</a:t>
            </a:r>
            <a:r>
              <a:rPr lang="en-US" sz="2400" dirty="0"/>
              <a:t> and </a:t>
            </a:r>
            <a:r>
              <a:rPr lang="en-US" sz="2400" dirty="0">
                <a:latin typeface="Consolas" panose="020B0609020204030204" pitchFamily="49" charset="0"/>
              </a:rPr>
              <a:t>hours</a:t>
            </a:r>
            <a:r>
              <a:rPr lang="en-US" sz="2400" dirty="0"/>
              <a:t> instance variables and would implement </a:t>
            </a:r>
            <a:r>
              <a:rPr lang="en-US" sz="2400" dirty="0">
                <a:latin typeface="Consolas" panose="020B0609020204030204" pitchFamily="49" charset="0"/>
              </a:rPr>
              <a:t>earnings</a:t>
            </a:r>
            <a:r>
              <a:rPr lang="en-US" sz="2400" dirty="0"/>
              <a:t> based on the number of hours worked, with </a:t>
            </a:r>
            <a:r>
              <a:rPr lang="en-US" sz="2400" dirty="0">
                <a:latin typeface="Consolas" panose="020B0609020204030204" pitchFamily="49" charset="0"/>
              </a:rPr>
              <a:t>1.5 * wage</a:t>
            </a:r>
            <a:r>
              <a:rPr lang="en-US" sz="2400" dirty="0"/>
              <a:t> for any hours over 40.</a:t>
            </a:r>
          </a:p>
          <a:p>
            <a:r>
              <a:rPr lang="en-US" sz="2400" dirty="0"/>
              <a:t>A </a:t>
            </a:r>
            <a:r>
              <a:rPr lang="en-US" sz="2400" dirty="0" err="1">
                <a:latin typeface="Consolas" panose="020B0609020204030204" pitchFamily="49" charset="0"/>
              </a:rPr>
              <a:t>CommissionCompensationModel</a:t>
            </a:r>
            <a:r>
              <a:rPr lang="en-US" sz="2400" dirty="0"/>
              <a:t> would contain </a:t>
            </a:r>
            <a:r>
              <a:rPr lang="en-US" sz="2400" dirty="0" err="1">
                <a:latin typeface="Consolas" panose="020B0609020204030204" pitchFamily="49" charset="0"/>
              </a:rPr>
              <a:t>grossSales</a:t>
            </a:r>
            <a:r>
              <a:rPr lang="en-US" sz="2400" dirty="0"/>
              <a:t> and </a:t>
            </a:r>
            <a:r>
              <a:rPr lang="en-US" sz="2400" dirty="0" err="1">
                <a:latin typeface="Consolas" panose="020B0609020204030204" pitchFamily="49" charset="0"/>
              </a:rPr>
              <a:t>commissionRate</a:t>
            </a:r>
            <a:r>
              <a:rPr lang="en-US" sz="2400" dirty="0"/>
              <a:t> instance variables and would implement </a:t>
            </a:r>
            <a:r>
              <a:rPr lang="en-US" sz="2400" dirty="0">
                <a:latin typeface="Consolas" panose="020B0609020204030204" pitchFamily="49" charset="0"/>
              </a:rPr>
              <a:t>earnings</a:t>
            </a:r>
            <a:r>
              <a:rPr lang="en-US" sz="2400" dirty="0"/>
              <a:t> to return </a:t>
            </a:r>
            <a:r>
              <a:rPr lang="en-US" sz="2400" dirty="0" err="1">
                <a:latin typeface="Consolas" panose="020B0609020204030204" pitchFamily="49" charset="0"/>
              </a:rPr>
              <a:t>grossSales</a:t>
            </a:r>
            <a:r>
              <a:rPr lang="en-US" sz="2400" dirty="0"/>
              <a:t> * </a:t>
            </a:r>
            <a:r>
              <a:rPr lang="en-US" sz="2400" dirty="0" err="1">
                <a:latin typeface="Consolas" panose="020B0609020204030204" pitchFamily="49" charset="0"/>
              </a:rPr>
              <a:t>commissionRate</a:t>
            </a:r>
            <a:r>
              <a:rPr lang="en-US" sz="2400" dirty="0"/>
              <a:t>. </a:t>
            </a:r>
          </a:p>
          <a:p>
            <a:r>
              <a:rPr lang="en-US" sz="2400" dirty="0"/>
              <a:t>A </a:t>
            </a:r>
            <a:r>
              <a:rPr lang="en-US" sz="2400" dirty="0" err="1">
                <a:latin typeface="Consolas" panose="020B0609020204030204" pitchFamily="49" charset="0"/>
              </a:rPr>
              <a:t>BasePlusCommissionCompensationModel</a:t>
            </a:r>
            <a:r>
              <a:rPr lang="en-US" sz="2400" dirty="0"/>
              <a:t> would contain instance variables </a:t>
            </a:r>
            <a:r>
              <a:rPr lang="en-US" sz="2400" dirty="0" err="1">
                <a:latin typeface="Consolas" panose="020B0609020204030204" pitchFamily="49" charset="0"/>
              </a:rPr>
              <a:t>grossSales</a:t>
            </a:r>
            <a:r>
              <a:rPr lang="en-US" sz="2400" dirty="0"/>
              <a:t>, </a:t>
            </a:r>
            <a:r>
              <a:rPr lang="en-US" sz="2400" dirty="0" err="1">
                <a:latin typeface="Consolas" panose="020B0609020204030204" pitchFamily="49" charset="0"/>
              </a:rPr>
              <a:t>commissionRate</a:t>
            </a:r>
            <a:r>
              <a:rPr lang="en-US" sz="2400" dirty="0"/>
              <a:t> and </a:t>
            </a:r>
            <a:r>
              <a:rPr lang="en-US" sz="2400" dirty="0" err="1">
                <a:latin typeface="Consolas" panose="020B0609020204030204" pitchFamily="49" charset="0"/>
              </a:rPr>
              <a:t>baseSalary</a:t>
            </a:r>
            <a:r>
              <a:rPr lang="en-US" sz="2400" dirty="0"/>
              <a:t> and would implement </a:t>
            </a:r>
            <a:r>
              <a:rPr lang="en-US" sz="2400" dirty="0">
                <a:latin typeface="Consolas" panose="020B0609020204030204" pitchFamily="49" charset="0"/>
              </a:rPr>
              <a:t>earnings</a:t>
            </a:r>
            <a:r>
              <a:rPr lang="en-US" sz="2400" dirty="0"/>
              <a:t> to return </a:t>
            </a:r>
            <a:r>
              <a:rPr lang="en-US" sz="2400" dirty="0" err="1">
                <a:latin typeface="Consolas" panose="020B0609020204030204" pitchFamily="49" charset="0"/>
              </a:rPr>
              <a:t>baseSalary</a:t>
            </a:r>
            <a:r>
              <a:rPr lang="en-US" sz="2400" dirty="0"/>
              <a:t> + </a:t>
            </a:r>
            <a:r>
              <a:rPr lang="en-US" sz="2400" dirty="0" err="1">
                <a:latin typeface="Consolas" panose="020B0609020204030204" pitchFamily="49" charset="0"/>
              </a:rPr>
              <a:t>grossSales</a:t>
            </a:r>
            <a:r>
              <a:rPr lang="en-US" sz="2400" dirty="0"/>
              <a:t> * </a:t>
            </a:r>
            <a:r>
              <a:rPr lang="en-US" sz="2400" dirty="0" err="1">
                <a:latin typeface="Consolas" panose="020B0609020204030204" pitchFamily="49" charset="0"/>
              </a:rPr>
              <a:t>commissionRate</a:t>
            </a:r>
            <a:endParaRPr lang="en-US" sz="2400" dirty="0"/>
          </a:p>
        </p:txBody>
      </p:sp>
      <p:sp>
        <p:nvSpPr>
          <p:cNvPr id="4" name="Footer Placeholder 3">
            <a:extLst>
              <a:ext uri="{FF2B5EF4-FFF2-40B4-BE49-F238E27FC236}">
                <a16:creationId xmlns:a16="http://schemas.microsoft.com/office/drawing/2014/main" id="{0F74173B-D537-4D32-8671-5FEA9EC2F65D}"/>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2747134143"/>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9AF03-5B7A-4D43-BE66-79B025FC8CDE}"/>
              </a:ext>
            </a:extLst>
          </p:cNvPr>
          <p:cNvSpPr>
            <a:spLocks noGrp="1"/>
          </p:cNvSpPr>
          <p:nvPr>
            <p:ph type="title"/>
          </p:nvPr>
        </p:nvSpPr>
        <p:spPr/>
        <p:txBody>
          <a:bodyPr>
            <a:normAutofit/>
          </a:bodyPr>
          <a:lstStyle/>
          <a:p>
            <a:r>
              <a:rPr lang="en-US" dirty="0">
                <a:solidFill>
                  <a:srgbClr val="24B5A1"/>
                </a:solidFill>
                <a:latin typeface="Calibri" panose="020F0502020204030204" pitchFamily="34" charset="0"/>
              </a:rPr>
              <a:t>10.13.3  </a:t>
            </a:r>
            <a:r>
              <a:rPr lang="en-US" dirty="0">
                <a:latin typeface="Calibri" panose="020F0502020204030204" pitchFamily="34" charset="0"/>
                <a:cs typeface="Calibri" panose="020F0502020204030204" pitchFamily="34" charset="0"/>
              </a:rPr>
              <a:t>Rethinking the Employee Hierarchy</a:t>
            </a:r>
          </a:p>
        </p:txBody>
      </p:sp>
      <p:sp>
        <p:nvSpPr>
          <p:cNvPr id="138243" name="Text Placeholder 2">
            <a:extLst>
              <a:ext uri="{FF2B5EF4-FFF2-40B4-BE49-F238E27FC236}">
                <a16:creationId xmlns:a16="http://schemas.microsoft.com/office/drawing/2014/main" id="{B167EFF7-CA08-4F72-B0BF-AF25DF11BE65}"/>
              </a:ext>
            </a:extLst>
          </p:cNvPr>
          <p:cNvSpPr>
            <a:spLocks noGrp="1"/>
          </p:cNvSpPr>
          <p:nvPr>
            <p:ph type="body" idx="1"/>
          </p:nvPr>
        </p:nvSpPr>
        <p:spPr/>
        <p:txBody>
          <a:bodyPr/>
          <a:lstStyle/>
          <a:p>
            <a:r>
              <a:rPr lang="en-US" sz="2400" dirty="0"/>
              <a:t>Each </a:t>
            </a:r>
            <a:r>
              <a:rPr lang="en-US" sz="2400" dirty="0">
                <a:latin typeface="Consolas" panose="020B0609020204030204" pitchFamily="49" charset="0"/>
              </a:rPr>
              <a:t>Employee</a:t>
            </a:r>
            <a:r>
              <a:rPr lang="en-US" sz="2400" dirty="0"/>
              <a:t> object you create can then be initialized with an object of the appropriate </a:t>
            </a:r>
            <a:r>
              <a:rPr lang="en-US" sz="2400" dirty="0" err="1">
                <a:latin typeface="Consolas" panose="020B0609020204030204" pitchFamily="49" charset="0"/>
              </a:rPr>
              <a:t>CompensationModel</a:t>
            </a:r>
            <a:r>
              <a:rPr lang="en-US" sz="2400" dirty="0"/>
              <a:t> implementation</a:t>
            </a:r>
          </a:p>
          <a:p>
            <a:r>
              <a:rPr lang="en-US" sz="2400" dirty="0"/>
              <a:t>Class </a:t>
            </a:r>
            <a:r>
              <a:rPr lang="en-US" sz="2400" dirty="0">
                <a:latin typeface="Consolas" panose="020B0609020204030204" pitchFamily="49" charset="0"/>
              </a:rPr>
              <a:t>Employee</a:t>
            </a:r>
            <a:r>
              <a:rPr lang="en-US" sz="2400" dirty="0"/>
              <a:t>’s </a:t>
            </a:r>
            <a:r>
              <a:rPr lang="en-US" sz="2400" dirty="0">
                <a:latin typeface="Consolas" panose="020B0609020204030204" pitchFamily="49" charset="0"/>
              </a:rPr>
              <a:t>earnings</a:t>
            </a:r>
            <a:r>
              <a:rPr lang="en-US" sz="2400" dirty="0"/>
              <a:t> method would simply use the class’s composed </a:t>
            </a:r>
            <a:r>
              <a:rPr lang="en-US" sz="2400" dirty="0" err="1">
                <a:latin typeface="Consolas" panose="020B0609020204030204" pitchFamily="49" charset="0"/>
              </a:rPr>
              <a:t>CompensationModel</a:t>
            </a:r>
            <a:r>
              <a:rPr lang="en-US" sz="2400" dirty="0"/>
              <a:t> instance variable to call the </a:t>
            </a:r>
            <a:r>
              <a:rPr lang="en-US" sz="2400" dirty="0">
                <a:latin typeface="Consolas" panose="020B0609020204030204" pitchFamily="49" charset="0"/>
              </a:rPr>
              <a:t>earnings</a:t>
            </a:r>
            <a:r>
              <a:rPr lang="en-US" sz="2400" dirty="0"/>
              <a:t> method of the corresponding </a:t>
            </a:r>
            <a:r>
              <a:rPr lang="en-US" sz="2400" dirty="0" err="1">
                <a:latin typeface="Consolas" panose="020B0609020204030204" pitchFamily="49" charset="0"/>
              </a:rPr>
              <a:t>CompensationModel</a:t>
            </a:r>
            <a:r>
              <a:rPr lang="en-US" sz="2400" dirty="0"/>
              <a:t> object</a:t>
            </a:r>
          </a:p>
          <a:p>
            <a:pPr eaLnBrk="1" hangingPunct="1"/>
            <a:endParaRPr lang="en-US" altLang="en-US" sz="2400" dirty="0">
              <a:solidFill>
                <a:srgbClr val="000000"/>
              </a:solidFill>
            </a:endParaRPr>
          </a:p>
        </p:txBody>
      </p:sp>
      <p:sp>
        <p:nvSpPr>
          <p:cNvPr id="4" name="Footer Placeholder 3">
            <a:extLst>
              <a:ext uri="{FF2B5EF4-FFF2-40B4-BE49-F238E27FC236}">
                <a16:creationId xmlns:a16="http://schemas.microsoft.com/office/drawing/2014/main" id="{0F74173B-D537-4D32-8671-5FEA9EC2F65D}"/>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3768500240"/>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9AF03-5B7A-4D43-BE66-79B025FC8CDE}"/>
              </a:ext>
            </a:extLst>
          </p:cNvPr>
          <p:cNvSpPr>
            <a:spLocks noGrp="1"/>
          </p:cNvSpPr>
          <p:nvPr>
            <p:ph type="title"/>
          </p:nvPr>
        </p:nvSpPr>
        <p:spPr/>
        <p:txBody>
          <a:bodyPr>
            <a:normAutofit/>
          </a:bodyPr>
          <a:lstStyle/>
          <a:p>
            <a:r>
              <a:rPr lang="en-US" dirty="0">
                <a:solidFill>
                  <a:srgbClr val="24B5A1"/>
                </a:solidFill>
                <a:latin typeface="Calibri" panose="020F0502020204030204" pitchFamily="34" charset="0"/>
              </a:rPr>
              <a:t>10.13.3 </a:t>
            </a:r>
            <a:r>
              <a:rPr lang="en-US" dirty="0">
                <a:solidFill>
                  <a:srgbClr val="24B5A1"/>
                </a:solidFill>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Rethinking the Employee Hierarchy</a:t>
            </a:r>
          </a:p>
        </p:txBody>
      </p:sp>
      <p:sp>
        <p:nvSpPr>
          <p:cNvPr id="138243" name="Text Placeholder 2">
            <a:extLst>
              <a:ext uri="{FF2B5EF4-FFF2-40B4-BE49-F238E27FC236}">
                <a16:creationId xmlns:a16="http://schemas.microsoft.com/office/drawing/2014/main" id="{B167EFF7-CA08-4F72-B0BF-AF25DF11BE65}"/>
              </a:ext>
            </a:extLst>
          </p:cNvPr>
          <p:cNvSpPr>
            <a:spLocks noGrp="1"/>
          </p:cNvSpPr>
          <p:nvPr>
            <p:ph type="body" idx="1"/>
          </p:nvPr>
        </p:nvSpPr>
        <p:spPr/>
        <p:txBody>
          <a:bodyPr/>
          <a:lstStyle/>
          <a:p>
            <a:pPr marL="109537" indent="0">
              <a:buNone/>
            </a:pPr>
            <a:r>
              <a:rPr lang="en-US" sz="2100" b="1" i="1" dirty="0"/>
              <a:t>Flexibility if Compensation Models Change</a:t>
            </a:r>
          </a:p>
          <a:p>
            <a:r>
              <a:rPr lang="en-US" sz="2100" dirty="0"/>
              <a:t>Declaring the </a:t>
            </a:r>
            <a:r>
              <a:rPr lang="en-US" sz="2100" dirty="0" err="1">
                <a:latin typeface="Consolas" panose="020B0609020204030204" pitchFamily="49" charset="0"/>
              </a:rPr>
              <a:t>CompensationModel</a:t>
            </a:r>
            <a:r>
              <a:rPr lang="en-US" sz="2100" dirty="0" err="1"/>
              <a:t>s</a:t>
            </a:r>
            <a:r>
              <a:rPr lang="en-US" sz="2100" dirty="0"/>
              <a:t> as separate classes that implement the same interface provides flexibility for future changes</a:t>
            </a:r>
          </a:p>
          <a:p>
            <a:r>
              <a:rPr lang="en-US" sz="2100" dirty="0"/>
              <a:t>Assume </a:t>
            </a:r>
            <a:r>
              <a:rPr lang="en-US" sz="2100" dirty="0">
                <a:latin typeface="Consolas" panose="020B0609020204030204" pitchFamily="49" charset="0"/>
              </a:rPr>
              <a:t>Employee</a:t>
            </a:r>
            <a:r>
              <a:rPr lang="en-US" sz="2100" dirty="0"/>
              <a:t>s who are paid by commission based on gross sales should get an extra 10% commission, but those who have a base salary should not </a:t>
            </a:r>
          </a:p>
          <a:p>
            <a:r>
              <a:rPr lang="en-US" sz="2100" dirty="0"/>
              <a:t>In the original </a:t>
            </a:r>
            <a:r>
              <a:rPr lang="en-US" sz="2100" dirty="0">
                <a:latin typeface="Consolas" panose="020B0609020204030204" pitchFamily="49" charset="0"/>
              </a:rPr>
              <a:t>Employee</a:t>
            </a:r>
            <a:r>
              <a:rPr lang="en-US" sz="2100" dirty="0"/>
              <a:t> hierarchy, making this change to class </a:t>
            </a:r>
            <a:r>
              <a:rPr lang="en-US" sz="2100" dirty="0" err="1">
                <a:latin typeface="Consolas" panose="020B0609020204030204" pitchFamily="49" charset="0"/>
              </a:rPr>
              <a:t>CommissionEmployee</a:t>
            </a:r>
            <a:r>
              <a:rPr lang="en-US" sz="2100" dirty="0" err="1"/>
              <a:t>’s</a:t>
            </a:r>
            <a:r>
              <a:rPr lang="en-US" sz="2100" dirty="0"/>
              <a:t> </a:t>
            </a:r>
            <a:r>
              <a:rPr lang="en-US" sz="2100" dirty="0">
                <a:latin typeface="Consolas" panose="020B0609020204030204" pitchFamily="49" charset="0"/>
              </a:rPr>
              <a:t>earnings</a:t>
            </a:r>
            <a:r>
              <a:rPr lang="en-US" sz="2100" dirty="0"/>
              <a:t> method directly affects how </a:t>
            </a:r>
            <a:r>
              <a:rPr lang="en-US" sz="2100" dirty="0" err="1">
                <a:latin typeface="Consolas" panose="020B0609020204030204" pitchFamily="49" charset="0"/>
              </a:rPr>
              <a:t>BasePlusCommissionEmployee</a:t>
            </a:r>
            <a:r>
              <a:rPr lang="en-US" sz="2100" dirty="0" err="1"/>
              <a:t>s</a:t>
            </a:r>
            <a:r>
              <a:rPr lang="en-US" sz="2100" dirty="0"/>
              <a:t> are paid, because </a:t>
            </a:r>
            <a:r>
              <a:rPr lang="en-US" sz="2100" dirty="0" err="1">
                <a:latin typeface="Consolas" panose="020B0609020204030204" pitchFamily="49" charset="0"/>
              </a:rPr>
              <a:t>BasePlusCommissionEmployee</a:t>
            </a:r>
            <a:r>
              <a:rPr lang="en-US" sz="2100" dirty="0" err="1"/>
              <a:t>’s</a:t>
            </a:r>
            <a:r>
              <a:rPr lang="en-US" sz="2100" dirty="0"/>
              <a:t> </a:t>
            </a:r>
            <a:r>
              <a:rPr lang="en-US" sz="2100" dirty="0">
                <a:latin typeface="Consolas" panose="020B0609020204030204" pitchFamily="49" charset="0"/>
              </a:rPr>
              <a:t>earnings</a:t>
            </a:r>
            <a:r>
              <a:rPr lang="en-US" sz="2100" dirty="0"/>
              <a:t> method calls </a:t>
            </a:r>
            <a:r>
              <a:rPr lang="en-US" sz="2100" dirty="0" err="1">
                <a:latin typeface="Consolas" panose="020B0609020204030204" pitchFamily="49" charset="0"/>
              </a:rPr>
              <a:t>CommissionEmployee</a:t>
            </a:r>
            <a:r>
              <a:rPr lang="en-US" sz="2100" dirty="0" err="1"/>
              <a:t>’s</a:t>
            </a:r>
            <a:r>
              <a:rPr lang="en-US" sz="2100" dirty="0"/>
              <a:t> </a:t>
            </a:r>
            <a:r>
              <a:rPr lang="en-US" sz="2100" dirty="0">
                <a:latin typeface="Consolas" panose="020B0609020204030204" pitchFamily="49" charset="0"/>
              </a:rPr>
              <a:t>earnings</a:t>
            </a:r>
            <a:r>
              <a:rPr lang="en-US" sz="2100" dirty="0"/>
              <a:t> method. </a:t>
            </a:r>
          </a:p>
          <a:p>
            <a:r>
              <a:rPr lang="en-US" sz="2100" dirty="0"/>
              <a:t>But changing the </a:t>
            </a:r>
            <a:r>
              <a:rPr lang="en-US" sz="2100" dirty="0" err="1">
                <a:latin typeface="Consolas" panose="020B0609020204030204" pitchFamily="49" charset="0"/>
              </a:rPr>
              <a:t>CommissionCompensationModel</a:t>
            </a:r>
            <a:r>
              <a:rPr lang="en-US" sz="2100" dirty="0" err="1"/>
              <a:t>’s</a:t>
            </a:r>
            <a:r>
              <a:rPr lang="en-US" sz="2100" dirty="0"/>
              <a:t> </a:t>
            </a:r>
            <a:r>
              <a:rPr lang="en-US" sz="2100" dirty="0">
                <a:latin typeface="Consolas" panose="020B0609020204030204" pitchFamily="49" charset="0"/>
              </a:rPr>
              <a:t>earnings</a:t>
            </a:r>
            <a:r>
              <a:rPr lang="en-US" sz="2100" dirty="0"/>
              <a:t> implementation does not affect </a:t>
            </a:r>
            <a:r>
              <a:rPr lang="en-US" sz="2100" dirty="0" err="1">
                <a:latin typeface="Consolas" panose="020B0609020204030204" pitchFamily="49" charset="0"/>
              </a:rPr>
              <a:t>BasePlusCommissionCompensationModel</a:t>
            </a:r>
            <a:r>
              <a:rPr lang="en-US" sz="2100" dirty="0"/>
              <a:t>, because these classes are not tightly coupled by inheritance</a:t>
            </a:r>
          </a:p>
        </p:txBody>
      </p:sp>
      <p:sp>
        <p:nvSpPr>
          <p:cNvPr id="4" name="Footer Placeholder 3">
            <a:extLst>
              <a:ext uri="{FF2B5EF4-FFF2-40B4-BE49-F238E27FC236}">
                <a16:creationId xmlns:a16="http://schemas.microsoft.com/office/drawing/2014/main" id="{0F74173B-D537-4D32-8671-5FEA9EC2F65D}"/>
              </a:ext>
            </a:extLst>
          </p:cNvPr>
          <p:cNvSpPr>
            <a:spLocks noGrp="1"/>
          </p:cNvSpPr>
          <p:nvPr>
            <p:ph type="ftr" sz="quarter" idx="4294967295"/>
          </p:nvPr>
        </p:nvSpPr>
        <p:spPr>
          <a:xfrm>
            <a:off x="4488296" y="6408739"/>
            <a:ext cx="7044267" cy="365125"/>
          </a:xfrm>
        </p:spPr>
        <p:txBody>
          <a:bodyPr/>
          <a:lstStyle/>
          <a:p>
            <a:pPr>
              <a:defRPr/>
            </a:pPr>
            <a:r>
              <a:rPr lang="en-US" dirty="0"/>
              <a:t>© Copyright 1992-2018 by Pearson Education, Inc. All Rights Reserved.</a:t>
            </a:r>
          </a:p>
        </p:txBody>
      </p:sp>
    </p:spTree>
    <p:extLst>
      <p:ext uri="{BB962C8B-B14F-4D97-AF65-F5344CB8AC3E}">
        <p14:creationId xmlns:p14="http://schemas.microsoft.com/office/powerpoint/2010/main" val="1543220598"/>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9AF03-5B7A-4D43-BE66-79B025FC8CDE}"/>
              </a:ext>
            </a:extLst>
          </p:cNvPr>
          <p:cNvSpPr>
            <a:spLocks noGrp="1"/>
          </p:cNvSpPr>
          <p:nvPr>
            <p:ph type="title"/>
          </p:nvPr>
        </p:nvSpPr>
        <p:spPr/>
        <p:txBody>
          <a:bodyPr>
            <a:normAutofit/>
          </a:bodyPr>
          <a:lstStyle/>
          <a:p>
            <a:r>
              <a:rPr lang="en-US" dirty="0">
                <a:solidFill>
                  <a:srgbClr val="24B5A1"/>
                </a:solidFill>
                <a:latin typeface="Calibri" panose="020F0502020204030204" pitchFamily="34" charset="0"/>
              </a:rPr>
              <a:t>10.13.3  </a:t>
            </a:r>
            <a:r>
              <a:rPr lang="en-US" dirty="0">
                <a:latin typeface="Calibri" panose="020F0502020204030204" pitchFamily="34" charset="0"/>
                <a:cs typeface="Calibri" panose="020F0502020204030204" pitchFamily="34" charset="0"/>
              </a:rPr>
              <a:t>Rethinking the Employee Hierarchy</a:t>
            </a:r>
          </a:p>
        </p:txBody>
      </p:sp>
      <p:sp>
        <p:nvSpPr>
          <p:cNvPr id="138243" name="Text Placeholder 2">
            <a:extLst>
              <a:ext uri="{FF2B5EF4-FFF2-40B4-BE49-F238E27FC236}">
                <a16:creationId xmlns:a16="http://schemas.microsoft.com/office/drawing/2014/main" id="{B167EFF7-CA08-4F72-B0BF-AF25DF11BE65}"/>
              </a:ext>
            </a:extLst>
          </p:cNvPr>
          <p:cNvSpPr>
            <a:spLocks noGrp="1"/>
          </p:cNvSpPr>
          <p:nvPr>
            <p:ph type="body" idx="1"/>
          </p:nvPr>
        </p:nvSpPr>
        <p:spPr/>
        <p:txBody>
          <a:bodyPr/>
          <a:lstStyle/>
          <a:p>
            <a:pPr marL="109537" indent="0">
              <a:buNone/>
            </a:pPr>
            <a:r>
              <a:rPr lang="en-US" sz="2100" b="1" i="1" dirty="0"/>
              <a:t>Flexibility if Employees Are Promoted</a:t>
            </a:r>
          </a:p>
          <a:p>
            <a:r>
              <a:rPr lang="en-US" sz="2100" dirty="0"/>
              <a:t>Interface-based composition is more flexible than Section 10.5’s class hierarchy if an </a:t>
            </a:r>
            <a:r>
              <a:rPr lang="en-US" sz="2100" dirty="0">
                <a:latin typeface="Consolas" panose="020B0609020204030204" pitchFamily="49" charset="0"/>
              </a:rPr>
              <a:t>Employee</a:t>
            </a:r>
            <a:r>
              <a:rPr lang="en-US" sz="2100" dirty="0"/>
              <a:t> gets promoted</a:t>
            </a:r>
          </a:p>
          <a:p>
            <a:r>
              <a:rPr lang="en-US" sz="2100" dirty="0"/>
              <a:t>Class </a:t>
            </a:r>
            <a:r>
              <a:rPr lang="en-US" sz="2100" dirty="0">
                <a:latin typeface="Consolas" panose="020B0609020204030204" pitchFamily="49" charset="0"/>
              </a:rPr>
              <a:t>Employee</a:t>
            </a:r>
            <a:r>
              <a:rPr lang="en-US" sz="2100" dirty="0"/>
              <a:t> can provide a </a:t>
            </a:r>
            <a:r>
              <a:rPr lang="en-US" sz="2100" dirty="0" err="1">
                <a:latin typeface="Consolas" panose="020B0609020204030204" pitchFamily="49" charset="0"/>
              </a:rPr>
              <a:t>setCompensationModel</a:t>
            </a:r>
            <a:r>
              <a:rPr lang="en-US" sz="2100" dirty="0"/>
              <a:t> method that receives a </a:t>
            </a:r>
            <a:r>
              <a:rPr lang="en-US" sz="2100" dirty="0" err="1">
                <a:latin typeface="Consolas" panose="020B0609020204030204" pitchFamily="49" charset="0"/>
              </a:rPr>
              <a:t>CompensationModel</a:t>
            </a:r>
            <a:r>
              <a:rPr lang="en-US" sz="2100" dirty="0"/>
              <a:t> and assigns it to the </a:t>
            </a:r>
            <a:r>
              <a:rPr lang="en-US" sz="2100" dirty="0">
                <a:latin typeface="Consolas" panose="020B0609020204030204" pitchFamily="49" charset="0"/>
              </a:rPr>
              <a:t>Employee</a:t>
            </a:r>
            <a:r>
              <a:rPr lang="en-US" sz="2100" dirty="0"/>
              <a:t>’s composed </a:t>
            </a:r>
            <a:r>
              <a:rPr lang="en-US" sz="2100" dirty="0" err="1">
                <a:latin typeface="Consolas" panose="020B0609020204030204" pitchFamily="49" charset="0"/>
              </a:rPr>
              <a:t>CompensationModel</a:t>
            </a:r>
            <a:r>
              <a:rPr lang="en-US" sz="2100" dirty="0"/>
              <a:t> variable</a:t>
            </a:r>
          </a:p>
          <a:p>
            <a:r>
              <a:rPr lang="en-US" sz="2100" dirty="0"/>
              <a:t>When an </a:t>
            </a:r>
            <a:r>
              <a:rPr lang="en-US" sz="2100" dirty="0">
                <a:latin typeface="Consolas" panose="020B0609020204030204" pitchFamily="49" charset="0"/>
              </a:rPr>
              <a:t>Employee</a:t>
            </a:r>
            <a:r>
              <a:rPr lang="en-US" sz="2100" dirty="0"/>
              <a:t> gets promoted, you’d simply call </a:t>
            </a:r>
            <a:r>
              <a:rPr lang="en-US" sz="2100" dirty="0" err="1">
                <a:latin typeface="Consolas" panose="020B0609020204030204" pitchFamily="49" charset="0"/>
              </a:rPr>
              <a:t>setCompensationModel</a:t>
            </a:r>
            <a:r>
              <a:rPr lang="en-US" sz="2100" dirty="0"/>
              <a:t> to replace the </a:t>
            </a:r>
            <a:r>
              <a:rPr lang="en-US" sz="2100" dirty="0">
                <a:latin typeface="Consolas" panose="020B0609020204030204" pitchFamily="49" charset="0"/>
              </a:rPr>
              <a:t>Employee</a:t>
            </a:r>
            <a:r>
              <a:rPr lang="en-US" sz="2100" dirty="0"/>
              <a:t>’s existing </a:t>
            </a:r>
            <a:r>
              <a:rPr lang="en-US" sz="2100" dirty="0" err="1">
                <a:latin typeface="Consolas" panose="020B0609020204030204" pitchFamily="49" charset="0"/>
              </a:rPr>
              <a:t>CompensationModel</a:t>
            </a:r>
            <a:r>
              <a:rPr lang="en-US" sz="2100" dirty="0"/>
              <a:t> object with an appropriate new one</a:t>
            </a:r>
          </a:p>
          <a:p>
            <a:r>
              <a:rPr lang="en-US" sz="2100" dirty="0"/>
              <a:t>To promote an employee using ’s </a:t>
            </a:r>
            <a:r>
              <a:rPr lang="en-US" sz="2100" dirty="0">
                <a:latin typeface="Consolas" panose="020B0609020204030204" pitchFamily="49" charset="0"/>
              </a:rPr>
              <a:t>Employee</a:t>
            </a:r>
            <a:r>
              <a:rPr lang="en-US" sz="2100" dirty="0"/>
              <a:t> hierarchy, you’d need to change the employee’s type by creating a new object of the appropriate class and moving data from the old object into the new one.  </a:t>
            </a:r>
          </a:p>
          <a:p>
            <a:r>
              <a:rPr lang="en-US" sz="2100" dirty="0"/>
              <a:t>Exercise 10.18 asks you to reimplement Exercise 9.16 using interface </a:t>
            </a:r>
            <a:r>
              <a:rPr lang="en-US" sz="2100" dirty="0" err="1">
                <a:latin typeface="Consolas" panose="020B0609020204030204" pitchFamily="49" charset="0"/>
              </a:rPr>
              <a:t>CompensationModel</a:t>
            </a:r>
            <a:r>
              <a:rPr lang="en-US" sz="2100" dirty="0"/>
              <a:t> as described in this section.</a:t>
            </a:r>
          </a:p>
          <a:p>
            <a:pPr eaLnBrk="1" hangingPunct="1"/>
            <a:endParaRPr lang="en-US" altLang="en-US" sz="2400" dirty="0">
              <a:solidFill>
                <a:srgbClr val="000000"/>
              </a:solidFill>
            </a:endParaRPr>
          </a:p>
        </p:txBody>
      </p:sp>
      <p:sp>
        <p:nvSpPr>
          <p:cNvPr id="4" name="Footer Placeholder 3">
            <a:extLst>
              <a:ext uri="{FF2B5EF4-FFF2-40B4-BE49-F238E27FC236}">
                <a16:creationId xmlns:a16="http://schemas.microsoft.com/office/drawing/2014/main" id="{0F74173B-D537-4D32-8671-5FEA9EC2F65D}"/>
              </a:ext>
            </a:extLst>
          </p:cNvPr>
          <p:cNvSpPr>
            <a:spLocks noGrp="1"/>
          </p:cNvSpPr>
          <p:nvPr>
            <p:ph type="ftr" sz="quarter" idx="4294967295"/>
          </p:nvPr>
        </p:nvSpPr>
        <p:spPr>
          <a:xfrm>
            <a:off x="4488296" y="6408739"/>
            <a:ext cx="7044267" cy="365125"/>
          </a:xfrm>
        </p:spPr>
        <p:txBody>
          <a:bodyPr/>
          <a:lstStyle/>
          <a:p>
            <a:pPr>
              <a:defRPr/>
            </a:pPr>
            <a:r>
              <a:rPr lang="en-US" dirty="0"/>
              <a:t>© Copyright 1992-2018 by Pearson Education, Inc. All Rights Reserved.</a:t>
            </a:r>
          </a:p>
        </p:txBody>
      </p:sp>
    </p:spTree>
    <p:extLst>
      <p:ext uri="{BB962C8B-B14F-4D97-AF65-F5344CB8AC3E}">
        <p14:creationId xmlns:p14="http://schemas.microsoft.com/office/powerpoint/2010/main" val="839778354"/>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9AF03-5B7A-4D43-BE66-79B025FC8CDE}"/>
              </a:ext>
            </a:extLst>
          </p:cNvPr>
          <p:cNvSpPr>
            <a:spLocks noGrp="1"/>
          </p:cNvSpPr>
          <p:nvPr>
            <p:ph type="title"/>
          </p:nvPr>
        </p:nvSpPr>
        <p:spPr/>
        <p:txBody>
          <a:bodyPr>
            <a:normAutofit/>
          </a:bodyPr>
          <a:lstStyle/>
          <a:p>
            <a:r>
              <a:rPr lang="en-US" dirty="0">
                <a:solidFill>
                  <a:srgbClr val="24B5A1"/>
                </a:solidFill>
                <a:latin typeface="Calibri" panose="020F0502020204030204" pitchFamily="34" charset="0"/>
              </a:rPr>
              <a:t>10.13.3 </a:t>
            </a:r>
            <a:r>
              <a:rPr lang="en-US" dirty="0">
                <a:solidFill>
                  <a:srgbClr val="24B5A1"/>
                </a:solidFill>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Rethinking the Employee Hierarchy</a:t>
            </a:r>
          </a:p>
        </p:txBody>
      </p:sp>
      <p:sp>
        <p:nvSpPr>
          <p:cNvPr id="138243" name="Text Placeholder 2">
            <a:extLst>
              <a:ext uri="{FF2B5EF4-FFF2-40B4-BE49-F238E27FC236}">
                <a16:creationId xmlns:a16="http://schemas.microsoft.com/office/drawing/2014/main" id="{B167EFF7-CA08-4F72-B0BF-AF25DF11BE65}"/>
              </a:ext>
            </a:extLst>
          </p:cNvPr>
          <p:cNvSpPr>
            <a:spLocks noGrp="1"/>
          </p:cNvSpPr>
          <p:nvPr>
            <p:ph type="body" idx="1"/>
          </p:nvPr>
        </p:nvSpPr>
        <p:spPr/>
        <p:txBody>
          <a:bodyPr/>
          <a:lstStyle/>
          <a:p>
            <a:pPr marL="109537" indent="0">
              <a:buNone/>
            </a:pPr>
            <a:r>
              <a:rPr lang="en-US" sz="2400" b="1" i="1" dirty="0"/>
              <a:t>Flexibility if Employees Acquire New Capabilities</a:t>
            </a:r>
          </a:p>
          <a:p>
            <a:r>
              <a:rPr lang="en-US" sz="2400" dirty="0"/>
              <a:t>Using composition and interfaces also is more flexible than Section 10.5’s class hierarchy for enhancing class </a:t>
            </a:r>
            <a:r>
              <a:rPr lang="en-US" sz="2400" dirty="0">
                <a:latin typeface="Consolas" panose="020B0609020204030204" pitchFamily="49" charset="0"/>
              </a:rPr>
              <a:t>Employee</a:t>
            </a:r>
          </a:p>
          <a:p>
            <a:r>
              <a:rPr lang="en-US" sz="2400" dirty="0"/>
              <a:t>Let’s assume we decide to support retirement plans (such as 401Ks and IRAs). We could say that every </a:t>
            </a:r>
            <a:r>
              <a:rPr lang="en-US" sz="2400" dirty="0">
                <a:latin typeface="Consolas" panose="020B0609020204030204" pitchFamily="49" charset="0"/>
              </a:rPr>
              <a:t>Employee</a:t>
            </a:r>
            <a:r>
              <a:rPr lang="en-US" sz="2400" dirty="0"/>
              <a:t> </a:t>
            </a:r>
            <a:r>
              <a:rPr lang="en-US" sz="2400" i="1" dirty="0"/>
              <a:t>has a</a:t>
            </a:r>
            <a:r>
              <a:rPr lang="en-US" sz="2400" dirty="0"/>
              <a:t> </a:t>
            </a:r>
            <a:r>
              <a:rPr lang="en-US" sz="2400" dirty="0" err="1">
                <a:latin typeface="Consolas" panose="020B0609020204030204" pitchFamily="49" charset="0"/>
              </a:rPr>
              <a:t>RetirementPlan</a:t>
            </a:r>
            <a:r>
              <a:rPr lang="en-US" sz="2400" dirty="0"/>
              <a:t> and define interface </a:t>
            </a:r>
            <a:r>
              <a:rPr lang="en-US" sz="2400" dirty="0" err="1">
                <a:latin typeface="Consolas" panose="020B0609020204030204" pitchFamily="49" charset="0"/>
              </a:rPr>
              <a:t>RetirementPlan</a:t>
            </a:r>
            <a:r>
              <a:rPr lang="en-US" sz="2400" dirty="0"/>
              <a:t> with a </a:t>
            </a:r>
            <a:r>
              <a:rPr lang="en-US" sz="2400" dirty="0" err="1">
                <a:latin typeface="Consolas" panose="020B0609020204030204" pitchFamily="49" charset="0"/>
              </a:rPr>
              <a:t>makeRetirementDeposit</a:t>
            </a:r>
            <a:r>
              <a:rPr lang="en-US" sz="2400" dirty="0"/>
              <a:t> method</a:t>
            </a:r>
          </a:p>
          <a:p>
            <a:r>
              <a:rPr lang="en-US" sz="2400" dirty="0"/>
              <a:t>Then, we can provide appropriate implementations for various retirement-plan types</a:t>
            </a:r>
          </a:p>
          <a:p>
            <a:pPr eaLnBrk="1" hangingPunct="1"/>
            <a:endParaRPr lang="en-US" altLang="en-US" sz="2400" dirty="0">
              <a:solidFill>
                <a:srgbClr val="000000"/>
              </a:solidFill>
            </a:endParaRPr>
          </a:p>
        </p:txBody>
      </p:sp>
      <p:sp>
        <p:nvSpPr>
          <p:cNvPr id="4" name="Footer Placeholder 3">
            <a:extLst>
              <a:ext uri="{FF2B5EF4-FFF2-40B4-BE49-F238E27FC236}">
                <a16:creationId xmlns:a16="http://schemas.microsoft.com/office/drawing/2014/main" id="{0F74173B-D537-4D32-8671-5FEA9EC2F65D}"/>
              </a:ext>
            </a:extLst>
          </p:cNvPr>
          <p:cNvSpPr>
            <a:spLocks noGrp="1"/>
          </p:cNvSpPr>
          <p:nvPr>
            <p:ph type="ftr" sz="quarter" idx="4294967295"/>
          </p:nvPr>
        </p:nvSpPr>
        <p:spPr>
          <a:xfrm>
            <a:off x="4488296" y="6408739"/>
            <a:ext cx="7044267" cy="365125"/>
          </a:xfrm>
        </p:spPr>
        <p:txBody>
          <a:bodyPr/>
          <a:lstStyle/>
          <a:p>
            <a:pPr>
              <a:defRPr/>
            </a:pPr>
            <a:r>
              <a:rPr lang="en-US" dirty="0"/>
              <a:t>© Copyright 1992-2018 by Pearson Education, Inc. All Rights Reserved.</a:t>
            </a:r>
          </a:p>
        </p:txBody>
      </p:sp>
    </p:spTree>
    <p:extLst>
      <p:ext uri="{BB962C8B-B14F-4D97-AF65-F5344CB8AC3E}">
        <p14:creationId xmlns:p14="http://schemas.microsoft.com/office/powerpoint/2010/main" val="507689722"/>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9AF03-5B7A-4D43-BE66-79B025FC8CDE}"/>
              </a:ext>
            </a:extLst>
          </p:cNvPr>
          <p:cNvSpPr>
            <a:spLocks noGrp="1"/>
          </p:cNvSpPr>
          <p:nvPr>
            <p:ph type="title"/>
          </p:nvPr>
        </p:nvSpPr>
        <p:spPr/>
        <p:txBody>
          <a:bodyPr>
            <a:normAutofit fontScale="90000"/>
          </a:bodyPr>
          <a:lstStyle/>
          <a:p>
            <a:pPr fontAlgn="auto">
              <a:spcAft>
                <a:spcPts val="0"/>
              </a:spcAft>
              <a:defRPr/>
            </a:pPr>
            <a:r>
              <a:rPr lang="en-US" dirty="0">
                <a:solidFill>
                  <a:srgbClr val="24B5A1"/>
                </a:solidFill>
                <a:latin typeface="Calibri" panose="020F0502020204030204" pitchFamily="34" charset="0"/>
              </a:rPr>
              <a:t>10.14  </a:t>
            </a:r>
            <a:r>
              <a:rPr lang="en-US" dirty="0">
                <a:solidFill>
                  <a:srgbClr val="3380E6"/>
                </a:solidFill>
                <a:latin typeface="Calibri" panose="020F0502020204030204" pitchFamily="34" charset="0"/>
              </a:rPr>
              <a:t>(Optional) GUI and Graphics Case Study: Drawing with Polymorphism</a:t>
            </a:r>
          </a:p>
        </p:txBody>
      </p:sp>
      <p:sp>
        <p:nvSpPr>
          <p:cNvPr id="138243" name="Text Placeholder 2">
            <a:extLst>
              <a:ext uri="{FF2B5EF4-FFF2-40B4-BE49-F238E27FC236}">
                <a16:creationId xmlns:a16="http://schemas.microsoft.com/office/drawing/2014/main" id="{B167EFF7-CA08-4F72-B0BF-AF25DF11BE65}"/>
              </a:ext>
            </a:extLst>
          </p:cNvPr>
          <p:cNvSpPr>
            <a:spLocks noGrp="1"/>
          </p:cNvSpPr>
          <p:nvPr>
            <p:ph type="body" idx="1"/>
          </p:nvPr>
        </p:nvSpPr>
        <p:spPr/>
        <p:txBody>
          <a:bodyPr/>
          <a:lstStyle/>
          <a:p>
            <a:pPr eaLnBrk="1" hangingPunct="1"/>
            <a:r>
              <a:rPr lang="en-US" altLang="en-US" dirty="0">
                <a:solidFill>
                  <a:srgbClr val="000000"/>
                </a:solidFill>
              </a:rPr>
              <a:t>Shape classes have many similarities. </a:t>
            </a:r>
          </a:p>
          <a:p>
            <a:pPr eaLnBrk="1" hangingPunct="1"/>
            <a:r>
              <a:rPr lang="en-US" altLang="en-US" dirty="0">
                <a:solidFill>
                  <a:srgbClr val="000000"/>
                </a:solidFill>
              </a:rPr>
              <a:t>Using inheritance, we can “factor out” the common features from all three classes and place them in a single shape </a:t>
            </a:r>
            <a:r>
              <a:rPr lang="en-US" altLang="en-US" i="1" dirty="0">
                <a:solidFill>
                  <a:srgbClr val="000000"/>
                </a:solidFill>
              </a:rPr>
              <a:t>superclass</a:t>
            </a:r>
            <a:r>
              <a:rPr lang="en-US" altLang="en-US" dirty="0">
                <a:solidFill>
                  <a:srgbClr val="000000"/>
                </a:solidFill>
              </a:rPr>
              <a:t>. </a:t>
            </a:r>
          </a:p>
          <a:p>
            <a:pPr eaLnBrk="1" hangingPunct="1"/>
            <a:r>
              <a:rPr lang="en-US" altLang="en-US" dirty="0">
                <a:solidFill>
                  <a:srgbClr val="000000"/>
                </a:solidFill>
              </a:rPr>
              <a:t>Then, using variables of the superclass type, we can manipulate objects of all three shape objects </a:t>
            </a:r>
            <a:r>
              <a:rPr lang="en-US" altLang="en-US" i="1" dirty="0">
                <a:solidFill>
                  <a:srgbClr val="000000"/>
                </a:solidFill>
              </a:rPr>
              <a:t>polymorphically</a:t>
            </a:r>
            <a:r>
              <a:rPr lang="en-US" altLang="en-US" dirty="0">
                <a:solidFill>
                  <a:srgbClr val="000000"/>
                </a:solidFill>
              </a:rPr>
              <a:t>. </a:t>
            </a:r>
          </a:p>
          <a:p>
            <a:pPr eaLnBrk="1" hangingPunct="1"/>
            <a:r>
              <a:rPr lang="en-US" altLang="en-US" dirty="0">
                <a:solidFill>
                  <a:srgbClr val="000000"/>
                </a:solidFill>
              </a:rPr>
              <a:t>Removing the redundancy in the code will result in a smaller, more flexible program that is easier to maintain. </a:t>
            </a:r>
          </a:p>
        </p:txBody>
      </p:sp>
      <p:sp>
        <p:nvSpPr>
          <p:cNvPr id="4" name="Footer Placeholder 3">
            <a:extLst>
              <a:ext uri="{FF2B5EF4-FFF2-40B4-BE49-F238E27FC236}">
                <a16:creationId xmlns:a16="http://schemas.microsoft.com/office/drawing/2014/main" id="{0F74173B-D537-4D32-8671-5FEA9EC2F65D}"/>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3835450816"/>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9266" name="Picture 1" descr="jhtp_10_OOPPolymorphism_Page_69">
            <a:extLst>
              <a:ext uri="{FF2B5EF4-FFF2-40B4-BE49-F238E27FC236}">
                <a16:creationId xmlns:a16="http://schemas.microsoft.com/office/drawing/2014/main" id="{4E9475A7-A0DE-43E2-81E8-8D5F9B6CB32E}"/>
              </a:ext>
            </a:extLst>
          </p:cNvPr>
          <p:cNvPicPr>
            <a:picLocks noGrp="1" noChangeAspect="1"/>
          </p:cNvPicPr>
          <p:nvPr isPhoto="1"/>
        </p:nvPicPr>
        <p:blipFill>
          <a:blip r:embed="rId2">
            <a:extLst>
              <a:ext uri="{28A0092B-C50C-407E-A947-70E740481C1C}">
                <a14:useLocalDpi xmlns:a14="http://schemas.microsoft.com/office/drawing/2010/main" val="0"/>
              </a:ext>
            </a:extLst>
          </a:blip>
          <a:srcRect/>
          <a:stretch>
            <a:fillRect/>
          </a:stretch>
        </p:blipFill>
        <p:spPr bwMode="auto">
          <a:xfrm>
            <a:off x="1524000" y="652464"/>
            <a:ext cx="9144000" cy="555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ooter Placeholder 2">
            <a:extLst>
              <a:ext uri="{FF2B5EF4-FFF2-40B4-BE49-F238E27FC236}">
                <a16:creationId xmlns:a16="http://schemas.microsoft.com/office/drawing/2014/main" id="{5E916575-E8AB-4153-88AE-54463EAF83A8}"/>
              </a:ext>
            </a:extLst>
          </p:cNvPr>
          <p:cNvSpPr>
            <a:spLocks noGrp="1"/>
          </p:cNvSpPr>
          <p:nvPr>
            <p:ph type="ftr" sz="quarter" idx="4294967295"/>
          </p:nvPr>
        </p:nvSpPr>
        <p:spPr>
          <a:xfrm>
            <a:off x="609600" y="6408739"/>
            <a:ext cx="83650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1266333653"/>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9E374-F3CD-49B3-B639-186D11F1BB09}"/>
              </a:ext>
            </a:extLst>
          </p:cNvPr>
          <p:cNvSpPr>
            <a:spLocks noGrp="1"/>
          </p:cNvSpPr>
          <p:nvPr>
            <p:ph type="title"/>
          </p:nvPr>
        </p:nvSpPr>
        <p:spPr/>
        <p:txBody>
          <a:bodyPr>
            <a:normAutofit fontScale="90000"/>
          </a:bodyPr>
          <a:lstStyle/>
          <a:p>
            <a:pPr fontAlgn="auto">
              <a:spcAft>
                <a:spcPts val="0"/>
              </a:spcAft>
              <a:defRPr/>
            </a:pPr>
            <a:r>
              <a:rPr lang="en-US" dirty="0">
                <a:solidFill>
                  <a:srgbClr val="24B5A1"/>
                </a:solidFill>
                <a:latin typeface="Calibri" panose="020F0502020204030204" pitchFamily="34" charset="0"/>
              </a:rPr>
              <a:t>10.14  </a:t>
            </a:r>
            <a:r>
              <a:rPr lang="en-US" dirty="0">
                <a:solidFill>
                  <a:srgbClr val="3380E6"/>
                </a:solidFill>
                <a:latin typeface="Calibri" panose="020F0502020204030204" pitchFamily="34" charset="0"/>
              </a:rPr>
              <a:t>(Optional) GUI and Graphics Case Study: Drawing with Polymorphism (Cont.)</a:t>
            </a:r>
          </a:p>
        </p:txBody>
      </p:sp>
      <p:sp>
        <p:nvSpPr>
          <p:cNvPr id="140291" name="Text Placeholder 2">
            <a:extLst>
              <a:ext uri="{FF2B5EF4-FFF2-40B4-BE49-F238E27FC236}">
                <a16:creationId xmlns:a16="http://schemas.microsoft.com/office/drawing/2014/main" id="{A7D42658-6ACF-4682-BEE1-F1CE0A72736C}"/>
              </a:ext>
            </a:extLst>
          </p:cNvPr>
          <p:cNvSpPr>
            <a:spLocks noGrp="1"/>
          </p:cNvSpPr>
          <p:nvPr>
            <p:ph type="body" idx="1"/>
          </p:nvPr>
        </p:nvSpPr>
        <p:spPr/>
        <p:txBody>
          <a:bodyPr/>
          <a:lstStyle/>
          <a:p>
            <a:pPr eaLnBrk="1" hangingPunct="1"/>
            <a:r>
              <a:rPr lang="en-US" altLang="en-US" dirty="0">
                <a:solidFill>
                  <a:srgbClr val="000000"/>
                </a:solidFill>
              </a:rPr>
              <a:t>Class </a:t>
            </a:r>
            <a:r>
              <a:rPr lang="en-US" altLang="en-US" dirty="0" err="1">
                <a:solidFill>
                  <a:srgbClr val="000000"/>
                </a:solidFill>
                <a:latin typeface="Consolas" panose="020B0609020204030204" pitchFamily="49" charset="0"/>
              </a:rPr>
              <a:t>MyBoundedShape</a:t>
            </a:r>
            <a:r>
              <a:rPr lang="en-US" altLang="en-US" dirty="0">
                <a:solidFill>
                  <a:srgbClr val="000000"/>
                </a:solidFill>
              </a:rPr>
              <a:t> can be used to factor out the common features of classes </a:t>
            </a:r>
            <a:r>
              <a:rPr lang="en-US" altLang="en-US" dirty="0" err="1">
                <a:solidFill>
                  <a:srgbClr val="000000"/>
                </a:solidFill>
                <a:latin typeface="Consolas" panose="020B0609020204030204" pitchFamily="49" charset="0"/>
              </a:rPr>
              <a:t>MyOval</a:t>
            </a:r>
            <a:r>
              <a:rPr lang="en-US" altLang="en-US" dirty="0">
                <a:solidFill>
                  <a:srgbClr val="000000"/>
                </a:solidFill>
              </a:rPr>
              <a:t> and </a:t>
            </a:r>
            <a:r>
              <a:rPr lang="en-US" altLang="en-US" dirty="0" err="1">
                <a:solidFill>
                  <a:srgbClr val="000000"/>
                </a:solidFill>
                <a:latin typeface="Consolas" panose="020B0609020204030204" pitchFamily="49" charset="0"/>
              </a:rPr>
              <a:t>MyRectangle</a:t>
            </a:r>
            <a:r>
              <a:rPr lang="en-US" altLang="en-US" dirty="0">
                <a:solidFill>
                  <a:srgbClr val="000000"/>
                </a:solidFill>
              </a:rPr>
              <a:t>. </a:t>
            </a:r>
          </a:p>
        </p:txBody>
      </p:sp>
      <p:sp>
        <p:nvSpPr>
          <p:cNvPr id="4" name="Footer Placeholder 3">
            <a:extLst>
              <a:ext uri="{FF2B5EF4-FFF2-40B4-BE49-F238E27FC236}">
                <a16:creationId xmlns:a16="http://schemas.microsoft.com/office/drawing/2014/main" id="{1AB8F3F5-5BD8-4803-BF94-8FD549357714}"/>
              </a:ext>
            </a:extLst>
          </p:cNvPr>
          <p:cNvSpPr>
            <a:spLocks noGrp="1"/>
          </p:cNvSpPr>
          <p:nvPr>
            <p:ph type="ftr" sz="quarter" idx="4294967295"/>
          </p:nvPr>
        </p:nvSpPr>
        <p:spPr>
          <a:xfrm>
            <a:off x="4488296" y="6408739"/>
            <a:ext cx="70442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279751005"/>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1314" name="Picture 1" descr="jhtp_10_OOPPolymorphism_Page_70">
            <a:extLst>
              <a:ext uri="{FF2B5EF4-FFF2-40B4-BE49-F238E27FC236}">
                <a16:creationId xmlns:a16="http://schemas.microsoft.com/office/drawing/2014/main" id="{D8B0BE87-7E6B-4F79-8DB2-5D48684D9B22}"/>
              </a:ext>
            </a:extLst>
          </p:cNvPr>
          <p:cNvPicPr>
            <a:picLocks noGrp="1" noChangeAspect="1"/>
          </p:cNvPicPr>
          <p:nvPr isPhoto="1"/>
        </p:nvPicPr>
        <p:blipFill>
          <a:blip r:embed="rId2">
            <a:extLst>
              <a:ext uri="{28A0092B-C50C-407E-A947-70E740481C1C}">
                <a14:useLocalDpi xmlns:a14="http://schemas.microsoft.com/office/drawing/2010/main" val="0"/>
              </a:ext>
            </a:extLst>
          </a:blip>
          <a:srcRect/>
          <a:stretch>
            <a:fillRect/>
          </a:stretch>
        </p:blipFill>
        <p:spPr bwMode="auto">
          <a:xfrm>
            <a:off x="1524000" y="652464"/>
            <a:ext cx="9144000" cy="555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ooter Placeholder 2">
            <a:extLst>
              <a:ext uri="{FF2B5EF4-FFF2-40B4-BE49-F238E27FC236}">
                <a16:creationId xmlns:a16="http://schemas.microsoft.com/office/drawing/2014/main" id="{5447D4CE-AB9A-45ED-9E7F-660E514EA820}"/>
              </a:ext>
            </a:extLst>
          </p:cNvPr>
          <p:cNvSpPr>
            <a:spLocks noGrp="1"/>
          </p:cNvSpPr>
          <p:nvPr>
            <p:ph type="ftr" sz="quarter" idx="4294967295"/>
          </p:nvPr>
        </p:nvSpPr>
        <p:spPr>
          <a:xfrm>
            <a:off x="609600" y="6408739"/>
            <a:ext cx="8365067" cy="365125"/>
          </a:xfrm>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219866490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4_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5.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6.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7.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8.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JHTP11_05</Template>
  <TotalTime>91339</TotalTime>
  <Words>13286</Words>
  <Application>Microsoft Office PowerPoint</Application>
  <PresentationFormat>Widescreen</PresentationFormat>
  <Paragraphs>1165</Paragraphs>
  <Slides>204</Slides>
  <Notes>109</Notes>
  <HiddenSlides>39</HiddenSlides>
  <MMClips>1</MMClips>
  <ScaleCrop>false</ScaleCrop>
  <HeadingPairs>
    <vt:vector size="6" baseType="variant">
      <vt:variant>
        <vt:lpstr>Fonts Used</vt:lpstr>
      </vt:variant>
      <vt:variant>
        <vt:i4>19</vt:i4>
      </vt:variant>
      <vt:variant>
        <vt:lpstr>Theme</vt:lpstr>
      </vt:variant>
      <vt:variant>
        <vt:i4>3</vt:i4>
      </vt:variant>
      <vt:variant>
        <vt:lpstr>Slide Titles</vt:lpstr>
      </vt:variant>
      <vt:variant>
        <vt:i4>204</vt:i4>
      </vt:variant>
    </vt:vector>
  </HeadingPairs>
  <TitlesOfParts>
    <vt:vector size="226" baseType="lpstr">
      <vt:lpstr>Algerian</vt:lpstr>
      <vt:lpstr>Andale Mono</vt:lpstr>
      <vt:lpstr>Arial</vt:lpstr>
      <vt:lpstr>Arial Black</vt:lpstr>
      <vt:lpstr>Bernard MT Condensed</vt:lpstr>
      <vt:lpstr>Calibri</vt:lpstr>
      <vt:lpstr>Cambria</vt:lpstr>
      <vt:lpstr>Consolas</vt:lpstr>
      <vt:lpstr>Courier New</vt:lpstr>
      <vt:lpstr>Lucida Sans Unicode</vt:lpstr>
      <vt:lpstr>PT Sans</vt:lpstr>
      <vt:lpstr>Roboto</vt:lpstr>
      <vt:lpstr>Segoe UI</vt:lpstr>
      <vt:lpstr>system-ui</vt:lpstr>
      <vt:lpstr>Times New Roman</vt:lpstr>
      <vt:lpstr>Verdana</vt:lpstr>
      <vt:lpstr>Wingdings</vt:lpstr>
      <vt:lpstr>Wingdings 2</vt:lpstr>
      <vt:lpstr>Wingdings 3</vt:lpstr>
      <vt:lpstr>Concourse</vt:lpstr>
      <vt:lpstr>2_Office Theme</vt:lpstr>
      <vt:lpstr>4_Concourse</vt:lpstr>
      <vt:lpstr>Chapter 10 Object-Oriented Programming: Polymorphism and Interfaces</vt:lpstr>
      <vt:lpstr>Prayers</vt:lpstr>
      <vt:lpstr>Prayers</vt:lpstr>
      <vt:lpstr> How to obtain knowledge and Wisdom from GOD: Pray and read your Bible</vt:lpstr>
      <vt:lpstr> How to obtain knowledge and Wisdom from GOD: Pray and read your Bible</vt:lpstr>
      <vt:lpstr> How Should We Pray?</vt:lpstr>
      <vt:lpstr>EXAMPLES OF JESUS PRAYERS:</vt:lpstr>
      <vt:lpstr>EXAMPLE: Importance of praising/thanking God</vt:lpstr>
      <vt:lpstr>Answers prayer</vt:lpstr>
      <vt:lpstr>Prayer Time</vt:lpstr>
      <vt:lpstr>Psalm 20: 1-5</vt:lpstr>
      <vt:lpstr>Chapter 10 Object-Oriented Programming: Polymorphism and Interfaces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10.1  Introduction</vt:lpstr>
      <vt:lpstr>10.1  Introduction Cont.</vt:lpstr>
      <vt:lpstr>10.1  Introduction</vt:lpstr>
      <vt:lpstr>Example of Introduction Polymorphism </vt:lpstr>
      <vt:lpstr>10.3  Demonstrating Polymorphic Behavior</vt:lpstr>
      <vt:lpstr>  What is reference and object?</vt:lpstr>
      <vt:lpstr>Example of Introduction Polymorphism </vt:lpstr>
      <vt:lpstr>Example of Polymorphism </vt:lpstr>
      <vt:lpstr>CLASS ACTIVITIES</vt:lpstr>
      <vt:lpstr>10.3  Demonstrating Polymorphic Behavior (Cont.)</vt:lpstr>
      <vt:lpstr>PowerPoint Presentation</vt:lpstr>
      <vt:lpstr>Example II of Polymorphism</vt:lpstr>
      <vt:lpstr>Polymorphism  Introduction (Cont.)</vt:lpstr>
      <vt:lpstr>Polymorphism  Introduction (Cont.)</vt:lpstr>
      <vt:lpstr>Polymorphism  Introduction (Cont.)</vt:lpstr>
      <vt:lpstr>Polymorphism  Introduction (Cont.)</vt:lpstr>
      <vt:lpstr>10.2  Polymorphism: More Examples </vt:lpstr>
      <vt:lpstr>10.2  Polymorphism Examples (Cont.)</vt:lpstr>
      <vt:lpstr>10.2  Polymorphism Examples (Cont.)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10.3  Demonstrating Polymorphic Behavior (Cont.)</vt:lpstr>
      <vt:lpstr>10.3   Static and dynamic binding in java</vt:lpstr>
      <vt:lpstr>  RECALLED: What is reference and object?</vt:lpstr>
      <vt:lpstr> Static Binding or Early Binding</vt:lpstr>
      <vt:lpstr>Static binding example</vt:lpstr>
      <vt:lpstr>Static binding example</vt:lpstr>
      <vt:lpstr>Dynamic or Late binding example</vt:lpstr>
      <vt:lpstr>Dynamic binding example</vt:lpstr>
      <vt:lpstr>Dynamic binding example</vt:lpstr>
      <vt:lpstr>CLASS ACTIVITIES</vt:lpstr>
      <vt:lpstr>10.4  Abstract Classes and Methods</vt:lpstr>
      <vt:lpstr>10.4  Abstract Classes and Methods (Cont.)</vt:lpstr>
      <vt:lpstr>10.4  Abstract Classes and Methods (Cont.)</vt:lpstr>
      <vt:lpstr>10.4  Abstract Classes  Example</vt:lpstr>
      <vt:lpstr>10.4   Why And When To Use Abstract Classes and Methods?</vt:lpstr>
      <vt:lpstr>10.4  Abstract Classes and Methods (Cont.)</vt:lpstr>
      <vt:lpstr>10.4  Abstract Classes and Methods (Cont.)</vt:lpstr>
      <vt:lpstr>10.4  Abstract Classes and Methods (Cont.)</vt:lpstr>
      <vt:lpstr>PowerPoint Presentation</vt:lpstr>
      <vt:lpstr>PowerPoint Presentation</vt:lpstr>
      <vt:lpstr>PowerPoint Presentation</vt:lpstr>
      <vt:lpstr>10.4  Abstract Classes and Methods (Cont.)</vt:lpstr>
      <vt:lpstr>10.4  Abstract Classes and Methods (Cont.)</vt:lpstr>
      <vt:lpstr>10.4  Abstract Classes and Methods (Cont.)</vt:lpstr>
      <vt:lpstr>10.4  Abstract Classes and Methods (Cont.)</vt:lpstr>
      <vt:lpstr>10.4  Abstract Classes and Methods (Cont.)</vt:lpstr>
      <vt:lpstr>CLASS ACTIVITIES</vt:lpstr>
      <vt:lpstr>10.5 ACTIVITIES  Case Study: Payroll System Using Polymorphism</vt:lpstr>
      <vt:lpstr>10.5  Case Study: Payroll System Using Polymorphism (Cont.)</vt:lpstr>
      <vt:lpstr>PowerPoint Presentation</vt:lpstr>
      <vt:lpstr>10.5  Case Study: Payroll System Using Polymorphism (Cont.)</vt:lpstr>
      <vt:lpstr>10.5.1 Abstract Superclass Employee </vt:lpstr>
      <vt:lpstr>10.5.1 Abstract Superclass Employee (Cont.)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10.5.3 Concrete Subclass HourlyEmployee </vt:lpstr>
      <vt:lpstr>PowerPoint Presentation</vt:lpstr>
      <vt:lpstr>PowerPoint Presentation</vt:lpstr>
      <vt:lpstr>PowerPoint Presentation</vt:lpstr>
      <vt:lpstr>PowerPoint Presentation</vt:lpstr>
      <vt:lpstr>PowerPoint Presentation</vt:lpstr>
      <vt:lpstr>10.5.4 Concrete Subclass CommissionEmployee </vt:lpstr>
      <vt:lpstr>PowerPoint Presentation</vt:lpstr>
      <vt:lpstr>PowerPoint Presentation</vt:lpstr>
      <vt:lpstr>PowerPoint Presentation</vt:lpstr>
      <vt:lpstr>PowerPoint Presentation</vt:lpstr>
      <vt:lpstr>PowerPoint Presentation</vt:lpstr>
      <vt:lpstr>10.5.5 Indirect Concrete Subclass BasePlusCommissionEmployee </vt:lpstr>
      <vt:lpstr>PowerPoint Presentation</vt:lpstr>
      <vt:lpstr>PowerPoint Presentation</vt:lpstr>
      <vt:lpstr>PowerPoint Presentation</vt:lpstr>
      <vt:lpstr>10.5.6 Polymorphic Processing, Operator instanceof and Downcasting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CLASS ACTIVITIES</vt:lpstr>
      <vt:lpstr>10.5.6 Polymorphic Processing, Operator instanceof and Downcasting (Cont.)</vt:lpstr>
      <vt:lpstr>PowerPoint Presentation</vt:lpstr>
      <vt:lpstr>PowerPoint Presentation</vt:lpstr>
      <vt:lpstr>10.5.6 Polymorphic Processing, Operator instanceof and Downcasting (Cont.)</vt:lpstr>
      <vt:lpstr>PowerPoint Presentation</vt:lpstr>
      <vt:lpstr>10.6  Summary of the Allowed Assignments Between Superclass and Subclass Variables </vt:lpstr>
      <vt:lpstr>Static binding example</vt:lpstr>
      <vt:lpstr>10.7  final Methods and Classes</vt:lpstr>
      <vt:lpstr>10.7  final Methods and Classes (Cont.)</vt:lpstr>
      <vt:lpstr>PowerPoint Presentation</vt:lpstr>
      <vt:lpstr>PowerPoint Presentation</vt:lpstr>
      <vt:lpstr>PowerPoint Presentation</vt:lpstr>
      <vt:lpstr>10.8  A Deeper Explanation of Issues with Calling Methods from Constructors</vt:lpstr>
      <vt:lpstr>10.8  A Deeper Explanation of Issues with Calling Methods from Constructors</vt:lpstr>
      <vt:lpstr>Java Interface -</vt:lpstr>
      <vt:lpstr>Java Interface -</vt:lpstr>
      <vt:lpstr>Java Interface -</vt:lpstr>
      <vt:lpstr>CLASS ACTIVITIES</vt:lpstr>
      <vt:lpstr>Notes on Interfaces: -</vt:lpstr>
      <vt:lpstr>Why And When To Use Interfaces?: -</vt:lpstr>
      <vt:lpstr>Multiple Interfaces?: -</vt:lpstr>
      <vt:lpstr>CLASS ACTIVITIES</vt:lpstr>
      <vt:lpstr>10.9  Creating and Using Interfaces</vt:lpstr>
      <vt:lpstr>10.9  Creating and Using Interfaces (Cont.)</vt:lpstr>
      <vt:lpstr>10.9  Creating and Using Interfaces (Cont.)</vt:lpstr>
      <vt:lpstr>10.9  Creating and Using Interfaces (Cont.)</vt:lpstr>
      <vt:lpstr>10.9  Creating and Using Interfaces (Cont.)</vt:lpstr>
      <vt:lpstr>10.9  Creating and Using Interfaces (Cont.)</vt:lpstr>
      <vt:lpstr>PowerPoint Presentation</vt:lpstr>
      <vt:lpstr>10.9  Creating and Using Interfaces (Cont.)</vt:lpstr>
      <vt:lpstr>10.9  Creating and Using Interfaces (Cont.)</vt:lpstr>
      <vt:lpstr>PowerPoint Presentation</vt:lpstr>
      <vt:lpstr>10.9  Creating and Using Interfaces</vt:lpstr>
      <vt:lpstr>10.9.1 Developing a Payable Hierarchy</vt:lpstr>
      <vt:lpstr>PowerPoint Presentation</vt:lpstr>
      <vt:lpstr>10.9.1 Developing a Payable Hierarchy (Cont.)</vt:lpstr>
      <vt:lpstr>PowerPoint Presentation</vt:lpstr>
      <vt:lpstr>PowerPoint Presentation</vt:lpstr>
      <vt:lpstr>10.9.2 Interface Payable </vt:lpstr>
      <vt:lpstr>PowerPoint Presentation</vt:lpstr>
      <vt:lpstr>10.9.3 Class Invoice </vt:lpstr>
      <vt:lpstr>PowerPoint Presentation</vt:lpstr>
      <vt:lpstr>PowerPoint Presentation</vt:lpstr>
      <vt:lpstr>PowerPoint Presentation</vt:lpstr>
      <vt:lpstr>PowerPoint Presentation</vt:lpstr>
      <vt:lpstr>PowerPoint Presentation</vt:lpstr>
      <vt:lpstr>10.9.4 Modifying Class Employee to Implement Interface Payable </vt:lpstr>
      <vt:lpstr>PowerPoint Presentation</vt:lpstr>
      <vt:lpstr>PowerPoint Presentation</vt:lpstr>
      <vt:lpstr>PowerPoint Presentation</vt:lpstr>
      <vt:lpstr>PowerPoint Presentation</vt:lpstr>
      <vt:lpstr>PowerPoint Presentation</vt:lpstr>
      <vt:lpstr>PowerPoint Presentation</vt:lpstr>
      <vt:lpstr>10.9.5 Using Interface Payable to Process Invoices and Employees Polymorphically</vt:lpstr>
      <vt:lpstr>10.9.5 Using Interface Payable to Process Invoices and Employees Polymorphically</vt:lpstr>
      <vt:lpstr>PowerPoint Presentation</vt:lpstr>
      <vt:lpstr>PowerPoint Presentation</vt:lpstr>
      <vt:lpstr>PowerPoint Presentation</vt:lpstr>
      <vt:lpstr>CLASS ACTIVITIES</vt:lpstr>
      <vt:lpstr>10.9.7 Some Common Interfaces of the Java API</vt:lpstr>
      <vt:lpstr>PowerPoint Presentation</vt:lpstr>
      <vt:lpstr>PowerPoint Presentation</vt:lpstr>
      <vt:lpstr>PowerPoint Presentation</vt:lpstr>
      <vt:lpstr>PowerPoint Presentation</vt:lpstr>
      <vt:lpstr> </vt:lpstr>
      <vt:lpstr>10.10  Java SE 8 Interface Enhancements</vt:lpstr>
      <vt:lpstr>10.10.1 default Interface Methods</vt:lpstr>
      <vt:lpstr>10.10.1 default Interface Methods (Cont.)</vt:lpstr>
      <vt:lpstr>10.10.1 default Interface Methods (Cont.)</vt:lpstr>
      <vt:lpstr>10.10.2 static Interface Methods (Cont.)</vt:lpstr>
      <vt:lpstr>10.10.3 Functional Interfaces</vt:lpstr>
      <vt:lpstr>PowerPoint Presentation</vt:lpstr>
      <vt:lpstr>10.11  Java SE 9 private Interface Methods</vt:lpstr>
      <vt:lpstr>PowerPoint Presentation</vt:lpstr>
      <vt:lpstr>10.12  private Constructors</vt:lpstr>
      <vt:lpstr>10.12  private Constructors (cont.)</vt:lpstr>
      <vt:lpstr>10.12  private Constructors (cont.)</vt:lpstr>
      <vt:lpstr>10.13  Program to an Interface, Not an Implementation</vt:lpstr>
      <vt:lpstr>10.13.1  Implementation Inheritance Is Best for Small Numbers of Tightly Coupled Classes</vt:lpstr>
      <vt:lpstr>10.13.1  Implementation Inheritance Is Best for Small Numbers of Tightly Coupled Classes (cont.)</vt:lpstr>
      <vt:lpstr>10.13.2  Interface Inheritance Is Best for Flexibility</vt:lpstr>
      <vt:lpstr>PowerPoint Presentation</vt:lpstr>
      <vt:lpstr>PowerPoint Presentation</vt:lpstr>
      <vt:lpstr>10.13.3  Rethinking the Employee Hierarchy</vt:lpstr>
      <vt:lpstr>10.13.3  Rethinking the Employee Hierarchy</vt:lpstr>
      <vt:lpstr>10.13.3  Rethinking the Employee Hierarchy</vt:lpstr>
      <vt:lpstr>10.13.3  Rethinking the Employee Hierarchy</vt:lpstr>
      <vt:lpstr>10.13.3  Rethinking the Employee Hierarchy</vt:lpstr>
      <vt:lpstr>10.13.3  Rethinking the Employee Hierarchy</vt:lpstr>
      <vt:lpstr>10.14  (Optional) GUI and Graphics Case Study: Drawing with Polymorphism</vt:lpstr>
      <vt:lpstr>PowerPoint Presentation</vt:lpstr>
      <vt:lpstr>10.14  (Optional) GUI and Graphics Case Study: Drawing with Polymorphism (Cont.)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Photo Album</dc:title>
  <dc:creator>Paul Deitel</dc:creator>
  <cp:lastModifiedBy>Oderanti, Festus Oluseyi (Computational Sciences)</cp:lastModifiedBy>
  <cp:revision>185</cp:revision>
  <dcterms:created xsi:type="dcterms:W3CDTF">2017-07-06T14:40:38Z</dcterms:created>
  <dcterms:modified xsi:type="dcterms:W3CDTF">2024-09-09T05:19:08Z</dcterms:modified>
</cp:coreProperties>
</file>